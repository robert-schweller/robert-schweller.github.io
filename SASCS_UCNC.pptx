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2" r:id="rId1"/>
  </p:sldMasterIdLst>
  <p:notesMasterIdLst>
    <p:notesMasterId r:id="rId91"/>
  </p:notesMasterIdLst>
  <p:sldIdLst>
    <p:sldId id="256" r:id="rId2"/>
    <p:sldId id="280" r:id="rId3"/>
    <p:sldId id="283" r:id="rId4"/>
    <p:sldId id="257" r:id="rId5"/>
    <p:sldId id="258" r:id="rId6"/>
    <p:sldId id="284" r:id="rId7"/>
    <p:sldId id="285" r:id="rId8"/>
    <p:sldId id="387" r:id="rId9"/>
    <p:sldId id="267" r:id="rId10"/>
    <p:sldId id="310" r:id="rId11"/>
    <p:sldId id="352" r:id="rId12"/>
    <p:sldId id="362" r:id="rId13"/>
    <p:sldId id="373" r:id="rId14"/>
    <p:sldId id="351" r:id="rId15"/>
    <p:sldId id="353" r:id="rId16"/>
    <p:sldId id="363" r:id="rId17"/>
    <p:sldId id="354" r:id="rId18"/>
    <p:sldId id="355" r:id="rId19"/>
    <p:sldId id="364" r:id="rId20"/>
    <p:sldId id="356" r:id="rId21"/>
    <p:sldId id="357" r:id="rId22"/>
    <p:sldId id="358" r:id="rId23"/>
    <p:sldId id="359" r:id="rId24"/>
    <p:sldId id="361" r:id="rId25"/>
    <p:sldId id="365" r:id="rId26"/>
    <p:sldId id="374" r:id="rId27"/>
    <p:sldId id="376" r:id="rId28"/>
    <p:sldId id="366" r:id="rId29"/>
    <p:sldId id="367" r:id="rId30"/>
    <p:sldId id="368" r:id="rId31"/>
    <p:sldId id="370" r:id="rId32"/>
    <p:sldId id="369" r:id="rId33"/>
    <p:sldId id="382" r:id="rId34"/>
    <p:sldId id="350" r:id="rId35"/>
    <p:sldId id="375" r:id="rId36"/>
    <p:sldId id="383" r:id="rId37"/>
    <p:sldId id="384" r:id="rId38"/>
    <p:sldId id="388" r:id="rId39"/>
    <p:sldId id="389" r:id="rId40"/>
    <p:sldId id="287" r:id="rId41"/>
    <p:sldId id="312" r:id="rId42"/>
    <p:sldId id="313" r:id="rId43"/>
    <p:sldId id="311" r:id="rId44"/>
    <p:sldId id="395" r:id="rId45"/>
    <p:sldId id="396" r:id="rId46"/>
    <p:sldId id="397" r:id="rId47"/>
    <p:sldId id="398" r:id="rId48"/>
    <p:sldId id="399" r:id="rId49"/>
    <p:sldId id="400" r:id="rId50"/>
    <p:sldId id="401" r:id="rId51"/>
    <p:sldId id="402" r:id="rId52"/>
    <p:sldId id="403" r:id="rId53"/>
    <p:sldId id="404" r:id="rId54"/>
    <p:sldId id="405" r:id="rId55"/>
    <p:sldId id="390" r:id="rId56"/>
    <p:sldId id="391" r:id="rId57"/>
    <p:sldId id="406" r:id="rId58"/>
    <p:sldId id="392" r:id="rId59"/>
    <p:sldId id="393" r:id="rId60"/>
    <p:sldId id="407" r:id="rId61"/>
    <p:sldId id="330" r:id="rId62"/>
    <p:sldId id="333" r:id="rId63"/>
    <p:sldId id="331" r:id="rId64"/>
    <p:sldId id="334" r:id="rId65"/>
    <p:sldId id="335" r:id="rId66"/>
    <p:sldId id="291" r:id="rId67"/>
    <p:sldId id="292" r:id="rId68"/>
    <p:sldId id="293" r:id="rId69"/>
    <p:sldId id="336" r:id="rId70"/>
    <p:sldId id="337" r:id="rId71"/>
    <p:sldId id="294" r:id="rId72"/>
    <p:sldId id="338" r:id="rId73"/>
    <p:sldId id="295" r:id="rId74"/>
    <p:sldId id="296" r:id="rId75"/>
    <p:sldId id="297" r:id="rId76"/>
    <p:sldId id="298" r:id="rId77"/>
    <p:sldId id="308" r:id="rId78"/>
    <p:sldId id="299" r:id="rId79"/>
    <p:sldId id="300" r:id="rId80"/>
    <p:sldId id="301" r:id="rId81"/>
    <p:sldId id="302" r:id="rId82"/>
    <p:sldId id="339" r:id="rId83"/>
    <p:sldId id="303" r:id="rId84"/>
    <p:sldId id="304" r:id="rId85"/>
    <p:sldId id="305" r:id="rId86"/>
    <p:sldId id="306" r:id="rId87"/>
    <p:sldId id="329" r:id="rId88"/>
    <p:sldId id="379" r:id="rId89"/>
    <p:sldId id="340" r:id="rId9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stin Luchsinger" initials="AL" lastIdx="1" clrIdx="0">
    <p:extLst>
      <p:ext uri="{19B8F6BF-5375-455C-9EA6-DF929625EA0E}">
        <p15:presenceInfo xmlns:p15="http://schemas.microsoft.com/office/powerpoint/2012/main" userId="Austin Luchsing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A7E"/>
    <a:srgbClr val="015AAB"/>
    <a:srgbClr val="64018B"/>
    <a:srgbClr val="FC711C"/>
    <a:srgbClr val="F2F2F2"/>
    <a:srgbClr val="E01ED7"/>
    <a:srgbClr val="F0F0F0"/>
    <a:srgbClr val="EAEAEA"/>
    <a:srgbClr val="F9F9F9"/>
    <a:srgbClr val="FC8E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35" autoAdjust="0"/>
    <p:restoredTop sz="94660"/>
  </p:normalViewPr>
  <p:slideViewPr>
    <p:cSldViewPr snapToGrid="0">
      <p:cViewPr varScale="1">
        <p:scale>
          <a:sx n="67" d="100"/>
          <a:sy n="67" d="100"/>
        </p:scale>
        <p:origin x="4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7-06-08T17:36:41.350" idx="1">
    <p:pos x="10" y="10"/>
    <p:text/>
    <p:extLst>
      <p:ext uri="{C676402C-5697-4E1C-873F-D02D1690AC5C}">
        <p15:threadingInfo xmlns:p15="http://schemas.microsoft.com/office/powerpoint/2012/main" timeZoneBias="300"/>
      </p:ext>
    </p:extLst>
  </p:cm>
</p:cmLst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EAFFBE-BC4D-44FF-881B-3A332CC437AC}" type="datetimeFigureOut">
              <a:rPr lang="en-US"/>
              <a:pPr/>
              <a:t>6/5/2017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E95A3-4147-4249-99A6-5391E96D1C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03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FE95A3-4147-4249-99A6-5391E96D1C91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04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6/5/2017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90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6/5/2017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86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6/5/2017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800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6/5/2017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99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6/5/2017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09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6/5/2017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655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6/5/2017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03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6/5/2017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882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6/5/2017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675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6/5/2017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077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6/5/2017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1336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6/5/2017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53132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6/5/2017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62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6/5/2017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44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6/5/2017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226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6/5/2017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435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6713E-5226-4489-8FB3-7582C1098E54}" type="datetimeFigureOut">
              <a:rPr lang="en-US" smtClean="0"/>
              <a:pPr/>
              <a:t>6/5/2017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24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05E6713E-5226-4489-8FB3-7582C1098E54}" type="datetimeFigureOut">
              <a:rPr lang="en-US" smtClean="0"/>
              <a:pPr/>
              <a:t>6/5/2017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537BCC5-3692-4F2E-95CD-3C85C206C6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6708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83" r:id="rId1"/>
    <p:sldLayoutId id="2147483884" r:id="rId2"/>
    <p:sldLayoutId id="2147483885" r:id="rId3"/>
    <p:sldLayoutId id="2147483886" r:id="rId4"/>
    <p:sldLayoutId id="2147483887" r:id="rId5"/>
    <p:sldLayoutId id="2147483888" r:id="rId6"/>
    <p:sldLayoutId id="2147483889" r:id="rId7"/>
    <p:sldLayoutId id="2147483890" r:id="rId8"/>
    <p:sldLayoutId id="2147483891" r:id="rId9"/>
    <p:sldLayoutId id="2147483892" r:id="rId10"/>
    <p:sldLayoutId id="2147483893" r:id="rId11"/>
    <p:sldLayoutId id="2147483894" r:id="rId12"/>
    <p:sldLayoutId id="2147483895" r:id="rId13"/>
    <p:sldLayoutId id="2147483896" r:id="rId14"/>
    <p:sldLayoutId id="2147483897" r:id="rId15"/>
    <p:sldLayoutId id="2147483898" r:id="rId16"/>
    <p:sldLayoutId id="214748389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923398" y="373996"/>
            <a:ext cx="81740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ysClr val="windowText" lastClr="000000"/>
                </a:solidFill>
              </a:rPr>
              <a:t>Self-Assembly of Shapes at Constant Scale</a:t>
            </a:r>
          </a:p>
          <a:p>
            <a:pPr algn="ctr"/>
            <a:r>
              <a:rPr lang="en-US" sz="3600" dirty="0">
                <a:solidFill>
                  <a:sysClr val="windowText" lastClr="000000"/>
                </a:solidFill>
              </a:rPr>
              <a:t>Using Repulsive Forces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747486" y="5593696"/>
            <a:ext cx="4525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ysClr val="windowText" lastClr="000000"/>
                </a:solidFill>
              </a:rPr>
              <a:t>Austin Luchsinger</a:t>
            </a:r>
            <a:r>
              <a:rPr lang="en-US" sz="1600" baseline="30000" dirty="0">
                <a:solidFill>
                  <a:sysClr val="windowText" lastClr="000000"/>
                </a:solidFill>
              </a:rPr>
              <a:t>1</a:t>
            </a:r>
            <a:r>
              <a:rPr lang="en-US" sz="1600" dirty="0">
                <a:solidFill>
                  <a:sysClr val="windowText" lastClr="000000"/>
                </a:solidFill>
              </a:rPr>
              <a:t>, Robert Schweller</a:t>
            </a:r>
            <a:r>
              <a:rPr lang="en-US" sz="1600" baseline="30000" dirty="0">
                <a:solidFill>
                  <a:sysClr val="windowText" lastClr="000000"/>
                </a:solidFill>
              </a:rPr>
              <a:t>1</a:t>
            </a:r>
            <a:r>
              <a:rPr lang="en-US" sz="1600" dirty="0">
                <a:solidFill>
                  <a:sysClr val="windowText" lastClr="000000"/>
                </a:solidFill>
              </a:rPr>
              <a:t>, Tim Wylie</a:t>
            </a:r>
            <a:r>
              <a:rPr lang="en-US" sz="1600" baseline="30000" dirty="0">
                <a:solidFill>
                  <a:sysClr val="windowText" lastClr="000000"/>
                </a:solidFill>
              </a:rPr>
              <a:t>1</a:t>
            </a:r>
            <a:endParaRPr 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380238" y="5988440"/>
            <a:ext cx="5260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aseline="30000" dirty="0">
                <a:solidFill>
                  <a:sysClr val="windowText" lastClr="000000"/>
                </a:solidFill>
              </a:rPr>
              <a:t>1</a:t>
            </a:r>
            <a:r>
              <a:rPr lang="en-US" sz="2400" dirty="0">
                <a:solidFill>
                  <a:sysClr val="windowText" lastClr="000000"/>
                </a:solidFill>
              </a:rPr>
              <a:t>University of Texas – Rio Grande Valley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96302" y="1852218"/>
            <a:ext cx="12282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ysClr val="windowText" lastClr="000000"/>
                </a:solidFill>
              </a:rPr>
              <a:t>June 9, 2017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EC204D-2FC3-4111-9634-AE2F2CD4C9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3899" y="2274692"/>
            <a:ext cx="3013380" cy="30133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973B23-5686-444D-ACF2-DD26F4B05E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75" y="2357575"/>
            <a:ext cx="2847614" cy="2847614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32D4DCEC-1E86-424A-8E5A-E5D90E017CC0}"/>
              </a:ext>
            </a:extLst>
          </p:cNvPr>
          <p:cNvSpPr/>
          <p:nvPr/>
        </p:nvSpPr>
        <p:spPr>
          <a:xfrm>
            <a:off x="5557485" y="3350485"/>
            <a:ext cx="905854" cy="467051"/>
          </a:xfrm>
          <a:prstGeom prst="rightArrow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063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92160" y="373996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Motivation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331" y="1929892"/>
            <a:ext cx="5338619" cy="300297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87327" y="4932865"/>
            <a:ext cx="6192979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auto.howstuffworks.com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4617" y="2315911"/>
            <a:ext cx="35275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Relatively large items are fabricated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in a sort of “top-down” fashion.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4617" y="3512322"/>
            <a:ext cx="35702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That is, an outside actor manipulates</a:t>
            </a:r>
          </a:p>
          <a:p>
            <a:r>
              <a:rPr lang="en-US" dirty="0">
                <a:solidFill>
                  <a:schemeClr val="bg1"/>
                </a:solidFill>
              </a:rPr>
              <a:t>the components to build the object.</a:t>
            </a:r>
          </a:p>
        </p:txBody>
      </p:sp>
    </p:spTree>
    <p:extLst>
      <p:ext uri="{BB962C8B-B14F-4D97-AF65-F5344CB8AC3E}">
        <p14:creationId xmlns:p14="http://schemas.microsoft.com/office/powerpoint/2010/main" val="348274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92160" y="373996"/>
            <a:ext cx="2236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714" y="2760294"/>
            <a:ext cx="9331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But what if you want to build something with a width of just a few atoms?</a:t>
            </a:r>
          </a:p>
        </p:txBody>
      </p:sp>
    </p:spTree>
    <p:extLst>
      <p:ext uri="{BB962C8B-B14F-4D97-AF65-F5344CB8AC3E}">
        <p14:creationId xmlns:p14="http://schemas.microsoft.com/office/powerpoint/2010/main" val="2620814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45912" y="37399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ysClr val="windowText" lastClr="000000"/>
                </a:solidFill>
              </a:rPr>
              <a:t>Self-Assembly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33412" y="1674976"/>
            <a:ext cx="373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Simple particles</a:t>
            </a:r>
            <a:r>
              <a:rPr lang="en-US" dirty="0">
                <a:solidFill>
                  <a:sysClr val="windowText" lastClr="000000"/>
                </a:solidFill>
              </a:rPr>
              <a:t> autonomously come</a:t>
            </a:r>
          </a:p>
          <a:p>
            <a:r>
              <a:rPr lang="en-US" dirty="0">
                <a:solidFill>
                  <a:sysClr val="windowText" lastClr="000000"/>
                </a:solidFill>
              </a:rPr>
              <a:t>together to form complex structures.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4672521"/>
              </p:ext>
            </p:extLst>
          </p:nvPr>
        </p:nvGraphicFramePr>
        <p:xfrm>
          <a:off x="6463342" y="1219973"/>
          <a:ext cx="5099050" cy="541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" name="Acrobat Document" r:id="rId3" imgW="14754121" imgH="15678090" progId="AcroExch.Document.DC">
                  <p:embed/>
                </p:oleObj>
              </mc:Choice>
              <mc:Fallback>
                <p:oleObj name="Acrobat Document" r:id="rId3" imgW="14754121" imgH="15678090" progId="AcroExch.Document.DC">
                  <p:embed/>
                  <p:pic>
                    <p:nvPicPr>
                      <p:cNvPr id="0" name="Picture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3342" y="1219973"/>
                        <a:ext cx="5099050" cy="5418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2087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45912" y="37399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412" y="1674976"/>
            <a:ext cx="3602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Simple particles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autonomously come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together</a:t>
            </a:r>
            <a:r>
              <a:rPr lang="en-US" dirty="0">
                <a:solidFill>
                  <a:schemeClr val="bg1"/>
                </a:solidFill>
              </a:rPr>
              <a:t> to form complex structures.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57914" y="1020327"/>
            <a:ext cx="5326594" cy="567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056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45912" y="37399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33412" y="1674976"/>
            <a:ext cx="36663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Simple particles autonomously come</a:t>
            </a:r>
          </a:p>
          <a:p>
            <a:r>
              <a:rPr lang="en-US" dirty="0">
                <a:solidFill>
                  <a:schemeClr val="bg1"/>
                </a:solidFill>
              </a:rPr>
              <a:t>together to form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complex structures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757117"/>
              </p:ext>
            </p:extLst>
          </p:nvPr>
        </p:nvGraphicFramePr>
        <p:xfrm>
          <a:off x="6871975" y="1169023"/>
          <a:ext cx="4668837" cy="541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Acrobat Document" r:id="rId3" imgW="9562976" imgH="11096460" progId="AcroExch.Document.DC">
                  <p:embed/>
                </p:oleObj>
              </mc:Choice>
              <mc:Fallback>
                <p:oleObj name="Acrobat Document" r:id="rId3" imgW="9562976" imgH="11096460" progId="AcroExch.Document.DC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1975" y="1169023"/>
                        <a:ext cx="4668837" cy="5418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009624" y="6559865"/>
            <a:ext cx="15311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Courtesy of Eric Martinez</a:t>
            </a:r>
          </a:p>
        </p:txBody>
      </p:sp>
    </p:spTree>
    <p:extLst>
      <p:ext uri="{BB962C8B-B14F-4D97-AF65-F5344CB8AC3E}">
        <p14:creationId xmlns:p14="http://schemas.microsoft.com/office/powerpoint/2010/main" val="3010570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45912" y="37399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/>
          <a:srcRect t="1022" b="1022"/>
          <a:stretch/>
        </p:blipFill>
        <p:spPr>
          <a:xfrm>
            <a:off x="823310" y="2192831"/>
            <a:ext cx="2543733" cy="24882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/>
          <a:srcRect l="27001" r="8374"/>
          <a:stretch/>
        </p:blipFill>
        <p:spPr>
          <a:xfrm>
            <a:off x="4666004" y="2192831"/>
            <a:ext cx="2871387" cy="24882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 cstate="print"/>
          <a:srcRect l="32389" t="2092" r="13965" b="4050"/>
          <a:stretch/>
        </p:blipFill>
        <p:spPr>
          <a:xfrm>
            <a:off x="8836352" y="2192831"/>
            <a:ext cx="2820112" cy="24882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21942" y="1765189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Chemistry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7467" y="1771357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Biology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85998" y="176518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Sociology</a:t>
            </a:r>
          </a:p>
        </p:txBody>
      </p:sp>
    </p:spTree>
    <p:extLst>
      <p:ext uri="{BB962C8B-B14F-4D97-AF65-F5344CB8AC3E}">
        <p14:creationId xmlns:p14="http://schemas.microsoft.com/office/powerpoint/2010/main" val="561949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386696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/>
          <a:srcRect l="27001" r="8374"/>
          <a:stretch/>
        </p:blipFill>
        <p:spPr>
          <a:xfrm>
            <a:off x="4660306" y="2078531"/>
            <a:ext cx="2871387" cy="24882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31769" y="1650707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Biology</a:t>
            </a:r>
          </a:p>
        </p:txBody>
      </p:sp>
    </p:spTree>
    <p:extLst>
      <p:ext uri="{BB962C8B-B14F-4D97-AF65-F5344CB8AC3E}">
        <p14:creationId xmlns:p14="http://schemas.microsoft.com/office/powerpoint/2010/main" val="4092746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45912" y="37399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862841" y="3973795"/>
            <a:ext cx="6126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- Yan, H., Park, S.H., </a:t>
            </a:r>
            <a:r>
              <a:rPr lang="en-US" dirty="0" err="1">
                <a:solidFill>
                  <a:schemeClr val="bg1"/>
                </a:solidFill>
              </a:rPr>
              <a:t>Ginkelstein</a:t>
            </a:r>
            <a:r>
              <a:rPr lang="en-US" dirty="0">
                <a:solidFill>
                  <a:schemeClr val="bg1"/>
                </a:solidFill>
              </a:rPr>
              <a:t>, G., </a:t>
            </a:r>
            <a:r>
              <a:rPr lang="en-US" dirty="0" err="1">
                <a:solidFill>
                  <a:schemeClr val="bg1"/>
                </a:solidFill>
              </a:rPr>
              <a:t>Reif</a:t>
            </a:r>
            <a:r>
              <a:rPr lang="en-US" dirty="0">
                <a:solidFill>
                  <a:schemeClr val="bg1"/>
                </a:solidFill>
              </a:rPr>
              <a:t>, J.H. &amp; </a:t>
            </a:r>
            <a:r>
              <a:rPr lang="en-US" dirty="0" err="1">
                <a:solidFill>
                  <a:schemeClr val="bg1"/>
                </a:solidFill>
              </a:rPr>
              <a:t>LaBean</a:t>
            </a:r>
            <a:r>
              <a:rPr lang="en-US" dirty="0">
                <a:solidFill>
                  <a:schemeClr val="bg1"/>
                </a:solidFill>
              </a:rPr>
              <a:t>, T.H.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64045" y="1809928"/>
            <a:ext cx="572452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334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45912" y="37399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/>
          <a:srcRect r="67243"/>
          <a:stretch/>
        </p:blipFill>
        <p:spPr>
          <a:xfrm>
            <a:off x="3455323" y="2470506"/>
            <a:ext cx="1337057" cy="1352964"/>
          </a:xfrm>
          <a:prstGeom prst="rect">
            <a:avLst/>
          </a:prstGeom>
        </p:spPr>
      </p:pic>
      <p:sp>
        <p:nvSpPr>
          <p:cNvPr id="8" name="Arrow: Right 7"/>
          <p:cNvSpPr/>
          <p:nvPr/>
        </p:nvSpPr>
        <p:spPr>
          <a:xfrm>
            <a:off x="5669683" y="2916797"/>
            <a:ext cx="828942" cy="546931"/>
          </a:xfrm>
          <a:prstGeom prst="rightArrow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70035" y="3823470"/>
            <a:ext cx="1663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Winfree</a:t>
            </a:r>
            <a:r>
              <a:rPr lang="en-US" dirty="0">
                <a:solidFill>
                  <a:schemeClr val="bg1"/>
                </a:solidFill>
              </a:rPr>
              <a:t>, 1998)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029D0EF-9301-4967-8893-F870D1160FF7}"/>
              </a:ext>
            </a:extLst>
          </p:cNvPr>
          <p:cNvGrpSpPr/>
          <p:nvPr/>
        </p:nvGrpSpPr>
        <p:grpSpPr>
          <a:xfrm>
            <a:off x="7474919" y="2470506"/>
            <a:ext cx="1352962" cy="1353574"/>
            <a:chOff x="7604959" y="3944688"/>
            <a:chExt cx="1352962" cy="13535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571E13B-6D48-42F6-BEB3-2196C34DC57C}"/>
                </a:ext>
              </a:extLst>
            </p:cNvPr>
            <p:cNvSpPr/>
            <p:nvPr/>
          </p:nvSpPr>
          <p:spPr>
            <a:xfrm rot="5400000">
              <a:off x="7604784" y="3945125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770E65C8-8C44-4092-AC76-2D94E0B2FCEA}"/>
                </a:ext>
              </a:extLst>
            </p:cNvPr>
            <p:cNvSpPr/>
            <p:nvPr/>
          </p:nvSpPr>
          <p:spPr>
            <a:xfrm rot="16200000">
              <a:off x="8173133" y="5009035"/>
              <a:ext cx="216611" cy="36166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E8349153-D071-4C86-99D4-A734887BDD40}"/>
                </a:ext>
              </a:extLst>
            </p:cNvPr>
            <p:cNvSpPr/>
            <p:nvPr/>
          </p:nvSpPr>
          <p:spPr>
            <a:xfrm rot="10800000">
              <a:off x="8741310" y="4440773"/>
              <a:ext cx="216611" cy="36166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D4AA277-047B-4F69-9534-F82ED0576E23}"/>
                </a:ext>
              </a:extLst>
            </p:cNvPr>
            <p:cNvSpPr/>
            <p:nvPr/>
          </p:nvSpPr>
          <p:spPr>
            <a:xfrm>
              <a:off x="7606058" y="4650428"/>
              <a:ext cx="216611" cy="36166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9717C2B-C9AD-41E2-B793-595A0F917ED5}"/>
                </a:ext>
              </a:extLst>
            </p:cNvPr>
            <p:cNvSpPr/>
            <p:nvPr/>
          </p:nvSpPr>
          <p:spPr>
            <a:xfrm>
              <a:off x="7605887" y="4205503"/>
              <a:ext cx="216611" cy="36166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ACA7ADC-1AAC-40EB-AE74-B9319FE38C6F}"/>
                </a:ext>
              </a:extLst>
            </p:cNvPr>
            <p:cNvSpPr/>
            <p:nvPr/>
          </p:nvSpPr>
          <p:spPr>
            <a:xfrm rot="5400000">
              <a:off x="7962511" y="3872333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B75D4BD-559E-41C0-A77B-16AE5B14B7CF}"/>
                </a:ext>
              </a:extLst>
            </p:cNvPr>
            <p:cNvSpPr/>
            <p:nvPr/>
          </p:nvSpPr>
          <p:spPr>
            <a:xfrm rot="5400000">
              <a:off x="8407436" y="3872162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5168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24419" y="373996"/>
            <a:ext cx="37719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006679" y="1851050"/>
            <a:ext cx="1401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Type = green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0905" y="3051106"/>
            <a:ext cx="1478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Type = purple</a:t>
            </a:r>
          </a:p>
        </p:txBody>
      </p:sp>
      <p:cxnSp>
        <p:nvCxnSpPr>
          <p:cNvPr id="24" name="Straight Connector 23"/>
          <p:cNvCxnSpPr>
            <a:cxnSpLocks/>
          </p:cNvCxnSpPr>
          <p:nvPr/>
        </p:nvCxnSpPr>
        <p:spPr>
          <a:xfrm>
            <a:off x="5608082" y="2220382"/>
            <a:ext cx="227667" cy="4180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cxnSpLocks/>
          </p:cNvCxnSpPr>
          <p:nvPr/>
        </p:nvCxnSpPr>
        <p:spPr>
          <a:xfrm flipV="1">
            <a:off x="6629400" y="3235772"/>
            <a:ext cx="531505" cy="184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3459E4D-1B77-4D2C-9823-4BC3C971C21D}"/>
              </a:ext>
            </a:extLst>
          </p:cNvPr>
          <p:cNvGrpSpPr/>
          <p:nvPr/>
        </p:nvGrpSpPr>
        <p:grpSpPr>
          <a:xfrm>
            <a:off x="5216089" y="2743651"/>
            <a:ext cx="1352962" cy="1353574"/>
            <a:chOff x="7604959" y="3944688"/>
            <a:chExt cx="1352962" cy="13535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D86446D-A02E-4578-8793-CFAD4A268D41}"/>
                </a:ext>
              </a:extLst>
            </p:cNvPr>
            <p:cNvSpPr/>
            <p:nvPr/>
          </p:nvSpPr>
          <p:spPr>
            <a:xfrm rot="5400000">
              <a:off x="7604784" y="3945125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B04F44E-FB4E-48B7-81E0-192D31194187}"/>
                </a:ext>
              </a:extLst>
            </p:cNvPr>
            <p:cNvSpPr/>
            <p:nvPr/>
          </p:nvSpPr>
          <p:spPr>
            <a:xfrm rot="16200000">
              <a:off x="8173133" y="5009035"/>
              <a:ext cx="216611" cy="36166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8D1AD7C-AF4D-480F-8F54-154E86CD9B27}"/>
                </a:ext>
              </a:extLst>
            </p:cNvPr>
            <p:cNvSpPr/>
            <p:nvPr/>
          </p:nvSpPr>
          <p:spPr>
            <a:xfrm rot="10800000">
              <a:off x="8741310" y="4440773"/>
              <a:ext cx="216611" cy="36166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D6ADDC9-C657-49CA-8170-C3763DC4D899}"/>
                </a:ext>
              </a:extLst>
            </p:cNvPr>
            <p:cNvSpPr/>
            <p:nvPr/>
          </p:nvSpPr>
          <p:spPr>
            <a:xfrm>
              <a:off x="7606058" y="4650428"/>
              <a:ext cx="216611" cy="36166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1C53958-976D-4B55-B6F7-0B89B894BDF1}"/>
                </a:ext>
              </a:extLst>
            </p:cNvPr>
            <p:cNvSpPr/>
            <p:nvPr/>
          </p:nvSpPr>
          <p:spPr>
            <a:xfrm>
              <a:off x="7605887" y="4205503"/>
              <a:ext cx="216611" cy="36166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1AD8FD8-C97E-4AD7-A0F3-E4E9B385072D}"/>
                </a:ext>
              </a:extLst>
            </p:cNvPr>
            <p:cNvSpPr/>
            <p:nvPr/>
          </p:nvSpPr>
          <p:spPr>
            <a:xfrm rot="5400000">
              <a:off x="7962511" y="3872333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D2F2169-5B4C-4170-A513-C96642FFBD9E}"/>
                </a:ext>
              </a:extLst>
            </p:cNvPr>
            <p:cNvSpPr/>
            <p:nvPr/>
          </p:nvSpPr>
          <p:spPr>
            <a:xfrm rot="5400000">
              <a:off x="8407436" y="3872162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201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24419" y="373996"/>
            <a:ext cx="37719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944278" y="1836914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Strength =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60905" y="3051106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Strength = 1</a:t>
            </a:r>
          </a:p>
        </p:txBody>
      </p:sp>
      <p:cxnSp>
        <p:nvCxnSpPr>
          <p:cNvPr id="10" name="Straight Connector 9"/>
          <p:cNvCxnSpPr>
            <a:cxnSpLocks/>
            <a:endCxn id="22" idx="1"/>
          </p:cNvCxnSpPr>
          <p:nvPr/>
        </p:nvCxnSpPr>
        <p:spPr>
          <a:xfrm flipV="1">
            <a:off x="6629400" y="3235772"/>
            <a:ext cx="531505" cy="184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5573A09-0445-40C3-968A-AC31B1609846}"/>
              </a:ext>
            </a:extLst>
          </p:cNvPr>
          <p:cNvGrpSpPr/>
          <p:nvPr/>
        </p:nvGrpSpPr>
        <p:grpSpPr>
          <a:xfrm>
            <a:off x="5216089" y="2743651"/>
            <a:ext cx="1352962" cy="1353574"/>
            <a:chOff x="7604959" y="3944688"/>
            <a:chExt cx="1352962" cy="13535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BCD5AD8-4D84-468A-AEA6-D252B3F852AE}"/>
                </a:ext>
              </a:extLst>
            </p:cNvPr>
            <p:cNvSpPr/>
            <p:nvPr/>
          </p:nvSpPr>
          <p:spPr>
            <a:xfrm rot="5400000">
              <a:off x="7604784" y="3945125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C28AED6-C26C-48BF-BF09-9B39A5BB7185}"/>
                </a:ext>
              </a:extLst>
            </p:cNvPr>
            <p:cNvSpPr/>
            <p:nvPr/>
          </p:nvSpPr>
          <p:spPr>
            <a:xfrm rot="16200000">
              <a:off x="8173133" y="5009035"/>
              <a:ext cx="216611" cy="36166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A256851-4F0F-44F8-A49E-A3B5D09A923C}"/>
                </a:ext>
              </a:extLst>
            </p:cNvPr>
            <p:cNvSpPr/>
            <p:nvPr/>
          </p:nvSpPr>
          <p:spPr>
            <a:xfrm rot="10800000">
              <a:off x="8741310" y="4440773"/>
              <a:ext cx="216611" cy="36166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B80639D-4082-4491-B279-523740AC3599}"/>
                </a:ext>
              </a:extLst>
            </p:cNvPr>
            <p:cNvSpPr/>
            <p:nvPr/>
          </p:nvSpPr>
          <p:spPr>
            <a:xfrm>
              <a:off x="7606058" y="4650428"/>
              <a:ext cx="216611" cy="36166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92EE715-3080-4BA1-85DE-4C2277A7D031}"/>
                </a:ext>
              </a:extLst>
            </p:cNvPr>
            <p:cNvSpPr/>
            <p:nvPr/>
          </p:nvSpPr>
          <p:spPr>
            <a:xfrm>
              <a:off x="7605887" y="4205503"/>
              <a:ext cx="216611" cy="36166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5E1E9FD-C45D-404B-89E9-1230A3860904}"/>
                </a:ext>
              </a:extLst>
            </p:cNvPr>
            <p:cNvSpPr/>
            <p:nvPr/>
          </p:nvSpPr>
          <p:spPr>
            <a:xfrm rot="5400000">
              <a:off x="7962511" y="3872333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BBC636F-AF29-4B5F-B5C3-3B1183C604C3}"/>
                </a:ext>
              </a:extLst>
            </p:cNvPr>
            <p:cNvSpPr/>
            <p:nvPr/>
          </p:nvSpPr>
          <p:spPr>
            <a:xfrm rot="5400000">
              <a:off x="8407436" y="3872162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03C2565-3B74-458E-B828-6F3272651519}"/>
              </a:ext>
            </a:extLst>
          </p:cNvPr>
          <p:cNvCxnSpPr>
            <a:cxnSpLocks/>
          </p:cNvCxnSpPr>
          <p:nvPr/>
        </p:nvCxnSpPr>
        <p:spPr>
          <a:xfrm>
            <a:off x="5608082" y="2220382"/>
            <a:ext cx="227667" cy="41804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210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24419" y="373996"/>
            <a:ext cx="37719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6504280" y="5449364"/>
            <a:ext cx="1637668" cy="428625"/>
            <a:chOff x="3019425" y="5419725"/>
            <a:chExt cx="1637668" cy="428625"/>
          </a:xfrm>
        </p:grpSpPr>
        <p:sp>
          <p:nvSpPr>
            <p:cNvPr id="4" name="Rectangle 3"/>
            <p:cNvSpPr/>
            <p:nvPr/>
          </p:nvSpPr>
          <p:spPr>
            <a:xfrm>
              <a:off x="3019425" y="5419725"/>
              <a:ext cx="409575" cy="42862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429000" y="5449370"/>
              <a:ext cx="12280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Translation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198081" y="5479011"/>
            <a:ext cx="1389330" cy="428625"/>
            <a:chOff x="7915275" y="5419724"/>
            <a:chExt cx="1389330" cy="428625"/>
          </a:xfrm>
        </p:grpSpPr>
        <p:sp>
          <p:nvSpPr>
            <p:cNvPr id="21" name="Rectangle 20"/>
            <p:cNvSpPr/>
            <p:nvPr/>
          </p:nvSpPr>
          <p:spPr>
            <a:xfrm>
              <a:off x="7915275" y="5419724"/>
              <a:ext cx="409575" cy="428625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324850" y="5449370"/>
              <a:ext cx="9797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Rotation</a:t>
              </a:r>
            </a:p>
          </p:txBody>
        </p:sp>
      </p:grpSp>
      <p:sp>
        <p:nvSpPr>
          <p:cNvPr id="12" name="Multiplication Sign 11"/>
          <p:cNvSpPr/>
          <p:nvPr/>
        </p:nvSpPr>
        <p:spPr>
          <a:xfrm>
            <a:off x="4088543" y="5317090"/>
            <a:ext cx="628650" cy="752466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6415522" y="5429241"/>
            <a:ext cx="587091" cy="419100"/>
            <a:chOff x="1727484" y="3181350"/>
            <a:chExt cx="587091" cy="419100"/>
          </a:xfrm>
        </p:grpSpPr>
        <p:sp>
          <p:nvSpPr>
            <p:cNvPr id="27" name="Diagonal Stripe 26"/>
            <p:cNvSpPr/>
            <p:nvPr/>
          </p:nvSpPr>
          <p:spPr>
            <a:xfrm rot="5400000">
              <a:off x="1787016" y="3264693"/>
              <a:ext cx="138112" cy="257176"/>
            </a:xfrm>
            <a:prstGeom prst="diagStripe">
              <a:avLst>
                <a:gd name="adj" fmla="val 54036"/>
              </a:avLst>
            </a:prstGeom>
            <a:solidFill>
              <a:srgbClr val="00B05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Diagonal Stripe 12"/>
            <p:cNvSpPr/>
            <p:nvPr/>
          </p:nvSpPr>
          <p:spPr>
            <a:xfrm>
              <a:off x="1990725" y="3181350"/>
              <a:ext cx="323850" cy="419100"/>
            </a:xfrm>
            <a:prstGeom prst="diagStripe">
              <a:avLst/>
            </a:prstGeom>
            <a:solidFill>
              <a:srgbClr val="00B05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Diagonal Stripe 13"/>
            <p:cNvSpPr/>
            <p:nvPr/>
          </p:nvSpPr>
          <p:spPr>
            <a:xfrm rot="5400000">
              <a:off x="1720992" y="3336781"/>
              <a:ext cx="276225" cy="251111"/>
            </a:xfrm>
            <a:prstGeom prst="diagStripe">
              <a:avLst>
                <a:gd name="adj" fmla="val 54036"/>
              </a:avLst>
            </a:prstGeom>
            <a:solidFill>
              <a:srgbClr val="00B05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B3F8DDD-E4B0-44D7-AA35-5A014151C574}"/>
              </a:ext>
            </a:extLst>
          </p:cNvPr>
          <p:cNvGrpSpPr/>
          <p:nvPr/>
        </p:nvGrpSpPr>
        <p:grpSpPr>
          <a:xfrm>
            <a:off x="5216089" y="2743651"/>
            <a:ext cx="1352962" cy="1353574"/>
            <a:chOff x="7604959" y="3944688"/>
            <a:chExt cx="1352962" cy="135357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29F49E4-8AF9-444C-87BB-A71B4E75BECE}"/>
                </a:ext>
              </a:extLst>
            </p:cNvPr>
            <p:cNvSpPr/>
            <p:nvPr/>
          </p:nvSpPr>
          <p:spPr>
            <a:xfrm rot="5400000">
              <a:off x="7604784" y="3945125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3987C59-D024-4978-8603-584EDF410353}"/>
                </a:ext>
              </a:extLst>
            </p:cNvPr>
            <p:cNvSpPr/>
            <p:nvPr/>
          </p:nvSpPr>
          <p:spPr>
            <a:xfrm rot="16200000">
              <a:off x="8173133" y="5009035"/>
              <a:ext cx="216611" cy="36166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CE180AB-15A5-4DB6-9B79-2B8F6D15E90C}"/>
                </a:ext>
              </a:extLst>
            </p:cNvPr>
            <p:cNvSpPr/>
            <p:nvPr/>
          </p:nvSpPr>
          <p:spPr>
            <a:xfrm rot="10800000">
              <a:off x="8741310" y="4440773"/>
              <a:ext cx="216611" cy="36166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CA8087D-B54E-46C4-8BAA-6A1E94154651}"/>
                </a:ext>
              </a:extLst>
            </p:cNvPr>
            <p:cNvSpPr/>
            <p:nvPr/>
          </p:nvSpPr>
          <p:spPr>
            <a:xfrm>
              <a:off x="7606058" y="4650428"/>
              <a:ext cx="216611" cy="36166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ACFEAF2-33D0-422A-9E3F-A085D2481B5B}"/>
                </a:ext>
              </a:extLst>
            </p:cNvPr>
            <p:cNvSpPr/>
            <p:nvPr/>
          </p:nvSpPr>
          <p:spPr>
            <a:xfrm>
              <a:off x="7605887" y="4205503"/>
              <a:ext cx="216611" cy="36166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AE3A939-252D-4B90-880E-573408E1504F}"/>
                </a:ext>
              </a:extLst>
            </p:cNvPr>
            <p:cNvSpPr/>
            <p:nvPr/>
          </p:nvSpPr>
          <p:spPr>
            <a:xfrm rot="5400000">
              <a:off x="7962511" y="3872333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E642A37-C0E2-4923-9EAE-956B8370933E}"/>
                </a:ext>
              </a:extLst>
            </p:cNvPr>
            <p:cNvSpPr/>
            <p:nvPr/>
          </p:nvSpPr>
          <p:spPr>
            <a:xfrm rot="5400000">
              <a:off x="8407436" y="3872162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6706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58801" y="373996"/>
            <a:ext cx="5503238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(</a:t>
            </a:r>
            <a:r>
              <a:rPr lang="en-US" sz="1600" dirty="0" err="1">
                <a:solidFill>
                  <a:schemeClr val="bg1"/>
                </a:solidFill>
              </a:rPr>
              <a:t>Rothemund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Winfree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Adleman</a:t>
            </a:r>
            <a:r>
              <a:rPr lang="en-US" sz="16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88012" y="2189854"/>
            <a:ext cx="1535266" cy="21516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27" name="Group 126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128" name="Rectangle: Rounded Corners 127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Oval 128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: Rounded Corners 129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985054" y="4404859"/>
            <a:ext cx="17411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∞ counts of each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tile type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04CC4EA-E976-4EF6-B4EB-A97D82227C52}"/>
              </a:ext>
            </a:extLst>
          </p:cNvPr>
          <p:cNvGrpSpPr/>
          <p:nvPr/>
        </p:nvGrpSpPr>
        <p:grpSpPr>
          <a:xfrm>
            <a:off x="1189882" y="2277661"/>
            <a:ext cx="1292387" cy="1930154"/>
            <a:chOff x="1172407" y="197026"/>
            <a:chExt cx="1292387" cy="1930154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3C264153-7D6D-4CB3-A9DD-E856B5C410B6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B2139E29-4CD9-4688-A7FF-B28137FA7857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399396A7-18D0-405C-A35E-68DBA920FA64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A6F3BFB1-9EB1-4E3F-B446-92BF589CCB5C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631F74FC-DB73-47D5-882B-49E39C5E875F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D27A5B7D-FAA5-4374-A6B2-670997C94424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476F9E1D-C66A-48C6-974F-456886BF9B12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AB5E58DB-D209-4CE1-90C6-EAEA026BA0A6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AF06B401-4FFA-428B-B862-319F84730F87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20A1EF2-2257-41D2-A39D-5FACE661CFEA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987A1D8-2318-4AF5-A910-1C731AFC773A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3EA6D41E-5D0C-44FB-8D26-E8FF6211AD75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8AF00A30-959C-4C46-B627-2273FF238547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2596994A-D87F-42B3-96D7-7C125411B73B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8CFBF181-7B45-4B02-B21A-303F963CB872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4AE05A5F-ADF8-4418-B9C3-01D54896B7A9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F25719BC-E0CD-4824-8EE8-8176FDB45996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8C4122AC-0513-4248-A468-495AE52FD1A1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ECFFDC3D-6521-46BD-BA15-8617EB3C362A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EFC6FB32-A2E1-4414-A66D-DBD92184FF11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80330721-15B1-4578-93B8-A26CB3EFE890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A6DB69BA-A5EB-428A-A259-052C6C4863D3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A927782A-31C5-4417-A57A-53C400EE9E60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269F2AC9-CB59-4404-B06C-B04F54B28128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D01DD4C4-87C0-40B0-AEF3-98D8721AF633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B39FC618-2544-4EDD-9AEF-76D127E738B8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36355871-3592-4590-90C1-4B73E835215C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DED017F5-6E1B-43AF-AED6-1FB29631B144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44B80E44-C2B7-43EF-8B6E-00188F3CDEBB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560FA5FB-56AF-42FB-B12A-6CBF639B63BD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BDE5A829-C022-4819-BF9C-66EE0C90AD21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781521D-3036-49F9-A4DE-D1938EEA2EC5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0F7D6999-CBC3-4C60-8E4B-1269CBC77D8B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03D25ED8-1436-43FA-A811-1018B7D84D84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41E77F8D-40E2-402F-82D6-ED67DDCF0936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9AB4FD6E-733C-4B2C-8739-E40D7E7D4EF4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8195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18"/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88012" y="2189854"/>
            <a:ext cx="1535266" cy="21516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58" name="Group 157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159" name="Rectangle: Rounded Corners 158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: Rounded Corners 160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8CA40D7F-821D-4109-AFBF-84BDCC086EFD}"/>
              </a:ext>
            </a:extLst>
          </p:cNvPr>
          <p:cNvSpPr txBox="1"/>
          <p:nvPr/>
        </p:nvSpPr>
        <p:spPr>
          <a:xfrm>
            <a:off x="3258801" y="373996"/>
            <a:ext cx="5503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6AFE8108-FACF-4E7F-AFF5-96421A87B624}"/>
              </a:ext>
            </a:extLst>
          </p:cNvPr>
          <p:cNvGrpSpPr/>
          <p:nvPr/>
        </p:nvGrpSpPr>
        <p:grpSpPr>
          <a:xfrm>
            <a:off x="1189882" y="2277661"/>
            <a:ext cx="1292387" cy="1930154"/>
            <a:chOff x="1172407" y="197026"/>
            <a:chExt cx="1292387" cy="1930154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4680B2AD-BB34-4D97-93C0-03572A5AFCAC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3122BEC9-9FA6-4631-8B8D-3699D2BC3ACA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C5056C7B-A8C0-45BA-A10E-1015E59EC513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465045C4-19E9-45D0-BC56-308735D7DB48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7A7B3C42-E7A4-46A4-B156-C0A9B3317DDE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4C555826-EE96-44AA-A920-9CC17CA89683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ECB5D298-84B1-4BA1-9921-1FD5335120F1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B189CEB5-52A0-4B04-80C7-5E092E2FD635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A5B466B8-4D6E-4444-ADA0-085A802A5450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A0E14B63-2660-43DB-BFDE-49F911CE66D3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7E6BE983-7C6F-48A0-847C-C92C9BDD17E6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0FD0580D-3DAC-4E73-9723-21636AE0DAAD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2B7FFD8F-5DA6-4F52-A620-776FE13453A5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632EB0C7-5029-4C88-AECC-47A04C2CED46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6329B051-2151-4CE1-819C-A54B8FFE59D8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A38DBB67-6435-415D-A485-126706E86AC3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9D73DC8D-0B80-405A-8DF9-32016DDD9A6F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5D8971A5-043A-44B2-AB91-55C32D5CB960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3FD4B315-A383-4986-AF28-AC71F45EEC41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50D8E738-954D-4DF3-AD41-32AB1857F5F5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2EF7B102-EF9B-4905-A9D0-A9CDCF6CE6C7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4EFFFC4F-99C4-4259-9348-6C63E9405E58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ED889F81-6D8A-41ED-8ED3-EAF0E8653456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8413F4BF-C9FD-42CA-A3E2-1F140AA74D68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B8D837F2-166D-49ED-A4FB-01916D62453C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F34A3423-68CC-4C45-B716-B674E6E605D2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3B78FD25-3CC7-4763-B41B-2423C8587D60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EC9318E1-6493-4FA2-9977-6EE2451532F4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DE7E1CCC-0C4C-417E-88D7-78F85228E9C9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C39A76A0-CF57-42F9-8E93-2C4F8BB3320C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8DA4989E-FB71-4E04-A6FF-F4628A27CB1D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9226DCEB-3612-4662-88F0-D0BEACB10420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AB2428FB-2E05-4247-9A38-5DBD7D2C7993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B0A24553-3654-43B9-ACD6-FC57CAAD0E78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71A5E588-6F74-4513-BF3C-337E51583E1C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6D22FC75-E8BF-4322-934A-3F09572E2B7F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006EA0B5-6F22-4AEB-A40A-1AEAF6452B7C}"/>
              </a:ext>
            </a:extLst>
          </p:cNvPr>
          <p:cNvGrpSpPr/>
          <p:nvPr/>
        </p:nvGrpSpPr>
        <p:grpSpPr>
          <a:xfrm>
            <a:off x="7042783" y="2511516"/>
            <a:ext cx="521228" cy="510538"/>
            <a:chOff x="2274846" y="1095709"/>
            <a:chExt cx="1352962" cy="135591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CF37502A-42CE-4A9D-B08E-0D1187FCE557}"/>
                </a:ext>
              </a:extLst>
            </p:cNvPr>
            <p:cNvSpPr/>
            <p:nvPr/>
          </p:nvSpPr>
          <p:spPr>
            <a:xfrm rot="5400000">
              <a:off x="2274671" y="1098483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1562E7E2-14F9-4956-879F-1851CE90C67F}"/>
                </a:ext>
              </a:extLst>
            </p:cNvPr>
            <p:cNvSpPr/>
            <p:nvPr/>
          </p:nvSpPr>
          <p:spPr>
            <a:xfrm rot="10800000">
              <a:off x="3411197" y="1594131"/>
              <a:ext cx="216611" cy="36166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31131E7A-CCDE-407D-9AA2-FFB67C137133}"/>
                </a:ext>
              </a:extLst>
            </p:cNvPr>
            <p:cNvSpPr/>
            <p:nvPr/>
          </p:nvSpPr>
          <p:spPr>
            <a:xfrm rot="16200000">
              <a:off x="3080342" y="2162483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712A19B1-F57B-43FE-86D0-08BC4708A59E}"/>
                </a:ext>
              </a:extLst>
            </p:cNvPr>
            <p:cNvSpPr/>
            <p:nvPr/>
          </p:nvSpPr>
          <p:spPr>
            <a:xfrm rot="16200000">
              <a:off x="2632225" y="2162483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E7D6CFDC-762B-4CDD-85EA-9590AF02361A}"/>
                </a:ext>
              </a:extLst>
            </p:cNvPr>
            <p:cNvSpPr/>
            <p:nvPr/>
          </p:nvSpPr>
          <p:spPr>
            <a:xfrm rot="16200000">
              <a:off x="3080342" y="1023183"/>
              <a:ext cx="216611" cy="361663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EE3E1B0A-A120-429F-8BE0-142DED269D38}"/>
                </a:ext>
              </a:extLst>
            </p:cNvPr>
            <p:cNvSpPr/>
            <p:nvPr/>
          </p:nvSpPr>
          <p:spPr>
            <a:xfrm rot="16200000">
              <a:off x="2632225" y="1023183"/>
              <a:ext cx="216611" cy="361663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accent5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89CDD911-5367-441A-88E5-014076EB125B}"/>
              </a:ext>
            </a:extLst>
          </p:cNvPr>
          <p:cNvGrpSpPr/>
          <p:nvPr/>
        </p:nvGrpSpPr>
        <p:grpSpPr>
          <a:xfrm>
            <a:off x="7724571" y="3795427"/>
            <a:ext cx="521294" cy="510538"/>
            <a:chOff x="9356965" y="2466176"/>
            <a:chExt cx="1353133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534A63DF-892A-41F3-9C25-46D67EC01189}"/>
                </a:ext>
              </a:extLst>
            </p:cNvPr>
            <p:cNvSpPr/>
            <p:nvPr/>
          </p:nvSpPr>
          <p:spPr>
            <a:xfrm rot="5400000">
              <a:off x="9356790" y="2466351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731B25C6-3E4A-4271-8961-6A65A68D3352}"/>
                </a:ext>
              </a:extLst>
            </p:cNvPr>
            <p:cNvSpPr/>
            <p:nvPr/>
          </p:nvSpPr>
          <p:spPr>
            <a:xfrm rot="5400000">
              <a:off x="9714891" y="2393911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6D9C12BC-98D5-45BE-8373-2BDA25EE143B}"/>
                </a:ext>
              </a:extLst>
            </p:cNvPr>
            <p:cNvSpPr/>
            <p:nvPr/>
          </p:nvSpPr>
          <p:spPr>
            <a:xfrm rot="5400000">
              <a:off x="10159816" y="2393740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28649238-5F1E-49F8-B150-C57072014729}"/>
                </a:ext>
              </a:extLst>
            </p:cNvPr>
            <p:cNvSpPr/>
            <p:nvPr/>
          </p:nvSpPr>
          <p:spPr>
            <a:xfrm>
              <a:off x="10493487" y="3172164"/>
              <a:ext cx="216611" cy="36166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5C63BF8A-0BB9-46B6-96D7-D40B1CEDE385}"/>
                </a:ext>
              </a:extLst>
            </p:cNvPr>
            <p:cNvSpPr/>
            <p:nvPr/>
          </p:nvSpPr>
          <p:spPr>
            <a:xfrm>
              <a:off x="10493316" y="2727239"/>
              <a:ext cx="216611" cy="36166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1792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156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58" name="Group 157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159" name="Rectangle: Rounded Corners 158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: Rounded Corners 160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88012" y="2189854"/>
            <a:ext cx="1535266" cy="21516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6256E0C-AA00-45CF-8F3C-0C494C1A96EB}"/>
              </a:ext>
            </a:extLst>
          </p:cNvPr>
          <p:cNvSpPr txBox="1"/>
          <p:nvPr/>
        </p:nvSpPr>
        <p:spPr>
          <a:xfrm>
            <a:off x="3258801" y="373996"/>
            <a:ext cx="5503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E0B4094-5B52-457F-B6A3-EEF8E6BDAF58}"/>
              </a:ext>
            </a:extLst>
          </p:cNvPr>
          <p:cNvGrpSpPr/>
          <p:nvPr/>
        </p:nvGrpSpPr>
        <p:grpSpPr>
          <a:xfrm>
            <a:off x="1189882" y="2277661"/>
            <a:ext cx="1292387" cy="1930154"/>
            <a:chOff x="1172407" y="197026"/>
            <a:chExt cx="1292387" cy="1930154"/>
          </a:xfrm>
        </p:grpSpPr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9292EB45-25F1-4FDC-AD6A-7A373DB2B852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D4F6B72E-384F-4D5D-A403-6422E4E3AD1C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FFE56771-60A6-4FD5-B25F-83892C3C02EA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A333329E-A43D-44AD-BF5E-C81AD128EEC8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B980E58D-B24A-4C98-8444-F15D28AC1405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BBBB7340-E041-4247-8700-AD1BFA878EFA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F2DE3650-D53E-41EB-84AA-05A1752485BA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60AEBD1A-53DA-4F37-AF45-51A66E25F286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87BCA943-32ED-47A8-9961-FB380DF6C616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D4C4BEBA-F954-4A07-A522-5B6DF45CCC7B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1060ECE4-60CE-4D32-831E-9A00E27A8F14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CFFBFAD2-8DF5-4593-A3A9-40E605EB4E58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8A2AB1E9-E1F4-4D2F-90F7-2086187BCDB6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F2C11C3C-C9CD-40C5-9C87-60F697AA88FE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0A797954-6E81-44A5-BB92-3B66A19CE2F6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39D5378A-CECB-41F7-A5CC-F5BB198D6309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416F7373-8300-44A4-B8DF-F853E6156334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1077F34E-3956-49CD-9C59-AECB789CE6B9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5DB0D400-5BA2-4B0D-A99C-2B4E1620E85D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6F1DEBD7-C59B-474B-9B79-88483B5CED58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B06BC51F-B661-4B02-8740-62996DEBDC6A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5D53D162-09C4-4B78-9DC5-C7C1BCCA771E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52F68AF0-2E68-4B6B-B1F6-05953744F389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25D67725-1A72-466F-B454-4358E4F784BC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A28D82C9-3196-4CBA-9B3A-390B0BED5631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156D33EF-293F-46D2-B009-FF348A175A7A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727BBE16-E970-406D-BDAC-60B29221E90B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94F021E7-5DAA-4C6B-A8D3-8720EECA99C1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36F1C664-6937-43D9-83CF-0ADA2A85F5B2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EE40DAFD-E565-46D1-A58A-972109293E13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C01FC761-3449-40EF-9DAD-31A2B2B59B8C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16D3FB0B-0683-49CE-AF9E-105D5ED3C79E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F30DB0F5-E202-4EF7-B577-7979C7E573B4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46CEA8B1-6C3C-4957-BCA6-814B3EB29DFE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B49898BE-EB40-45CE-8327-18518EC233C5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358DC6C9-D0DC-4E7C-866D-0307BD14146A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2965AD76-D1AB-4394-9DC4-8539C45A6810}"/>
              </a:ext>
            </a:extLst>
          </p:cNvPr>
          <p:cNvGrpSpPr/>
          <p:nvPr/>
        </p:nvGrpSpPr>
        <p:grpSpPr>
          <a:xfrm>
            <a:off x="7453995" y="3091227"/>
            <a:ext cx="521360" cy="1021076"/>
            <a:chOff x="7453995" y="3091227"/>
            <a:chExt cx="521360" cy="10210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26BE74E8-9609-44B2-8FC4-AFDB2821D06C}"/>
                </a:ext>
              </a:extLst>
            </p:cNvPr>
            <p:cNvGrpSpPr/>
            <p:nvPr/>
          </p:nvGrpSpPr>
          <p:grpSpPr>
            <a:xfrm>
              <a:off x="7453995" y="3091227"/>
              <a:ext cx="521228" cy="510538"/>
              <a:chOff x="2274846" y="1095709"/>
              <a:chExt cx="1352962" cy="1355911"/>
            </a:xfrm>
            <a:effectLst/>
          </p:grpSpPr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25FEF5F5-5F88-4CDE-85A8-A620A3BE849E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F78BE449-A5FC-41CA-BEFC-CF9D6BF9F7D4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B63018A5-3321-40D6-AF64-A8EB92117D5E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156DCA25-9D6B-4FF3-A704-DB64DE6CE1EA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52E8D13F-BABD-4750-BECF-AB6CC7A6DA2B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09E0AAD6-2F2E-45BD-A3F5-3415A28BFEAF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D49F6DB4-EEF9-42DD-AD1D-74C7EF8BA444}"/>
                </a:ext>
              </a:extLst>
            </p:cNvPr>
            <p:cNvGrpSpPr/>
            <p:nvPr/>
          </p:nvGrpSpPr>
          <p:grpSpPr>
            <a:xfrm>
              <a:off x="7454061" y="3601765"/>
              <a:ext cx="521294" cy="510538"/>
              <a:chOff x="9356965" y="2466176"/>
              <a:chExt cx="1353133" cy="1353312"/>
            </a:xfrm>
            <a:effectLst/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1728CD6C-21B8-437F-AE18-55D174199851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E2387E03-11F9-430C-B1F9-EB42B4C71B23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0D4C33F9-4874-4424-A978-B314A17FACAB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8838D004-2390-46C2-85C4-A884F3C9306D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29CE3B4A-181F-4BE9-9059-2BC3B1697BAD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83952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Box 194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96" name="Group 195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197" name="Rectangle: Rounded Corners 196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Rectangle: Rounded Corners 198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TextBox 200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02" name="TextBox 201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203" name="TextBox 202"/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1088012" y="2189854"/>
            <a:ext cx="1535266" cy="21516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16D9076-3FD6-4587-9D48-426D2ED51F38}"/>
              </a:ext>
            </a:extLst>
          </p:cNvPr>
          <p:cNvSpPr txBox="1"/>
          <p:nvPr/>
        </p:nvSpPr>
        <p:spPr>
          <a:xfrm>
            <a:off x="3258801" y="373996"/>
            <a:ext cx="5503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73F2B1A-5B89-4D1D-99A7-004989D21AC3}"/>
              </a:ext>
            </a:extLst>
          </p:cNvPr>
          <p:cNvGrpSpPr/>
          <p:nvPr/>
        </p:nvGrpSpPr>
        <p:grpSpPr>
          <a:xfrm>
            <a:off x="1189882" y="2277661"/>
            <a:ext cx="1292387" cy="1930154"/>
            <a:chOff x="1172407" y="197026"/>
            <a:chExt cx="1292387" cy="1930154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E836D353-4D6B-409D-9ABD-23FDD9F0D6BF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E8895DF2-7D73-4A3E-B2D2-8C4627389CA5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89900BBC-4180-4C50-95A9-128FA4938C9C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32E49AC9-E1B3-476A-9D7B-505072DA6CE5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112CFE9B-8972-490B-87BD-433D793DF52A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FB34929C-BDC1-4263-BDFC-891634B939B1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9F4CBA6E-5A37-4C69-8331-6DD74ADF74B3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0636EA87-33FB-44AB-8E15-DC2ABF78F257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3F1C1E77-DD28-4605-A7B1-2168971E6B70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086CF3F3-5AE1-4CA5-9C4F-9A5366388A28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A6030198-0B0B-49CD-9B5A-1034C237B016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B5F7F5F6-A6B7-4882-B117-16C0D2D24BDC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43AB4DEB-7B36-40C6-A00E-E10B8E28DCEE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0E728AA-223F-4109-8BDB-55EE441BDC5F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8C4644F0-C63B-4C40-9200-01DE4CD74F7B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BF4ED31C-F2D4-4412-A1D8-70E95F11E4A5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FB2F011C-7FD7-4158-BC96-21D7722B0B33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7B16A534-9046-4FD7-8211-600947C1A577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FB99C63C-1B3D-48BC-A042-08E136EDA923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0F1E6C19-18C4-4C41-816E-D70AAE7C73F8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84B5D42B-D072-49C9-81A9-A1F5611EF4AA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66A83AA1-E599-49A7-BC61-AEC0FFB91389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2C8FCD2C-F67D-410C-8EDD-6570DCC44A2A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0042440D-1021-4C29-91C7-59261E93E673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96A7A7A-72EE-488B-B5BC-5472B05E1C49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28A354D4-3CDD-4025-B48E-89B3D47A620B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5A727E1A-8AF0-45E8-A66E-385727CED696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BBBEE62E-BC34-4B25-8725-08D2BD5D05A5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82AD0316-58D9-4D56-9AE9-5CFCD4C743AD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C5484247-BF26-4D40-8514-E04C0E4B6C39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8DD9D077-754B-4200-AD2D-F6EB86399FFC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F0BA18C7-0CA6-4BB0-ACBD-8F61514A1820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B29CB01E-D3B6-4A3E-823A-BD2D661621F8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4A1741D0-3D09-45C3-A1C9-8B129F8A07D7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1E1B749E-8C62-4684-B7F8-5FA342BB7EE4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52F4E746-3AF9-48B1-BFF3-DF70AB5AA28F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ABA88CE-60DF-41A6-A064-FFFEFE7809E6}"/>
              </a:ext>
            </a:extLst>
          </p:cNvPr>
          <p:cNvGrpSpPr/>
          <p:nvPr/>
        </p:nvGrpSpPr>
        <p:grpSpPr>
          <a:xfrm>
            <a:off x="7453995" y="2577906"/>
            <a:ext cx="521360" cy="1534397"/>
            <a:chOff x="7453995" y="2577906"/>
            <a:chExt cx="521360" cy="153439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836A621E-031C-4CA3-B134-CE80A4B93497}"/>
                </a:ext>
              </a:extLst>
            </p:cNvPr>
            <p:cNvGrpSpPr/>
            <p:nvPr/>
          </p:nvGrpSpPr>
          <p:grpSpPr>
            <a:xfrm>
              <a:off x="7453995" y="3091227"/>
              <a:ext cx="521228" cy="510538"/>
              <a:chOff x="2274846" y="1095709"/>
              <a:chExt cx="1352962" cy="1355911"/>
            </a:xfrm>
            <a:effectLst/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2DD8BCB4-052C-4613-AAAC-E445C3AE1B55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87495E59-C6DA-4F1F-9A27-9644582C8EE6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87AC7D57-8C3A-45D5-AC19-16B2399B250A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0E93ABA7-D52D-43BE-9BEF-D056EA3CEF49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7C8233AF-D2A6-4550-8E68-E5627A9BADD7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D80EB0C5-D1CD-456D-A5E3-A234E9BED334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F923199-3346-42DD-AB6A-95C1E86C6E06}"/>
                </a:ext>
              </a:extLst>
            </p:cNvPr>
            <p:cNvGrpSpPr/>
            <p:nvPr/>
          </p:nvGrpSpPr>
          <p:grpSpPr>
            <a:xfrm>
              <a:off x="7454061" y="3601765"/>
              <a:ext cx="521294" cy="510538"/>
              <a:chOff x="9356965" y="2466176"/>
              <a:chExt cx="1353133" cy="1353312"/>
            </a:xfrm>
            <a:effectLst/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FE4293EB-95AE-4050-8421-B24FC64D5C05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DC38C863-8BA6-4238-A06B-7879D3D50D2E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8952957A-56A0-44C2-A972-A27E8967447F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2E93DCBB-F2E0-4E81-B9C5-F826D2444A6B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3C8A3A94-6B80-44E4-A6E4-D10A7E83CFD6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C7D6C802-BFD3-42CE-B1F2-32D91FA67D33}"/>
                </a:ext>
              </a:extLst>
            </p:cNvPr>
            <p:cNvGrpSpPr/>
            <p:nvPr/>
          </p:nvGrpSpPr>
          <p:grpSpPr>
            <a:xfrm>
              <a:off x="7454809" y="2577906"/>
              <a:ext cx="519060" cy="512397"/>
              <a:chOff x="7605132" y="3950429"/>
              <a:chExt cx="1352962" cy="1353312"/>
            </a:xfrm>
            <a:effectLst/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B6324B71-BE2D-44BC-9477-6CB117E8FEEF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A1559A7E-7BF5-43D4-AA69-52A428DD04AA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B62A6E30-069E-4509-AA7D-0A2E68920468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8CF14782-6221-4F3D-85C7-83AF1D7276E8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2206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156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58" name="Group 157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159" name="Rectangle: Rounded Corners 158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: Rounded Corners 160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165" name="TextBox 164"/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088012" y="2189854"/>
            <a:ext cx="1535266" cy="21516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E637579-DEB5-44D6-A336-02CB9F775259}"/>
              </a:ext>
            </a:extLst>
          </p:cNvPr>
          <p:cNvSpPr txBox="1"/>
          <p:nvPr/>
        </p:nvSpPr>
        <p:spPr>
          <a:xfrm>
            <a:off x="3258801" y="373996"/>
            <a:ext cx="5503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1F4C31B8-20CE-46FF-A05D-6150EC392D06}"/>
              </a:ext>
            </a:extLst>
          </p:cNvPr>
          <p:cNvGrpSpPr/>
          <p:nvPr/>
        </p:nvGrpSpPr>
        <p:grpSpPr>
          <a:xfrm>
            <a:off x="1189882" y="2277661"/>
            <a:ext cx="1292387" cy="1930154"/>
            <a:chOff x="1172407" y="197026"/>
            <a:chExt cx="1292387" cy="1930154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3FEA459F-74D3-49AA-8385-0B959EB9CB97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09E7350F-9A89-4DCB-A741-1586C7F49D13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65B722FC-59CB-4A48-928F-A2FD37D45AC0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DAA40426-CDEC-452B-AC57-59ED4D60F6E3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8744792F-484D-4B0D-8627-AFCDF9E42671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AAB2EBA1-E9F8-47E4-B5A3-66FC7D29B586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7FB3E966-A89E-4D5A-92FB-2D73957B32FC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09509A80-6AB1-48DD-B9CD-2DD84907CFB5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52C88427-FDC9-46D5-B89C-8A80DED74B3A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29058CEF-D8A7-4F67-9A10-063F6588A2F1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A2C9D522-580B-4DDA-855F-3DE07D4BAD06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2DAE4C69-D9BC-4085-A9CA-C7441050B472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BF046F09-A6BD-4AC4-95B2-A3D0A32F08ED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ABB281DB-A412-4F07-80B0-7EDC0D0945E3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5197FA14-69A5-400C-873C-0195AC5334A5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60988A02-2073-491D-98CB-65B48322EDC7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F394D90E-4995-4C34-AC4B-C410773AB365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4D871E6E-DD36-4200-B1E7-65111A4AE9C0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1BC9D2D4-95CC-4C74-9798-EBA3B41488FC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43346127-8A34-42D7-9B45-7E7387F01BAF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31480506-87C4-4862-819C-21AFC397B62B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546507AB-0832-4129-930B-3A25AEFB817B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3005B317-B1E9-433D-8E0F-C2082E198F58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D72C7701-B5BD-4919-8168-9116C64F5675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E4ABBFEA-1387-4CC7-9E9A-475B0B383309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4B649679-3E81-49A1-90F0-09255A1540A7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7C65B64F-C2EF-4DBB-88E9-848447E18C70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29FB3168-140B-42A6-9F03-3BCEDD8AB450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580B017B-301B-454B-804B-E7FCC2919976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AA309F45-9856-4035-89D7-DF7563E6932D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3DCB326B-37EF-404C-9AAE-63BE49E10047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29FA756A-A9A5-4D96-8F36-D300B666EB86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3EF67F39-F2E4-4D40-9904-A6A08929E726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D11E5535-DE0C-46A8-9726-1CF78B6829F9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6BF731EB-D5C8-4E4A-8E0A-1F6C28901B24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53067775-19F1-405F-8790-658696D58F2A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5C6A5850-6CC2-40FE-B91A-9802AD5092BA}"/>
              </a:ext>
            </a:extLst>
          </p:cNvPr>
          <p:cNvGrpSpPr/>
          <p:nvPr/>
        </p:nvGrpSpPr>
        <p:grpSpPr>
          <a:xfrm>
            <a:off x="7453995" y="2577906"/>
            <a:ext cx="521360" cy="1534397"/>
            <a:chOff x="7453995" y="2577906"/>
            <a:chExt cx="521360" cy="153439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303560AA-B711-4A18-AABB-DAC5BEEC2206}"/>
                </a:ext>
              </a:extLst>
            </p:cNvPr>
            <p:cNvGrpSpPr/>
            <p:nvPr/>
          </p:nvGrpSpPr>
          <p:grpSpPr>
            <a:xfrm>
              <a:off x="7453995" y="3091227"/>
              <a:ext cx="521228" cy="510538"/>
              <a:chOff x="2274846" y="1095709"/>
              <a:chExt cx="1352962" cy="1355911"/>
            </a:xfrm>
            <a:effectLst/>
          </p:grpSpPr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C891CDDF-1253-4F10-BF49-2ABDDFCBB843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F6A14D7-4D43-4256-848C-82AC3F520C37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C06110EE-566B-4DEC-9F47-1B8E2D04482E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8945D047-8C6B-449A-A9D7-70EE931E025B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EE219ED2-96EF-4311-ACCD-B8967DF57009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B4D2BAC1-D61F-4042-A1F5-33D2523DCB55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4D47FE1A-8E0E-4D04-ABAF-DA45E95A7F30}"/>
                </a:ext>
              </a:extLst>
            </p:cNvPr>
            <p:cNvGrpSpPr/>
            <p:nvPr/>
          </p:nvGrpSpPr>
          <p:grpSpPr>
            <a:xfrm>
              <a:off x="7454061" y="3601765"/>
              <a:ext cx="521294" cy="510538"/>
              <a:chOff x="9356965" y="2466176"/>
              <a:chExt cx="1353133" cy="1353312"/>
            </a:xfrm>
            <a:effectLst/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AB96450F-C5EC-4699-817F-329E3DE8052B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330BABC8-8A0C-4029-8905-80BCA05AF13E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9ADF38AE-83D1-4995-B370-7576FC7274C7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CCAF2CD7-1691-4E7C-9ADD-B6CDC236A993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14F528FD-9F56-46F0-9FF2-9671728BCBD3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271DE0EB-5FDF-4A9F-9EEF-CC7E1883858B}"/>
                </a:ext>
              </a:extLst>
            </p:cNvPr>
            <p:cNvGrpSpPr/>
            <p:nvPr/>
          </p:nvGrpSpPr>
          <p:grpSpPr>
            <a:xfrm>
              <a:off x="7454809" y="2577906"/>
              <a:ext cx="519060" cy="512397"/>
              <a:chOff x="7605132" y="3950429"/>
              <a:chExt cx="1352962" cy="1353312"/>
            </a:xfrm>
            <a:effectLst/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7036188E-9A32-4351-95B6-1F22C94BFB19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CBA94EF0-7CE4-4714-944D-38655E025BFE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21B611C4-F885-4386-9AB1-A018CB9B55E1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5F4F8322-7467-4B7B-BD72-1C72D238496C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0F75567-A72D-4B04-B53D-AC6E296C9A89}"/>
              </a:ext>
            </a:extLst>
          </p:cNvPr>
          <p:cNvGrpSpPr/>
          <p:nvPr/>
        </p:nvGrpSpPr>
        <p:grpSpPr>
          <a:xfrm>
            <a:off x="9314716" y="2615837"/>
            <a:ext cx="524311" cy="510954"/>
            <a:chOff x="902841" y="1533868"/>
            <a:chExt cx="1353132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D29F73CE-5023-4468-B861-1228D83CD0C4}"/>
                </a:ext>
              </a:extLst>
            </p:cNvPr>
            <p:cNvSpPr/>
            <p:nvPr/>
          </p:nvSpPr>
          <p:spPr>
            <a:xfrm rot="5400000">
              <a:off x="902837" y="1534043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4591C556-66CD-490E-8DC1-6B6E69ECD8FF}"/>
                </a:ext>
              </a:extLst>
            </p:cNvPr>
            <p:cNvSpPr/>
            <p:nvPr/>
          </p:nvSpPr>
          <p:spPr>
            <a:xfrm>
              <a:off x="903012" y="2239856"/>
              <a:ext cx="216611" cy="36166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7FF32159-9A5B-4291-A99F-0ECD93E941FF}"/>
                </a:ext>
              </a:extLst>
            </p:cNvPr>
            <p:cNvSpPr/>
            <p:nvPr/>
          </p:nvSpPr>
          <p:spPr>
            <a:xfrm>
              <a:off x="902841" y="1794931"/>
              <a:ext cx="216611" cy="361663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0DEB28BD-1BEE-4DB7-ACEA-E71C5EA224C1}"/>
                </a:ext>
              </a:extLst>
            </p:cNvPr>
            <p:cNvSpPr/>
            <p:nvPr/>
          </p:nvSpPr>
          <p:spPr>
            <a:xfrm rot="16200000">
              <a:off x="1471186" y="1463146"/>
              <a:ext cx="216611" cy="36166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1A0D52AB-F2DE-4586-BAA9-08877F199B9E}"/>
                </a:ext>
              </a:extLst>
            </p:cNvPr>
            <p:cNvSpPr/>
            <p:nvPr/>
          </p:nvSpPr>
          <p:spPr>
            <a:xfrm>
              <a:off x="2037062" y="2239856"/>
              <a:ext cx="216611" cy="361663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01CDF484-E077-494C-B140-C8D41D5E232A}"/>
                </a:ext>
              </a:extLst>
            </p:cNvPr>
            <p:cNvSpPr/>
            <p:nvPr/>
          </p:nvSpPr>
          <p:spPr>
            <a:xfrm>
              <a:off x="2036891" y="1794931"/>
              <a:ext cx="216611" cy="361663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558CE546-B834-43C9-95F8-734194215392}"/>
              </a:ext>
            </a:extLst>
          </p:cNvPr>
          <p:cNvGrpSpPr/>
          <p:nvPr/>
        </p:nvGrpSpPr>
        <p:grpSpPr>
          <a:xfrm>
            <a:off x="10211198" y="3255372"/>
            <a:ext cx="526013" cy="511218"/>
            <a:chOff x="7607604" y="4156548"/>
            <a:chExt cx="1352961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F487DB98-EDC6-40DE-89A3-D961A481071B}"/>
                </a:ext>
              </a:extLst>
            </p:cNvPr>
            <p:cNvSpPr/>
            <p:nvPr/>
          </p:nvSpPr>
          <p:spPr>
            <a:xfrm rot="5400000">
              <a:off x="7607429" y="4156723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FDCBBCF-A6D5-48CD-AB12-4483B6ED2D57}"/>
                </a:ext>
              </a:extLst>
            </p:cNvPr>
            <p:cNvSpPr/>
            <p:nvPr/>
          </p:nvSpPr>
          <p:spPr>
            <a:xfrm rot="16200000">
              <a:off x="8175778" y="4085826"/>
              <a:ext cx="216611" cy="36166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16E77964-8A97-4417-B00D-5A6F603CB7D9}"/>
                </a:ext>
              </a:extLst>
            </p:cNvPr>
            <p:cNvSpPr/>
            <p:nvPr/>
          </p:nvSpPr>
          <p:spPr>
            <a:xfrm>
              <a:off x="7607777" y="4862536"/>
              <a:ext cx="216611" cy="361663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3E7F7676-96AE-4685-A65C-7851CCFA0040}"/>
                </a:ext>
              </a:extLst>
            </p:cNvPr>
            <p:cNvSpPr/>
            <p:nvPr/>
          </p:nvSpPr>
          <p:spPr>
            <a:xfrm>
              <a:off x="7607606" y="4417611"/>
              <a:ext cx="216611" cy="361663"/>
            </a:xfrm>
            <a:prstGeom prst="rect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0960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156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58" name="Group 157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159" name="Rectangle: Rounded Corners 158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: Rounded Corners 160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165" name="TextBox 164"/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088012" y="2189854"/>
            <a:ext cx="1535266" cy="21516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437742E-EDC0-4690-BFFA-D028E50AB93D}"/>
              </a:ext>
            </a:extLst>
          </p:cNvPr>
          <p:cNvSpPr txBox="1"/>
          <p:nvPr/>
        </p:nvSpPr>
        <p:spPr>
          <a:xfrm>
            <a:off x="3258801" y="373996"/>
            <a:ext cx="5503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E7427A8C-5F0D-4DA0-9B8C-A0A073E41377}"/>
              </a:ext>
            </a:extLst>
          </p:cNvPr>
          <p:cNvGrpSpPr/>
          <p:nvPr/>
        </p:nvGrpSpPr>
        <p:grpSpPr>
          <a:xfrm>
            <a:off x="1189882" y="2277661"/>
            <a:ext cx="1292387" cy="1930154"/>
            <a:chOff x="1172407" y="197026"/>
            <a:chExt cx="1292387" cy="1930154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20254C15-3E45-42C4-9AE6-D5E77F4F7E31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D77E7A19-4C47-49A4-A79E-B234E78E5692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2907CA52-C348-4C77-AD17-ABCB061963F1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BEF37106-4F97-4363-83E2-A10C1872A5F7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960BD059-3DB2-4457-8CAB-AB7513A63A82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92CD4156-4601-4F83-9EFC-3C0EF8D46AA7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5755D732-A10D-4D43-A4FF-75D68E0FFB7A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10F158CE-CEE2-43A0-A43F-C2C91E9EC54D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88FBEA3C-5E25-4069-B058-C73DE2653E76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6AE5F57C-B3E2-4366-85ED-D97858697620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D6946F7E-F8F6-4A09-8789-14978FF3678F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5E48D0E0-3E8A-4E80-8F11-EB1542915630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C90B294C-22E4-48D3-BF40-4AEAF7EBB17E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8999290D-740A-4366-8627-CA3D1A6677AA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E140CB21-908A-44FA-BADE-7C8862A9B5BB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58A116AF-0594-4FF3-A46B-A579DE3EBA1C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2383AF38-8859-40A6-8746-20BCC38904C3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8345DE8F-DC5A-4DA0-A770-C54888983AAF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373C2C04-999C-45A2-B44A-A5AE64D2A9F6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E7CFD4CC-E3D7-4CCC-B9E3-A292E52BEC68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2D37FB5-043F-4E30-A623-2DB7E0B5E299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CABA0BD1-B40F-4916-B153-788906EE2BF9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84E11C12-DDDF-4499-96FD-A159BE0B3EC4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5CD6D7F7-ACBF-42FC-8D97-2F26C7A8F671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082FED72-171C-4AA6-9E1D-C1268548C3EE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30ABF05C-5B62-4A56-98E5-88092F882CD8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2F2D7C75-20D3-4402-9DC1-E50369998342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FEB4CD88-0FC0-47A9-90BF-07DF1C385A11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29BD644D-0978-45AA-BC08-39D5A4228D3F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B56162C5-570C-4FEE-AC79-485CC574CAF9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262DBD24-8468-46D8-AA18-7F14D6C083AD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F06D5DEE-7A87-4032-AA7D-F577625BF003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561D920F-0401-4E9F-98AE-36ED37386E78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0BC3CE61-5861-42EF-A25C-1D515070340E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ECBAFB5E-DA47-4671-967B-2E35C0900FA7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69718200-B3F9-488F-9B45-0D0E24936DD0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0E2E8A6-9454-4E73-BA58-455A2F62DCEF}"/>
              </a:ext>
            </a:extLst>
          </p:cNvPr>
          <p:cNvGrpSpPr/>
          <p:nvPr/>
        </p:nvGrpSpPr>
        <p:grpSpPr>
          <a:xfrm>
            <a:off x="9215656" y="3255258"/>
            <a:ext cx="1049115" cy="511218"/>
            <a:chOff x="7973869" y="3601310"/>
            <a:chExt cx="1049115" cy="51121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13E80D4D-CE1C-47A6-B035-3E2BEF126E83}"/>
                </a:ext>
              </a:extLst>
            </p:cNvPr>
            <p:cNvGrpSpPr/>
            <p:nvPr/>
          </p:nvGrpSpPr>
          <p:grpSpPr>
            <a:xfrm>
              <a:off x="7973869" y="3601557"/>
              <a:ext cx="524311" cy="510954"/>
              <a:chOff x="902841" y="1533868"/>
              <a:chExt cx="1353132" cy="1353312"/>
            </a:xfrm>
            <a:effectLst/>
          </p:grpSpPr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A41ADB5D-20C7-4391-B22B-C28112430E9A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F9F10113-7A2C-4C2A-BF20-9171EA8CB678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70466C21-5D0D-4165-9BAA-41ADE94291A7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E0AC7503-CE5C-46D3-B731-FD2630B729C8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C76C25C3-DE71-469E-AC66-224678447CBC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F10387C7-2E2F-425F-BBA4-8D2AE6B6D4E3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70CBC567-543E-4196-B5C4-90522B32609A}"/>
                </a:ext>
              </a:extLst>
            </p:cNvPr>
            <p:cNvGrpSpPr/>
            <p:nvPr/>
          </p:nvGrpSpPr>
          <p:grpSpPr>
            <a:xfrm>
              <a:off x="8496971" y="3601310"/>
              <a:ext cx="526013" cy="511218"/>
              <a:chOff x="7607604" y="4156548"/>
              <a:chExt cx="1352961" cy="1353312"/>
            </a:xfrm>
            <a:effectLst/>
          </p:grpSpPr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76EA4A2F-E5CD-47CD-9E0F-1D079133DBB3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2A98C27F-B2BD-4280-A69C-DC5DF9838A5B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523ADD0A-58D4-4EC7-8098-53BE4B4885BF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079B5D48-49E3-4A3B-AA89-95DE54A48F43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C7F6D7D-4214-4C0D-81E0-3DBAB174812E}"/>
              </a:ext>
            </a:extLst>
          </p:cNvPr>
          <p:cNvGrpSpPr/>
          <p:nvPr/>
        </p:nvGrpSpPr>
        <p:grpSpPr>
          <a:xfrm>
            <a:off x="7453995" y="2577906"/>
            <a:ext cx="521360" cy="1534397"/>
            <a:chOff x="7453995" y="2577906"/>
            <a:chExt cx="521360" cy="153439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F676A6E2-A463-4370-A01B-00EA90599DE4}"/>
                </a:ext>
              </a:extLst>
            </p:cNvPr>
            <p:cNvGrpSpPr/>
            <p:nvPr/>
          </p:nvGrpSpPr>
          <p:grpSpPr>
            <a:xfrm>
              <a:off x="7453995" y="3091227"/>
              <a:ext cx="521228" cy="510538"/>
              <a:chOff x="2274846" y="1095709"/>
              <a:chExt cx="1352962" cy="1355911"/>
            </a:xfrm>
            <a:effectLst/>
          </p:grpSpPr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46ACF0A5-A973-492E-A5E7-E74E90DE706C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5DC37EF6-8013-4215-9581-D2E60560F89E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FDC41873-09AE-4DC2-9628-0F3CABF918D3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9DAC87EA-DD55-4FB4-BFF3-0F737DA04C30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CD938DF0-7512-4F13-947B-FA07CD5697BF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B5281FC7-8C20-4293-9FD6-7CA266B29DC4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C51AE410-B5DE-4635-A8E4-7156FB5D171F}"/>
                </a:ext>
              </a:extLst>
            </p:cNvPr>
            <p:cNvGrpSpPr/>
            <p:nvPr/>
          </p:nvGrpSpPr>
          <p:grpSpPr>
            <a:xfrm>
              <a:off x="7454061" y="3601765"/>
              <a:ext cx="521294" cy="510538"/>
              <a:chOff x="9356965" y="2466176"/>
              <a:chExt cx="1353133" cy="1353312"/>
            </a:xfrm>
            <a:effectLst/>
          </p:grpSpPr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CA8444F0-8246-4679-AE41-A48EC23A3913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44E01424-8C5C-441F-B796-4873B9E80859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0E9C75BE-E880-4AC0-A791-0012E2D2F826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947D0B6C-4CD7-4A56-9346-A5A3A1FA889E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EA9F3829-1E65-42B1-A001-6B5FAA170B8A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354C0935-A29C-4B1A-B639-E301C113CEED}"/>
                </a:ext>
              </a:extLst>
            </p:cNvPr>
            <p:cNvGrpSpPr/>
            <p:nvPr/>
          </p:nvGrpSpPr>
          <p:grpSpPr>
            <a:xfrm>
              <a:off x="7454809" y="2577906"/>
              <a:ext cx="519060" cy="512397"/>
              <a:chOff x="7605132" y="3950429"/>
              <a:chExt cx="1352962" cy="1353312"/>
            </a:xfrm>
            <a:effectLst/>
          </p:grpSpPr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548E459C-CCE9-427D-B7D8-1C0773F33830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B7AE2E1A-C93B-4869-A850-3408070F4208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7C9AB9CF-88BA-4A14-BF62-F571048E6BE5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98163AA2-454C-40AE-8D2F-0E6B7D7E071C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81241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Box 303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305" name="Group 304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306" name="Rectangle: Rounded Corners 305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Oval 306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8" name="Rectangle: Rounded Corners 307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9" name="Rectangle 308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0" name="TextBox 309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311" name="TextBox 310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312" name="TextBox 311"/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1088012" y="2189854"/>
            <a:ext cx="1535266" cy="21516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E8EE048-4764-4028-A201-F71F8C513219}"/>
              </a:ext>
            </a:extLst>
          </p:cNvPr>
          <p:cNvSpPr txBox="1"/>
          <p:nvPr/>
        </p:nvSpPr>
        <p:spPr>
          <a:xfrm>
            <a:off x="3258801" y="373996"/>
            <a:ext cx="5503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9615289A-B7DA-4030-8C76-A006FC8C8FA2}"/>
              </a:ext>
            </a:extLst>
          </p:cNvPr>
          <p:cNvGrpSpPr/>
          <p:nvPr/>
        </p:nvGrpSpPr>
        <p:grpSpPr>
          <a:xfrm>
            <a:off x="1189882" y="2277661"/>
            <a:ext cx="1292387" cy="1930154"/>
            <a:chOff x="1172407" y="197026"/>
            <a:chExt cx="1292387" cy="1930154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F73EF047-5EB9-46E1-BB28-207EC3CA1AB4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A8DF8F87-A502-4621-9AB7-C5FE82F53AB4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484901BE-20D1-4ED4-8F5B-9F5BAF1E722B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7D5B48B6-5C1F-4C54-B5DE-30BA75BE2CDC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E6DFF10D-BFE2-43C5-A384-BB25FBA390CA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EB634546-3F41-488C-A5EC-F7C450C7F485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8518D94F-CEEC-4DCF-A3E3-9989EE01EDBB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E092C26F-E278-40EE-9190-EBBA3A286440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E189D876-4BBD-42B3-B1CF-AC49E573C636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EE2CAE4E-B537-4EEB-9703-C8A8738CE7D1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2B43C66A-128E-4079-AFF1-68E995BEBD96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39B2D2F1-B3B5-4A39-B6CF-9940B4AD18BA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DF3D074E-205A-47A0-BD80-544344640FA4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997DED56-C0AD-4975-87C6-2F29B344BBD5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CA8C4A77-1609-4AE5-A12A-FC5A97B237A8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AD0FB48C-AAC1-4C27-8E4A-693F195A8465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8B39D475-0F4D-4DBC-8709-33BF3182EB6D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AC798953-C24E-4526-B6D1-C63B5965B148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408EEE1A-FE29-4A01-BBC0-F96B1EC82B71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B27D6BB3-A56C-4DD9-B64C-A4C2D89D5272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E83C4526-BCA2-4280-A483-1F388451847B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CD9014FE-408B-4B60-A052-13C24276EF62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92076EFB-C285-48FC-945A-7FE722D8BFB5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4F032182-912B-4360-AC1D-5A54781FA2CA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720AFB43-D2C2-49B9-AFEA-83C2D4A3EA26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B9456030-6070-40C1-8954-64351636225F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E79F5F4C-725F-4F30-884B-BDE0D5B58B4E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86D652BC-7119-45C5-9CEF-C3419439EE81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6CE9B355-9FF4-4340-839F-44CE1BA966C5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1CE5C987-C93B-4CA3-9B86-AE72BB7C2EAD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7B568B84-E9FC-46B6-8D50-38DEAE507238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CC778BAF-592A-42B3-A784-AAD5A354DFB8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600711BE-F18F-4090-8F9E-1058970AA5B7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162BF8B0-1171-4420-9199-17E6AB316E54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1C865590-D8D9-4E04-BC2B-CFBD9FE4DC2A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724B037A-1236-4FD0-938D-68D727FA0425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D69485D-806B-4D17-86EC-D8CEE791D06C}"/>
              </a:ext>
            </a:extLst>
          </p:cNvPr>
          <p:cNvGrpSpPr/>
          <p:nvPr/>
        </p:nvGrpSpPr>
        <p:grpSpPr>
          <a:xfrm>
            <a:off x="7453995" y="2577906"/>
            <a:ext cx="1568989" cy="1534622"/>
            <a:chOff x="7453995" y="2577906"/>
            <a:chExt cx="1568989" cy="15346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971EC94D-ECBE-487F-9E43-689F9AF7198D}"/>
                </a:ext>
              </a:extLst>
            </p:cNvPr>
            <p:cNvGrpSpPr/>
            <p:nvPr/>
          </p:nvGrpSpPr>
          <p:grpSpPr>
            <a:xfrm>
              <a:off x="7453995" y="3091227"/>
              <a:ext cx="521228" cy="510538"/>
              <a:chOff x="2274846" y="1095709"/>
              <a:chExt cx="1352962" cy="1355911"/>
            </a:xfrm>
            <a:effectLst/>
          </p:grpSpPr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A74ADDAC-F0CA-40DC-B648-E5E6C6D77BC7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A57FCEF5-2B3B-4234-B821-71DAEF9FBDF8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B8B72BBC-75AF-491A-8453-0D8BC0EA124B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EC06AB1A-11E3-4494-835A-E4A86E937D5C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A0216DE6-0F18-46B6-82DB-79378365F0D0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F6BB31A0-8D51-4638-914B-28E9DDAE5ACC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792D8754-70DC-49A3-ADBC-0C1869C10EB6}"/>
                </a:ext>
              </a:extLst>
            </p:cNvPr>
            <p:cNvGrpSpPr/>
            <p:nvPr/>
          </p:nvGrpSpPr>
          <p:grpSpPr>
            <a:xfrm>
              <a:off x="7454061" y="3601765"/>
              <a:ext cx="521294" cy="510538"/>
              <a:chOff x="9356965" y="2466176"/>
              <a:chExt cx="1353133" cy="1353312"/>
            </a:xfrm>
            <a:effectLst/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96E42C0C-579F-419E-A556-7B0291FED2CC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8438BC0E-4137-44EA-9DA5-A38B6DB75FAA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20090D9C-167B-45FC-91D0-5E887E749C48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58D96771-2F09-430D-B91A-9B611E0A49B9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E2C1C60E-7796-4AB4-9BBA-4DBA66232219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FA9D6C9C-5BA2-4E1E-9E2D-F610FD8E4BD6}"/>
                </a:ext>
              </a:extLst>
            </p:cNvPr>
            <p:cNvGrpSpPr/>
            <p:nvPr/>
          </p:nvGrpSpPr>
          <p:grpSpPr>
            <a:xfrm>
              <a:off x="7973869" y="3601557"/>
              <a:ext cx="524311" cy="510954"/>
              <a:chOff x="902841" y="1533868"/>
              <a:chExt cx="1353132" cy="1353312"/>
            </a:xfrm>
            <a:effectLst/>
          </p:grpSpPr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9016D720-3385-4CFF-BE9E-6E603E835382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72B9DDF6-B31C-4496-8CFD-127375A20E7A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F3AF1E27-B336-4857-904C-55684AD6012F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E0980A87-AD31-4F46-BD39-A38E7FCDEC06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4D7FBA1D-6A24-48F8-99BA-C301363A21DB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18D1A947-6ECA-4A46-A2C2-079118B161C6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3FF15418-8FBA-47AE-8CE8-AECF11B31B82}"/>
                </a:ext>
              </a:extLst>
            </p:cNvPr>
            <p:cNvGrpSpPr/>
            <p:nvPr/>
          </p:nvGrpSpPr>
          <p:grpSpPr>
            <a:xfrm>
              <a:off x="8496971" y="3601310"/>
              <a:ext cx="526013" cy="511218"/>
              <a:chOff x="7607604" y="4156548"/>
              <a:chExt cx="1352961" cy="1353312"/>
            </a:xfrm>
            <a:effectLst/>
          </p:grpSpPr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96F63B63-3645-4427-9570-0943FB9C31D5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AEF0A99E-9C69-40D0-8640-3B91C20D4C1C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16A3F894-17F5-4FCA-9B6C-533B8A2A8B9D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D8246A97-E4DD-48A6-86BF-217DA14BB395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5611520A-A277-4D48-9CE3-C0B80AE77847}"/>
                </a:ext>
              </a:extLst>
            </p:cNvPr>
            <p:cNvGrpSpPr/>
            <p:nvPr/>
          </p:nvGrpSpPr>
          <p:grpSpPr>
            <a:xfrm>
              <a:off x="7454809" y="2577906"/>
              <a:ext cx="519060" cy="512397"/>
              <a:chOff x="7605132" y="3950429"/>
              <a:chExt cx="1352962" cy="1353312"/>
            </a:xfrm>
            <a:effectLst/>
          </p:grpSpPr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87F48723-7DB4-452A-9FC3-E33CF4052970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8F85CA19-FB50-4FAD-A2DF-95D6AC51A998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3456E956-2FBD-451F-8409-A194B199A1B1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C06866B0-F098-4B59-BE97-FFEDF8448B92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1518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156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58" name="Group 157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159" name="Rectangle: Rounded Corners 158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: Rounded Corners 160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165" name="TextBox 164"/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088012" y="2189854"/>
            <a:ext cx="1535266" cy="21516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39CB7D5-4B77-4D68-A193-76CAAC9CD2C4}"/>
              </a:ext>
            </a:extLst>
          </p:cNvPr>
          <p:cNvSpPr txBox="1"/>
          <p:nvPr/>
        </p:nvSpPr>
        <p:spPr>
          <a:xfrm>
            <a:off x="3258801" y="373996"/>
            <a:ext cx="5503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E43F44B8-4446-4DA3-8888-273A199C9428}"/>
              </a:ext>
            </a:extLst>
          </p:cNvPr>
          <p:cNvGrpSpPr/>
          <p:nvPr/>
        </p:nvGrpSpPr>
        <p:grpSpPr>
          <a:xfrm>
            <a:off x="1189882" y="2277661"/>
            <a:ext cx="1292387" cy="1930154"/>
            <a:chOff x="1172407" y="197026"/>
            <a:chExt cx="1292387" cy="1930154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779C0174-D2AC-451B-8732-BC2223064500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0479D314-E7B8-4021-8E35-B2607470D088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58CC6FC0-41C5-49E3-99B8-7AFE1F84D4AC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8BDADDDA-7DB4-4717-9BD7-534E074DC901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D6882281-7E43-4396-A5B1-A1DD53B2C4D8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83118169-EA4D-4F4C-BE56-D1B8B88F21A0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67F8668A-2C22-4778-A860-B1822979136B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168A95D3-8826-4203-BA17-1FFEF3DB7D8B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AE00E8BE-D6A3-4F2A-B47D-0826D5138C9B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C6694025-E91D-47CE-A0FD-C3739883B5F2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8893892A-7C77-4712-9795-92CDFE77DFC6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143BD8F2-92E6-4767-8592-0ED804981B30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BF4CE3DB-B340-400C-9B2B-5D67C689DF89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89A7B9C5-E848-458F-A2C3-E50F53ACB0CD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6A39B92D-81F5-4FAD-82C7-28E7BE960066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33745631-153A-41B7-882E-79F65F28CB17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4C3D3236-1B8E-4340-91D2-3F63A5FDC53C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0CCA829E-B5D8-48DD-891F-7F263E904D2A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F3555968-28CD-4453-AB5B-9B5341DEA51A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683A2A21-A4A9-40FB-8F51-8DA239F7F37F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4248910D-4340-4425-B901-06898746605B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64C49575-E00A-4B6C-AF42-40E7C03BDE2B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54784211-B13C-40BB-9AF6-2BD9ACE8CD8E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1E36B0AE-4D11-4206-90DD-73E47C5EAD21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8CEE537F-4850-4E68-8E87-2E0BF11AA179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AADE80C3-27C5-4A3F-A06A-DEF3DC9B1D8B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40055BA2-B616-4D91-A040-AD1F14217302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3AE79A81-B522-4B67-8D9C-800A472FEFFD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15B67D13-8B2B-440B-8856-2AA7329E2460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937AD9EF-21F1-4234-B7CF-DBD1E525071F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86A7D424-06C9-40E9-B539-916FDC2B0389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458D0BAB-C57D-4D59-A65C-CE160929A6E4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9F1B17F1-52B5-40F8-8E52-71C5A1F6E2CF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BB888593-14D1-431D-B284-1409F9668895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46EEE127-889F-44A8-92FC-2FFFCE833301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ED3A5A83-9AB4-4ECC-BDF2-B60901644A21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1E08545-35E8-4BB9-AD89-C33FC2D08C7D}"/>
              </a:ext>
            </a:extLst>
          </p:cNvPr>
          <p:cNvGrpSpPr/>
          <p:nvPr/>
        </p:nvGrpSpPr>
        <p:grpSpPr>
          <a:xfrm>
            <a:off x="7453995" y="2577906"/>
            <a:ext cx="1568989" cy="1534622"/>
            <a:chOff x="7453995" y="2577906"/>
            <a:chExt cx="1568989" cy="15346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478A7F42-47A2-414F-9831-7DC2B129A41D}"/>
                </a:ext>
              </a:extLst>
            </p:cNvPr>
            <p:cNvGrpSpPr/>
            <p:nvPr/>
          </p:nvGrpSpPr>
          <p:grpSpPr>
            <a:xfrm>
              <a:off x="7453995" y="3091227"/>
              <a:ext cx="521228" cy="510538"/>
              <a:chOff x="2274846" y="1095709"/>
              <a:chExt cx="1352962" cy="1355911"/>
            </a:xfrm>
            <a:effectLst/>
          </p:grpSpPr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043A1A5E-F236-49B2-B584-53FC9010C385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2061F2C3-345F-4E04-B835-C9CC26FFEFD5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2382C1B1-48EA-46EB-AE1C-D03893F41F61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A0D29882-F589-434F-AE43-DF7D854A1527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62DB7DE3-12F5-44D4-AD51-CEA492D5FD9E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E2B04BD6-560C-4BE4-ABB4-65D828DFBB97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6BC85E31-F48A-4FB0-B933-0C06AFDDD9DD}"/>
                </a:ext>
              </a:extLst>
            </p:cNvPr>
            <p:cNvGrpSpPr/>
            <p:nvPr/>
          </p:nvGrpSpPr>
          <p:grpSpPr>
            <a:xfrm>
              <a:off x="7454061" y="3601765"/>
              <a:ext cx="521294" cy="510538"/>
              <a:chOff x="9356965" y="2466176"/>
              <a:chExt cx="1353133" cy="1353312"/>
            </a:xfrm>
            <a:effectLst/>
          </p:grpSpPr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E9D8DE5D-3D0F-4364-9528-8ECFB186B993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6EFC7B98-6367-4781-B2ED-22D7B293A825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A34C8AE2-5AEF-4B30-926E-D39BD476CE9C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D666B2D3-28C9-4DC2-A427-4641C3F5BB36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C5917B14-1B62-4DF8-9646-76A0D3F8B922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C1A85250-1C97-4D87-B625-4BA8F429CDCA}"/>
                </a:ext>
              </a:extLst>
            </p:cNvPr>
            <p:cNvGrpSpPr/>
            <p:nvPr/>
          </p:nvGrpSpPr>
          <p:grpSpPr>
            <a:xfrm>
              <a:off x="7973425" y="3092404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DB9B889A-4809-4BDA-8331-012823A0E692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773CAA16-59B5-41B6-8D47-E1C994F1E130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2EF0201D-355A-425B-980E-CFF2ECF20D0D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2356D0A2-B057-46BD-84E3-B19253FF44E4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0F531062-9DB2-4287-BA0D-0F53084D9BF9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4BC356DA-3DE9-4CD2-B2BA-EE50C5ADAC35}"/>
                </a:ext>
              </a:extLst>
            </p:cNvPr>
            <p:cNvGrpSpPr/>
            <p:nvPr/>
          </p:nvGrpSpPr>
          <p:grpSpPr>
            <a:xfrm>
              <a:off x="7973869" y="3601557"/>
              <a:ext cx="524311" cy="510954"/>
              <a:chOff x="902841" y="1533868"/>
              <a:chExt cx="1353132" cy="1353312"/>
            </a:xfrm>
            <a:effectLst/>
          </p:grpSpPr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E97987E1-BA46-4F05-93BC-C47737DD4127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8B0CC9D1-0EBF-40FF-8DEE-7480A819F578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49FE46FA-4373-4970-ABE6-784E98F7A550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E3E13B52-6A8B-4253-A12A-1F8719DF59EC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718C113F-CC08-4B91-BB7B-E2B7C68E39D0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F0EF8C34-67C2-4344-9EA6-B0416594DC25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CFBAE842-A7E9-4820-A2B0-BC59043F6953}"/>
                </a:ext>
              </a:extLst>
            </p:cNvPr>
            <p:cNvGrpSpPr/>
            <p:nvPr/>
          </p:nvGrpSpPr>
          <p:grpSpPr>
            <a:xfrm>
              <a:off x="8496971" y="3601310"/>
              <a:ext cx="526013" cy="511218"/>
              <a:chOff x="7607604" y="4156548"/>
              <a:chExt cx="1352961" cy="1353312"/>
            </a:xfrm>
            <a:effectLst/>
          </p:grpSpPr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1ECF0A6B-58C0-4C8C-8B53-92E138E480C0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C927F80D-672C-47B7-A267-E7FF13F9B907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688DEFFB-FD3E-4C21-A2A2-EC63AB34A5B8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CA6F1EAF-4EE0-44F6-869B-5A83534EE1C4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43" name="Group 142">
              <a:extLst>
                <a:ext uri="{FF2B5EF4-FFF2-40B4-BE49-F238E27FC236}">
                  <a16:creationId xmlns:a16="http://schemas.microsoft.com/office/drawing/2014/main" id="{A0861674-A049-4CFA-AFB1-D4442A44A82F}"/>
                </a:ext>
              </a:extLst>
            </p:cNvPr>
            <p:cNvGrpSpPr/>
            <p:nvPr/>
          </p:nvGrpSpPr>
          <p:grpSpPr>
            <a:xfrm>
              <a:off x="7454809" y="2577906"/>
              <a:ext cx="519060" cy="512397"/>
              <a:chOff x="7605132" y="3950429"/>
              <a:chExt cx="1352962" cy="1353312"/>
            </a:xfrm>
            <a:effectLst/>
          </p:grpSpPr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7BA48B5B-DC24-416A-A456-E629BDDBDD1C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3477A316-E888-4298-8DE7-2FF8867D1B5E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A3CF9D44-A658-4DE6-B207-CAE15C400E75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DA68D4C1-5982-4BCD-B0F3-3D26288BAE49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84003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156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58" name="Group 157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159" name="Rectangle: Rounded Corners 158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: Rounded Corners 160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165" name="TextBox 164"/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088012" y="2189854"/>
            <a:ext cx="1535266" cy="21516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E1B9AF3-08D5-49F8-A6DE-9B94756CEFD1}"/>
              </a:ext>
            </a:extLst>
          </p:cNvPr>
          <p:cNvSpPr txBox="1"/>
          <p:nvPr/>
        </p:nvSpPr>
        <p:spPr>
          <a:xfrm>
            <a:off x="3258801" y="373996"/>
            <a:ext cx="5503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1C8295F-B806-49A9-A386-91D44CA6208B}"/>
              </a:ext>
            </a:extLst>
          </p:cNvPr>
          <p:cNvGrpSpPr/>
          <p:nvPr/>
        </p:nvGrpSpPr>
        <p:grpSpPr>
          <a:xfrm>
            <a:off x="1189882" y="2277661"/>
            <a:ext cx="1292387" cy="1930154"/>
            <a:chOff x="1172407" y="197026"/>
            <a:chExt cx="1292387" cy="1930154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7D5D63A5-7098-4AFC-9E91-8A17709F4EB1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A7D0D70A-4BF5-495E-ACAE-6BF26E45B03F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A9F0F71F-A687-4166-9E75-22E88F1806B3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BD1236CB-9E41-41BA-B7ED-170806694EB4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6B7B9EC1-F110-4BDD-A8A1-7AC08F2989FF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EC30B751-607E-4055-A56E-224CAC5FD01A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599819CF-5E01-4285-B369-BAF8AE4D8927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5ACC1BFE-D7D1-4138-9B4B-6498FC1F5025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61FFF951-06AB-4F71-A9AE-48C497AEFAF9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278B3376-623C-4CBA-9417-E812FDC438EF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724BAC39-E848-4871-A7A4-207D7D6675D0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4E7445A2-4DD4-4FF0-963E-980F28F963D0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93969711-118A-423C-88E3-3D85C09DBF36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9A003932-5749-4836-ACDB-0EDB43DFD722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45AD8C0B-613E-4769-8CBB-FC466948FF92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76E336AF-8A7E-4FF5-99B8-7CBA42ABE6F4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4D0FA07D-8EE8-420F-9F44-A577BC9A23BB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B5ECBBD1-EB15-4CE1-90BD-31904669335F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42A8C167-D59B-4A3D-ADA6-21ECCC739E30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A94F3128-E777-4BC3-8362-26E29F5661A4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F5E61D82-806B-42C2-957C-6506804550D4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418AE376-0273-498E-8321-908A5FFAA44A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9CC93835-DBB7-487A-9415-9BED7AB8B8D4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5CE94554-C4CB-440E-BF3C-D3629F2AB1CA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B9F83487-C250-4879-A821-40F8CA380FA8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E975D3F1-24AE-4766-937A-23414CBC342D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E0EE6F58-2EFF-46F3-B84A-506B97D2855E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863C1AAB-CD75-45D3-B43A-348ED079BA85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C8990F33-C215-47B0-9C94-568C06D451E1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79D583CA-CC3F-4384-8DDC-A745A64521E9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71255C2C-E6DE-42D6-8684-B0C8740BC0FA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A31382BA-79F3-4679-90D1-81994791BFA9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9B823B88-5F0A-4109-B7DE-D7103C1471EA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183290C2-8DE3-49C9-A271-51362BD76FDB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5ED9D662-32D7-49BA-B442-D53BBC2AD69B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70BDE507-E812-4AD5-855D-65D3572AABC1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41CB6D7-5E12-4C4F-94EF-F6912FEAB079}"/>
              </a:ext>
            </a:extLst>
          </p:cNvPr>
          <p:cNvGrpSpPr/>
          <p:nvPr/>
        </p:nvGrpSpPr>
        <p:grpSpPr>
          <a:xfrm>
            <a:off x="7453995" y="2577906"/>
            <a:ext cx="1568989" cy="1534622"/>
            <a:chOff x="7453995" y="2577906"/>
            <a:chExt cx="1568989" cy="15346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90" name="Group 389">
              <a:extLst>
                <a:ext uri="{FF2B5EF4-FFF2-40B4-BE49-F238E27FC236}">
                  <a16:creationId xmlns:a16="http://schemas.microsoft.com/office/drawing/2014/main" id="{D0448530-FEE0-441B-B0AD-FD73B93DA41E}"/>
                </a:ext>
              </a:extLst>
            </p:cNvPr>
            <p:cNvGrpSpPr/>
            <p:nvPr/>
          </p:nvGrpSpPr>
          <p:grpSpPr>
            <a:xfrm>
              <a:off x="7453995" y="3091227"/>
              <a:ext cx="521228" cy="510538"/>
              <a:chOff x="2274846" y="1095709"/>
              <a:chExt cx="1352962" cy="1355911"/>
            </a:xfrm>
            <a:effectLst/>
          </p:grpSpPr>
          <p:sp>
            <p:nvSpPr>
              <p:cNvPr id="432" name="Rectangle 431">
                <a:extLst>
                  <a:ext uri="{FF2B5EF4-FFF2-40B4-BE49-F238E27FC236}">
                    <a16:creationId xmlns:a16="http://schemas.microsoft.com/office/drawing/2014/main" id="{22D5A9D7-BE61-44B7-9C08-C82277BAB04C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3" name="Rectangle 432">
                <a:extLst>
                  <a:ext uri="{FF2B5EF4-FFF2-40B4-BE49-F238E27FC236}">
                    <a16:creationId xmlns:a16="http://schemas.microsoft.com/office/drawing/2014/main" id="{9E2E43CB-E399-4F29-B6E0-662F238B25C9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4" name="Rectangle 433">
                <a:extLst>
                  <a:ext uri="{FF2B5EF4-FFF2-40B4-BE49-F238E27FC236}">
                    <a16:creationId xmlns:a16="http://schemas.microsoft.com/office/drawing/2014/main" id="{BD00A6D0-30DF-4B40-A86F-40A967A2DADF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5" name="Rectangle 434">
                <a:extLst>
                  <a:ext uri="{FF2B5EF4-FFF2-40B4-BE49-F238E27FC236}">
                    <a16:creationId xmlns:a16="http://schemas.microsoft.com/office/drawing/2014/main" id="{4B8382F7-5EF7-4652-BAF4-7F4C195B7365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6" name="Rectangle 435">
                <a:extLst>
                  <a:ext uri="{FF2B5EF4-FFF2-40B4-BE49-F238E27FC236}">
                    <a16:creationId xmlns:a16="http://schemas.microsoft.com/office/drawing/2014/main" id="{A6AF452E-37B8-4B7C-BE48-68CDFA11EBCD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7" name="Rectangle 436">
                <a:extLst>
                  <a:ext uri="{FF2B5EF4-FFF2-40B4-BE49-F238E27FC236}">
                    <a16:creationId xmlns:a16="http://schemas.microsoft.com/office/drawing/2014/main" id="{95F0A120-9FF0-437A-AEF0-67B77AE916D4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91" name="Group 390">
              <a:extLst>
                <a:ext uri="{FF2B5EF4-FFF2-40B4-BE49-F238E27FC236}">
                  <a16:creationId xmlns:a16="http://schemas.microsoft.com/office/drawing/2014/main" id="{AEC74731-CE78-4C21-8BFB-046EFBFB860C}"/>
                </a:ext>
              </a:extLst>
            </p:cNvPr>
            <p:cNvGrpSpPr/>
            <p:nvPr/>
          </p:nvGrpSpPr>
          <p:grpSpPr>
            <a:xfrm>
              <a:off x="7454061" y="3601765"/>
              <a:ext cx="521294" cy="510538"/>
              <a:chOff x="9356965" y="2466176"/>
              <a:chExt cx="1353133" cy="1353312"/>
            </a:xfrm>
            <a:effectLst/>
          </p:grpSpPr>
          <p:sp>
            <p:nvSpPr>
              <p:cNvPr id="427" name="Rectangle 426">
                <a:extLst>
                  <a:ext uri="{FF2B5EF4-FFF2-40B4-BE49-F238E27FC236}">
                    <a16:creationId xmlns:a16="http://schemas.microsoft.com/office/drawing/2014/main" id="{22F7DE65-F5A2-43A6-B2F6-6733B347F52F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28" name="Rectangle 427">
                <a:extLst>
                  <a:ext uri="{FF2B5EF4-FFF2-40B4-BE49-F238E27FC236}">
                    <a16:creationId xmlns:a16="http://schemas.microsoft.com/office/drawing/2014/main" id="{5E2623D6-39D8-4970-8887-D5746545C80F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29" name="Rectangle 428">
                <a:extLst>
                  <a:ext uri="{FF2B5EF4-FFF2-40B4-BE49-F238E27FC236}">
                    <a16:creationId xmlns:a16="http://schemas.microsoft.com/office/drawing/2014/main" id="{8E847A66-6270-435C-88BA-1C43406CEF98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0" name="Rectangle 429">
                <a:extLst>
                  <a:ext uri="{FF2B5EF4-FFF2-40B4-BE49-F238E27FC236}">
                    <a16:creationId xmlns:a16="http://schemas.microsoft.com/office/drawing/2014/main" id="{D1140C30-925E-4F44-8619-FC29FFF2E8A9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31" name="Rectangle 430">
                <a:extLst>
                  <a:ext uri="{FF2B5EF4-FFF2-40B4-BE49-F238E27FC236}">
                    <a16:creationId xmlns:a16="http://schemas.microsoft.com/office/drawing/2014/main" id="{0862A43C-F16C-4D17-8BB8-35BCA3A610F5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E9052D9B-0E0A-499E-B396-C3B19E044EBA}"/>
                </a:ext>
              </a:extLst>
            </p:cNvPr>
            <p:cNvGrpSpPr/>
            <p:nvPr/>
          </p:nvGrpSpPr>
          <p:grpSpPr>
            <a:xfrm>
              <a:off x="7973425" y="3092404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422" name="Rectangle 421">
                <a:extLst>
                  <a:ext uri="{FF2B5EF4-FFF2-40B4-BE49-F238E27FC236}">
                    <a16:creationId xmlns:a16="http://schemas.microsoft.com/office/drawing/2014/main" id="{D7323188-9513-4777-9418-B847CCC12360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23" name="Rectangle 422">
                <a:extLst>
                  <a:ext uri="{FF2B5EF4-FFF2-40B4-BE49-F238E27FC236}">
                    <a16:creationId xmlns:a16="http://schemas.microsoft.com/office/drawing/2014/main" id="{F4141A0B-276B-40B4-A775-88A65464B8A3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24" name="Rectangle 423">
                <a:extLst>
                  <a:ext uri="{FF2B5EF4-FFF2-40B4-BE49-F238E27FC236}">
                    <a16:creationId xmlns:a16="http://schemas.microsoft.com/office/drawing/2014/main" id="{FB83CEE3-8902-461D-B007-5AA25D65C627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BCA34F91-24D3-4C49-8D67-A69DBFD66F93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26" name="Rectangle 425">
                <a:extLst>
                  <a:ext uri="{FF2B5EF4-FFF2-40B4-BE49-F238E27FC236}">
                    <a16:creationId xmlns:a16="http://schemas.microsoft.com/office/drawing/2014/main" id="{591BE5D2-8F1D-4A1D-A46B-35C532088580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93" name="Group 392">
              <a:extLst>
                <a:ext uri="{FF2B5EF4-FFF2-40B4-BE49-F238E27FC236}">
                  <a16:creationId xmlns:a16="http://schemas.microsoft.com/office/drawing/2014/main" id="{7D630B40-8345-4E29-86A9-C6F2F7BDF6BF}"/>
                </a:ext>
              </a:extLst>
            </p:cNvPr>
            <p:cNvGrpSpPr/>
            <p:nvPr/>
          </p:nvGrpSpPr>
          <p:grpSpPr>
            <a:xfrm>
              <a:off x="7973869" y="3601557"/>
              <a:ext cx="524311" cy="510954"/>
              <a:chOff x="902841" y="1533868"/>
              <a:chExt cx="1353132" cy="1353312"/>
            </a:xfrm>
            <a:effectLst/>
          </p:grpSpPr>
          <p:sp>
            <p:nvSpPr>
              <p:cNvPr id="416" name="Rectangle 415">
                <a:extLst>
                  <a:ext uri="{FF2B5EF4-FFF2-40B4-BE49-F238E27FC236}">
                    <a16:creationId xmlns:a16="http://schemas.microsoft.com/office/drawing/2014/main" id="{F67F983A-9054-4C8B-92E5-6210B1F95A9E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17" name="Rectangle 416">
                <a:extLst>
                  <a:ext uri="{FF2B5EF4-FFF2-40B4-BE49-F238E27FC236}">
                    <a16:creationId xmlns:a16="http://schemas.microsoft.com/office/drawing/2014/main" id="{2B995534-8D9B-4CDD-A063-B952EEBC4F2D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18" name="Rectangle 417">
                <a:extLst>
                  <a:ext uri="{FF2B5EF4-FFF2-40B4-BE49-F238E27FC236}">
                    <a16:creationId xmlns:a16="http://schemas.microsoft.com/office/drawing/2014/main" id="{8FBBBACF-E317-4893-8B18-1EB2083331E2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19" name="Rectangle 418">
                <a:extLst>
                  <a:ext uri="{FF2B5EF4-FFF2-40B4-BE49-F238E27FC236}">
                    <a16:creationId xmlns:a16="http://schemas.microsoft.com/office/drawing/2014/main" id="{D3D8403B-B56B-42F8-AD8D-E6576047E4F8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20" name="Rectangle 419">
                <a:extLst>
                  <a:ext uri="{FF2B5EF4-FFF2-40B4-BE49-F238E27FC236}">
                    <a16:creationId xmlns:a16="http://schemas.microsoft.com/office/drawing/2014/main" id="{6859A45B-E479-41DD-85EB-9539257A415D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21" name="Rectangle 420">
                <a:extLst>
                  <a:ext uri="{FF2B5EF4-FFF2-40B4-BE49-F238E27FC236}">
                    <a16:creationId xmlns:a16="http://schemas.microsoft.com/office/drawing/2014/main" id="{9CC3D2BF-B62C-4045-B48F-43334031505A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BCCF7948-5744-4E9A-A984-C7ABF63FE974}"/>
                </a:ext>
              </a:extLst>
            </p:cNvPr>
            <p:cNvGrpSpPr/>
            <p:nvPr/>
          </p:nvGrpSpPr>
          <p:grpSpPr>
            <a:xfrm>
              <a:off x="8496971" y="3601310"/>
              <a:ext cx="526013" cy="511218"/>
              <a:chOff x="7607604" y="4156548"/>
              <a:chExt cx="1352961" cy="1353312"/>
            </a:xfrm>
            <a:effectLst/>
          </p:grpSpPr>
          <p:sp>
            <p:nvSpPr>
              <p:cNvPr id="412" name="Rectangle 411">
                <a:extLst>
                  <a:ext uri="{FF2B5EF4-FFF2-40B4-BE49-F238E27FC236}">
                    <a16:creationId xmlns:a16="http://schemas.microsoft.com/office/drawing/2014/main" id="{100A9EF8-FAFE-4F12-A480-15A6983D85D0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82564BDA-B893-4DF0-8111-DF403721565E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14" name="Rectangle 413">
                <a:extLst>
                  <a:ext uri="{FF2B5EF4-FFF2-40B4-BE49-F238E27FC236}">
                    <a16:creationId xmlns:a16="http://schemas.microsoft.com/office/drawing/2014/main" id="{A234837F-A994-47D3-9A20-29185FB3ED55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15" name="Rectangle 414">
                <a:extLst>
                  <a:ext uri="{FF2B5EF4-FFF2-40B4-BE49-F238E27FC236}">
                    <a16:creationId xmlns:a16="http://schemas.microsoft.com/office/drawing/2014/main" id="{413BFFF6-8330-4478-8736-74F44F597ABB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95" name="Group 394">
              <a:extLst>
                <a:ext uri="{FF2B5EF4-FFF2-40B4-BE49-F238E27FC236}">
                  <a16:creationId xmlns:a16="http://schemas.microsoft.com/office/drawing/2014/main" id="{DAB93C0B-D0DF-439F-BB5F-488BF8DF75FC}"/>
                </a:ext>
              </a:extLst>
            </p:cNvPr>
            <p:cNvGrpSpPr/>
            <p:nvPr/>
          </p:nvGrpSpPr>
          <p:grpSpPr>
            <a:xfrm>
              <a:off x="8497692" y="3090677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04C7F964-2F18-446B-8EBC-175D558F0002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08" name="Rectangle 407">
                <a:extLst>
                  <a:ext uri="{FF2B5EF4-FFF2-40B4-BE49-F238E27FC236}">
                    <a16:creationId xmlns:a16="http://schemas.microsoft.com/office/drawing/2014/main" id="{3EF4BA87-D9EC-4930-AFB8-F7377B9E0409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09" name="Rectangle 408">
                <a:extLst>
                  <a:ext uri="{FF2B5EF4-FFF2-40B4-BE49-F238E27FC236}">
                    <a16:creationId xmlns:a16="http://schemas.microsoft.com/office/drawing/2014/main" id="{95D298DE-5D7E-4CD1-BC8C-52C43D98478D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10" name="Rectangle 409">
                <a:extLst>
                  <a:ext uri="{FF2B5EF4-FFF2-40B4-BE49-F238E27FC236}">
                    <a16:creationId xmlns:a16="http://schemas.microsoft.com/office/drawing/2014/main" id="{1BC167BD-026A-4DA2-9257-AEDB442A74CC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11" name="Rectangle 410">
                <a:extLst>
                  <a:ext uri="{FF2B5EF4-FFF2-40B4-BE49-F238E27FC236}">
                    <a16:creationId xmlns:a16="http://schemas.microsoft.com/office/drawing/2014/main" id="{2E724EDD-4D05-41B1-86B2-6302F46BDDB5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09F62F93-94BB-4D82-B5BF-E23A9A6CCF59}"/>
                </a:ext>
              </a:extLst>
            </p:cNvPr>
            <p:cNvGrpSpPr/>
            <p:nvPr/>
          </p:nvGrpSpPr>
          <p:grpSpPr>
            <a:xfrm>
              <a:off x="7454809" y="2577906"/>
              <a:ext cx="519060" cy="512397"/>
              <a:chOff x="7605132" y="3950429"/>
              <a:chExt cx="1352962" cy="1353312"/>
            </a:xfrm>
            <a:effectLst/>
          </p:grpSpPr>
          <p:sp>
            <p:nvSpPr>
              <p:cNvPr id="398" name="Rectangle 397">
                <a:extLst>
                  <a:ext uri="{FF2B5EF4-FFF2-40B4-BE49-F238E27FC236}">
                    <a16:creationId xmlns:a16="http://schemas.microsoft.com/office/drawing/2014/main" id="{C98711D1-1B12-4542-9CBC-A60B0F6E0717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99" name="Rectangle 398">
                <a:extLst>
                  <a:ext uri="{FF2B5EF4-FFF2-40B4-BE49-F238E27FC236}">
                    <a16:creationId xmlns:a16="http://schemas.microsoft.com/office/drawing/2014/main" id="{64139071-EA25-4288-904C-F7FDF672396B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00" name="Rectangle 399">
                <a:extLst>
                  <a:ext uri="{FF2B5EF4-FFF2-40B4-BE49-F238E27FC236}">
                    <a16:creationId xmlns:a16="http://schemas.microsoft.com/office/drawing/2014/main" id="{CDCACFB0-10A4-408D-A724-8FCE0F7883A3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401" name="Rectangle 400">
                <a:extLst>
                  <a:ext uri="{FF2B5EF4-FFF2-40B4-BE49-F238E27FC236}">
                    <a16:creationId xmlns:a16="http://schemas.microsoft.com/office/drawing/2014/main" id="{9E7B3761-2A85-42B8-824C-728461E2F0E4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21659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156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58" name="Group 157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159" name="Rectangle: Rounded Corners 158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: Rounded Corners 160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165" name="TextBox 164"/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088012" y="2189854"/>
            <a:ext cx="1535266" cy="21516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6B9EAD7-7DA4-48B8-9F65-BC52BBA98050}"/>
              </a:ext>
            </a:extLst>
          </p:cNvPr>
          <p:cNvSpPr txBox="1"/>
          <p:nvPr/>
        </p:nvSpPr>
        <p:spPr>
          <a:xfrm>
            <a:off x="3258801" y="373996"/>
            <a:ext cx="5503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0F93A9BA-A1A2-4A30-B36B-7CBC8370C99A}"/>
              </a:ext>
            </a:extLst>
          </p:cNvPr>
          <p:cNvGrpSpPr/>
          <p:nvPr/>
        </p:nvGrpSpPr>
        <p:grpSpPr>
          <a:xfrm>
            <a:off x="1189882" y="2277661"/>
            <a:ext cx="1292387" cy="1930154"/>
            <a:chOff x="1172407" y="197026"/>
            <a:chExt cx="1292387" cy="1930154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840ED8AD-D9D1-4FCA-B578-3A23A86B90ED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8C8FD132-7FCA-4A05-AAF7-F4DEC17ED442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8227A85F-6F91-4F23-9A49-C6655CF67F73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AC16F3A2-DB79-4056-8426-BADFF2631440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80175B6C-773F-4A50-83DB-4898CEA6B139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3BBF65A3-BF91-43B0-8DD6-FC3465651277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63C9354A-E2C0-4A55-8648-D7AB7C07CC56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311E3B6C-FD08-4243-B7C1-C0E84FEA2237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7A1620EB-BE53-4E74-A674-E84E6F0A3F5F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774F1EB4-87DD-4C13-B4B7-728A0DEC9639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83BED67D-46ED-43DA-B8FC-323711D85AB5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9429F55F-2869-4725-A3B0-DF4A5F236526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098B9C19-221B-4979-8202-3FD648FCA0A3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BF662892-4E1C-4B72-8A20-254D632D7ADD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8C93332E-FFA3-4FA5-B9CF-C025D2EBCA68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5C9478D4-26B6-4229-BEFB-46EF5FEE4E11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65BB1B09-B667-46B5-AC3E-1A4A8452BDA0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7FAAB99B-BE9B-4EC9-A7B9-918434A17144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7E091BED-6B2A-4A1D-9A62-46A26D1DDF88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8D4596EC-45A9-4A1C-AAC8-8ED3A30159D1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C94F09C7-09B3-4D92-9CBD-D9E1D8BC5150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9BBE019E-35D1-4E79-B5CD-D6CDAC3DB19F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A34A433F-2E86-49CB-B4E5-041887E726D3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B1FBF51C-D999-4181-A50E-BEF67C5ABA63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9C5E2E51-9572-42DF-89F9-5F088E9B0BB2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48620FD8-BFD0-4497-A265-2334448B0B3D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35ADA53B-B973-4401-9193-C0D04AB12A7C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E556B959-FF85-4653-BF57-752684AA72E4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52E29C47-EB12-4FAD-9DBB-A831F0671E5A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9D0ADDCB-6D82-408B-92AF-1284714A1F13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98C07315-1152-4596-8C9E-266D2C889CD7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8DFCDF1-4B60-4E6D-B0B1-2216A1985EDE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3B07F91C-2218-4FF0-A310-0E71CA26B5B6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CCE3713D-6566-4A34-A8D1-60E38A433FA1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54A19F52-F919-4657-B207-66DCB6A92B09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3C193BAA-4194-4046-826A-1EA75245B5DB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DB86F65-88C1-4AF6-A28D-3AE371E44AA3}"/>
              </a:ext>
            </a:extLst>
          </p:cNvPr>
          <p:cNvGrpSpPr/>
          <p:nvPr/>
        </p:nvGrpSpPr>
        <p:grpSpPr>
          <a:xfrm>
            <a:off x="7453995" y="2577906"/>
            <a:ext cx="1568989" cy="1534622"/>
            <a:chOff x="7453995" y="2577906"/>
            <a:chExt cx="1568989" cy="15346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80AB9F2B-97B0-449C-8625-CF66EC8FF438}"/>
                </a:ext>
              </a:extLst>
            </p:cNvPr>
            <p:cNvGrpSpPr/>
            <p:nvPr/>
          </p:nvGrpSpPr>
          <p:grpSpPr>
            <a:xfrm>
              <a:off x="7453995" y="3091227"/>
              <a:ext cx="521228" cy="510538"/>
              <a:chOff x="2274846" y="1095709"/>
              <a:chExt cx="1352962" cy="1355911"/>
            </a:xfrm>
            <a:effectLst/>
          </p:grpSpPr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44E7FD09-FE74-4A84-B047-DA292A6F4A1B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ADCC529E-CD49-4F2A-AF85-500A1679ED8D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19059A71-9AB5-4CAE-B9DF-B60EB4471490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4CA65009-EA92-45A7-90C1-F8351487C797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92C75496-4F3A-4B54-BDE2-277FC25C8FA5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F19124CE-1656-4954-9207-0164A579F588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6EF68FF6-B852-4AE6-A461-314408A4A12E}"/>
                </a:ext>
              </a:extLst>
            </p:cNvPr>
            <p:cNvGrpSpPr/>
            <p:nvPr/>
          </p:nvGrpSpPr>
          <p:grpSpPr>
            <a:xfrm>
              <a:off x="7454061" y="3601765"/>
              <a:ext cx="521294" cy="510538"/>
              <a:chOff x="9356965" y="2466176"/>
              <a:chExt cx="1353133" cy="1353312"/>
            </a:xfrm>
            <a:effectLst/>
          </p:grpSpPr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DBF8E097-E564-4A19-A0BD-B20C096F50AE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2AD6CAED-1EC4-4B45-BDA4-4352A7F49B92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3509D0B9-2469-48B4-A836-F5D4C45AE3B2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A3E4844C-ACA0-4290-9E3C-E254F6F1D0EC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2D132ACA-63F4-4832-9DBE-1232D7BB7B52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A8701B63-190D-48BE-9EF0-B7135EBF6511}"/>
                </a:ext>
              </a:extLst>
            </p:cNvPr>
            <p:cNvGrpSpPr/>
            <p:nvPr/>
          </p:nvGrpSpPr>
          <p:grpSpPr>
            <a:xfrm>
              <a:off x="7973425" y="3092404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BCC15294-01C9-41CC-9FB5-486497B36784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D986E0E7-A4EE-40CC-AD1B-DDCB211D5047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E15CF219-16BA-4953-99EE-5ABDEBD67D2A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A64B0731-2527-4591-A571-EFBF60B6C343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C8428B78-8125-4F2A-B0E3-748627D53866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BE3390D8-0BD9-484F-BD67-31CD69B6F0F1}"/>
                </a:ext>
              </a:extLst>
            </p:cNvPr>
            <p:cNvGrpSpPr/>
            <p:nvPr/>
          </p:nvGrpSpPr>
          <p:grpSpPr>
            <a:xfrm>
              <a:off x="7973869" y="3601557"/>
              <a:ext cx="524311" cy="510954"/>
              <a:chOff x="902841" y="1533868"/>
              <a:chExt cx="1353132" cy="1353312"/>
            </a:xfrm>
            <a:effectLst/>
          </p:grpSpPr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CAF1A244-ABC0-4F18-9ADD-00BE714B5D08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EC623B23-4771-4246-AAE3-1BA7570E0B90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7438A557-0013-448E-A4B4-6822964E17BF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35DED37F-C4DC-4936-AE26-90C0E7423858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6E6B1093-F47E-4ACE-87EE-9AC66D25A7D0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7545E656-F146-4DBF-A9F7-4D11A9551886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95A8CBD4-AD24-404D-85C1-792425733671}"/>
                </a:ext>
              </a:extLst>
            </p:cNvPr>
            <p:cNvGrpSpPr/>
            <p:nvPr/>
          </p:nvGrpSpPr>
          <p:grpSpPr>
            <a:xfrm>
              <a:off x="8496971" y="3601310"/>
              <a:ext cx="526013" cy="511218"/>
              <a:chOff x="7607604" y="4156548"/>
              <a:chExt cx="1352961" cy="1353312"/>
            </a:xfrm>
            <a:effectLst/>
          </p:grpSpPr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0F693A71-4C46-4346-B77B-E8051974644D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58003558-3CD6-4FAE-9239-6A42DCC6BCB4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DF5F36ED-9300-4613-817F-82A863B8B829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9428F3E1-6D2D-475F-ABC1-B723824EDC73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C023BB4B-C2D1-4101-AF01-E0A5C4EFFB11}"/>
                </a:ext>
              </a:extLst>
            </p:cNvPr>
            <p:cNvGrpSpPr/>
            <p:nvPr/>
          </p:nvGrpSpPr>
          <p:grpSpPr>
            <a:xfrm>
              <a:off x="8497692" y="3090677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78" name="Rectangle 277">
                <a:extLst>
                  <a:ext uri="{FF2B5EF4-FFF2-40B4-BE49-F238E27FC236}">
                    <a16:creationId xmlns:a16="http://schemas.microsoft.com/office/drawing/2014/main" id="{41FC5725-D961-4D60-935F-9C637F5C5314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76EB38F1-C01B-4E95-BA27-7D010F79221C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0" name="Rectangle 279">
                <a:extLst>
                  <a:ext uri="{FF2B5EF4-FFF2-40B4-BE49-F238E27FC236}">
                    <a16:creationId xmlns:a16="http://schemas.microsoft.com/office/drawing/2014/main" id="{E3A86403-FF0A-4DE5-A519-06B6D3FB7E45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1" name="Rectangle 280">
                <a:extLst>
                  <a:ext uri="{FF2B5EF4-FFF2-40B4-BE49-F238E27FC236}">
                    <a16:creationId xmlns:a16="http://schemas.microsoft.com/office/drawing/2014/main" id="{76D1E986-9076-4A39-ABE4-AE77CCC329FD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2" name="Rectangle 281">
                <a:extLst>
                  <a:ext uri="{FF2B5EF4-FFF2-40B4-BE49-F238E27FC236}">
                    <a16:creationId xmlns:a16="http://schemas.microsoft.com/office/drawing/2014/main" id="{68F695B9-C535-4024-B6CC-5A6BA4600B16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8B5B7899-1C61-4386-AF98-FC7BE561D2D9}"/>
                </a:ext>
              </a:extLst>
            </p:cNvPr>
            <p:cNvGrpSpPr/>
            <p:nvPr/>
          </p:nvGrpSpPr>
          <p:grpSpPr>
            <a:xfrm>
              <a:off x="7970494" y="2579081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D83A2F45-7082-4E50-8B60-750185C0872A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EE93CAD5-86A8-4926-B99E-E54E4B8DF940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D312D9FC-9E4F-437E-9182-C723DD3B5187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F1C1A1A5-8FD9-4291-B984-11E47451E32C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A5E7605F-554C-4FDF-B97F-B1B3084697AB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A03E3528-EA96-46D3-8EFB-E4C115A9D909}"/>
                </a:ext>
              </a:extLst>
            </p:cNvPr>
            <p:cNvGrpSpPr/>
            <p:nvPr/>
          </p:nvGrpSpPr>
          <p:grpSpPr>
            <a:xfrm>
              <a:off x="7454809" y="2577906"/>
              <a:ext cx="519060" cy="512397"/>
              <a:chOff x="7605132" y="3950429"/>
              <a:chExt cx="1352962" cy="1353312"/>
            </a:xfrm>
            <a:effectLst/>
          </p:grpSpPr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691B4923-74DF-4259-945C-EB246DB34BC2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A39DA445-F3A0-4554-B9D2-60DB5D4E1809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075F2014-4A88-4504-B873-526C87112E12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3DC8809E-8412-4CF9-8EB6-88E3BF57E79F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71064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799544" y="2043468"/>
            <a:ext cx="1014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Terminal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6" name="Rectangle: Rounded Corners 5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: Rounded Corners 157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161" name="TextBox 160"/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88012" y="2189854"/>
            <a:ext cx="1535266" cy="21516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FA40ACE-EE8A-41C1-BEDF-8DA000C80299}"/>
              </a:ext>
            </a:extLst>
          </p:cNvPr>
          <p:cNvSpPr txBox="1"/>
          <p:nvPr/>
        </p:nvSpPr>
        <p:spPr>
          <a:xfrm>
            <a:off x="3258801" y="373996"/>
            <a:ext cx="5503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A16F50A-00CA-443C-A4B9-AC160AD8BF9B}"/>
              </a:ext>
            </a:extLst>
          </p:cNvPr>
          <p:cNvGrpSpPr/>
          <p:nvPr/>
        </p:nvGrpSpPr>
        <p:grpSpPr>
          <a:xfrm>
            <a:off x="1189882" y="2277661"/>
            <a:ext cx="1292387" cy="1930154"/>
            <a:chOff x="1172407" y="197026"/>
            <a:chExt cx="1292387" cy="1930154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525B3846-0579-4778-971F-A40692A0C2BA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C35252AC-7269-40F2-A726-3CE575E5A9C3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011C667C-EAA9-4842-965A-6F1841036777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C23463BA-A1A3-422A-9EA6-E54FBDD3C48E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704A58A0-DF09-4720-8272-AA98ED751D2D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04406D4E-8792-4926-BDBA-110782412473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629D827A-51E9-40E1-894F-60A62D21B02A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DB62BC6E-EAC9-45D5-B339-586E4A6C747A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5770F148-D76D-487F-9837-DBBE1E684164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70B6E048-5C75-4C33-89F5-955D3822DB03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E5DCD1F3-E98B-48C5-A349-EBDDEC4D7FDD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DB282EB6-DD0F-48B7-8C64-F3B23C271D15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FE9B042E-4CEF-4376-BCEC-36E289BF1D8F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C5026435-62E8-42F0-81DE-BE9EE15F8379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5E8810A6-DD2E-4224-870B-1A027417A833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2DA1C990-D27E-42D8-A1F2-F73C261BC424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16F1C444-7950-48C3-BBFF-FA81C6690828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E72769CB-E416-4496-B76D-CC969D0C8B85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84EFC09E-1ACB-4A2A-95FE-271887EF54D0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D452389E-7E98-4F8A-B618-F1E24D24A4E4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D93414AC-63A7-4434-A12F-0A112CFEF648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2823129A-E130-48A1-9507-D250BB993D50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93BD3005-4D7E-494C-B4F1-0EE19D8C7112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724B53EE-03F4-4F02-8F0C-C630D767EEB8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C33784EF-05F7-4E7D-8363-D88ADB757175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10C798F1-3775-4EDC-98F4-305B519069F2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AF9B2027-4613-466A-851B-D69A9BDF7EBD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CAC98339-5E9D-4789-8352-435BAFC9624C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CF603E97-3D3F-4091-8C75-676F4A368007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C6DDBA15-E2B4-4983-B53A-65CE84AC92FC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F8483CDD-AEEB-4AE8-A7A7-8AFB535E35AD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16F06A71-D95D-4935-AB5D-1A89A27ACAA3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D43FC8C-F35B-4C81-A41C-E8BC423BB5A5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FB409DDE-3CF7-4FDD-BCE0-E63D929B8F4D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464925F6-90F7-4CB4-854C-C4EEBC9E7BCD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9EB5C5A6-396D-4586-918A-B1EEB4DBF1FE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6D6036B6-9FE5-44D6-ACDC-049874BB5D76}"/>
              </a:ext>
            </a:extLst>
          </p:cNvPr>
          <p:cNvGrpSpPr/>
          <p:nvPr/>
        </p:nvGrpSpPr>
        <p:grpSpPr>
          <a:xfrm>
            <a:off x="7453995" y="2577906"/>
            <a:ext cx="1568989" cy="1534622"/>
            <a:chOff x="1116687" y="2876931"/>
            <a:chExt cx="1568989" cy="15346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5AAF9E3F-1EA4-4046-8174-57C35ACEA643}"/>
                </a:ext>
              </a:extLst>
            </p:cNvPr>
            <p:cNvGrpSpPr/>
            <p:nvPr/>
          </p:nvGrpSpPr>
          <p:grpSpPr>
            <a:xfrm>
              <a:off x="1116687" y="3390252"/>
              <a:ext cx="521228" cy="510538"/>
              <a:chOff x="2274846" y="1095709"/>
              <a:chExt cx="1352962" cy="1355911"/>
            </a:xfrm>
            <a:effectLst/>
          </p:grpSpPr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D4D0D82E-B4DA-4B50-8F84-AFA984040F04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48B392AD-DA56-4502-978A-D2593C34615A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4BC5926F-9DFD-41FD-9726-68835AA9563C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F3874EDE-C0C3-4E8E-8E13-04C4AE131F0A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C6A12B2C-86A0-49B0-A993-E51E96541437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49767380-9B55-42B2-919F-D80E4395C752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D8454E29-A7EF-451F-AAF2-45DC4D278204}"/>
                </a:ext>
              </a:extLst>
            </p:cNvPr>
            <p:cNvGrpSpPr/>
            <p:nvPr/>
          </p:nvGrpSpPr>
          <p:grpSpPr>
            <a:xfrm>
              <a:off x="1116753" y="3900790"/>
              <a:ext cx="521294" cy="510538"/>
              <a:chOff x="9356965" y="2466176"/>
              <a:chExt cx="1353133" cy="1353312"/>
            </a:xfrm>
            <a:effectLst/>
          </p:grpSpPr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60B5E950-5784-4603-94A5-1AE6D348FC62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04C30FF5-8C57-43B6-BA99-99078975A211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87B4D5E1-BAF0-441B-A6E8-31DAA2D00ACA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788BE030-78D9-4AD9-BAE0-E774CA3E61F3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E0DA9ED0-C722-48D3-86B1-779C0E3AE635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BF1E1571-D165-46F1-8152-8D32A6609A28}"/>
                </a:ext>
              </a:extLst>
            </p:cNvPr>
            <p:cNvGrpSpPr/>
            <p:nvPr/>
          </p:nvGrpSpPr>
          <p:grpSpPr>
            <a:xfrm>
              <a:off x="1636117" y="3391429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C517F964-E4B3-4F68-BCEC-1BEB5C10987A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4557AC50-33B5-48DC-BB7A-D108E9088B60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1C27D649-202E-46EE-840F-6696888F96F8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F8755807-2AC1-4791-87EA-FA80EF048E63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AF6F51EF-F0B2-4FCF-885F-77E3898F8C55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48CA82A5-8D34-4351-84AE-47F81F0C4894}"/>
                </a:ext>
              </a:extLst>
            </p:cNvPr>
            <p:cNvGrpSpPr/>
            <p:nvPr/>
          </p:nvGrpSpPr>
          <p:grpSpPr>
            <a:xfrm>
              <a:off x="1636561" y="3900582"/>
              <a:ext cx="524311" cy="510954"/>
              <a:chOff x="902841" y="1533868"/>
              <a:chExt cx="1353132" cy="1353312"/>
            </a:xfrm>
            <a:effectLst/>
          </p:grpSpPr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DECE870B-403E-4917-8E62-4F07F8B5A6C8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39EE0DD6-0F82-4F1D-965E-525E62C1EECF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B804122D-72A8-410B-9F5D-C29CC1073052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CEEC1D1A-AA21-4C4D-920F-CBDA6CDFF645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BE5964C8-6BCC-44B7-B37A-4D18DF148BFE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61A9F319-8F1A-43CC-8C41-C5C42D7DFEB6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463FED97-D947-44EE-927C-4545F508DB5B}"/>
                </a:ext>
              </a:extLst>
            </p:cNvPr>
            <p:cNvGrpSpPr/>
            <p:nvPr/>
          </p:nvGrpSpPr>
          <p:grpSpPr>
            <a:xfrm>
              <a:off x="2159663" y="3900335"/>
              <a:ext cx="526013" cy="511218"/>
              <a:chOff x="7607604" y="4156548"/>
              <a:chExt cx="1352961" cy="1353312"/>
            </a:xfrm>
            <a:effectLst/>
          </p:grpSpPr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1E833894-0F85-45D6-BB5C-FE0F68DD5125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74206388-31B8-46C9-A2EF-47108172E7F0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6704B5E7-D532-4A11-AF81-ECE9C2287A12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EFAECF87-7FDB-4C4C-90A6-5B8DAB59EAFE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ADF9E212-F494-4AF7-BAEF-1E5EE513E94D}"/>
                </a:ext>
              </a:extLst>
            </p:cNvPr>
            <p:cNvGrpSpPr/>
            <p:nvPr/>
          </p:nvGrpSpPr>
          <p:grpSpPr>
            <a:xfrm>
              <a:off x="2160384" y="3389702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0236E23C-7D45-4CFF-98A4-067FEE2B0071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973BC580-F888-44AC-9094-53A03EF09983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57943BB0-98F3-4361-8C0E-D68C0FF01807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97E7CA8A-6E3E-44A5-9EA0-3739D9B7A3D6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6A4C5000-A6A5-409B-86D0-EF5221084D0B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5A450A16-8D19-456D-9EED-6EA47CCCBB87}"/>
                </a:ext>
              </a:extLst>
            </p:cNvPr>
            <p:cNvGrpSpPr/>
            <p:nvPr/>
          </p:nvGrpSpPr>
          <p:grpSpPr>
            <a:xfrm>
              <a:off x="2158868" y="2878823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E6F4EA8F-6DD7-490A-A89C-5525490929E0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A95C9D49-F17D-4B54-8342-DBE7EBB2C9B4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27786E41-EA6E-4837-AB3C-5A7B8E6E33BD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40BD6372-40C8-4AB4-86A0-25B82A3D2CF7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C69C2430-4D01-44E4-9BED-6DDF2D2E2DD2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B3D3678A-86B4-44E9-BA2D-014BB897A0C1}"/>
                </a:ext>
              </a:extLst>
            </p:cNvPr>
            <p:cNvGrpSpPr/>
            <p:nvPr/>
          </p:nvGrpSpPr>
          <p:grpSpPr>
            <a:xfrm>
              <a:off x="1633186" y="2878106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5B33A4E9-A01C-4F02-9371-DFB15ED5B5F2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B2FE525F-3477-4023-9006-CD332063E837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EDCB0E99-8363-4AE1-9C37-B71CEEEA3824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B13029F1-B4E9-4F9A-BD20-7758A4752A4C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6E4E5608-7A3D-4EAB-AE78-68672B135B4B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5F037777-56EB-400C-9913-C71E5F112D30}"/>
                </a:ext>
              </a:extLst>
            </p:cNvPr>
            <p:cNvGrpSpPr/>
            <p:nvPr/>
          </p:nvGrpSpPr>
          <p:grpSpPr>
            <a:xfrm>
              <a:off x="1117501" y="2876931"/>
              <a:ext cx="519060" cy="512397"/>
              <a:chOff x="7605132" y="3950429"/>
              <a:chExt cx="1352962" cy="1353312"/>
            </a:xfrm>
            <a:effectLst/>
          </p:grpSpPr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0138D197-FFA6-4E17-AB3A-3B10CE6CB7BC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B109F7EF-6C73-4A0A-B939-2F1864E74EA6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7D54F7B4-1F86-4AE5-ABA5-F63FD5B72B84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0762D2CE-273E-45B5-BE21-DB6E7BFFD8DA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33179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6" name="Rectangle: Rounded Corners 5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: Rounded Corners 157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161" name="TextBox 160"/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88012" y="2189854"/>
            <a:ext cx="1535266" cy="21516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7145883" y="1636741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system produces</a:t>
            </a:r>
          </a:p>
          <a:p>
            <a:r>
              <a:rPr lang="en-US" dirty="0">
                <a:solidFill>
                  <a:schemeClr val="bg1"/>
                </a:solidFill>
              </a:rPr>
              <a:t>a 3x3 square: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25050" y="4864419"/>
            <a:ext cx="2056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Tile Complexity = 6</a:t>
            </a:r>
          </a:p>
        </p:txBody>
      </p:sp>
      <p:cxnSp>
        <p:nvCxnSpPr>
          <p:cNvPr id="118" name="Straight Connector 117"/>
          <p:cNvCxnSpPr>
            <a:cxnSpLocks/>
            <a:endCxn id="117" idx="0"/>
          </p:cNvCxnSpPr>
          <p:nvPr/>
        </p:nvCxnSpPr>
        <p:spPr>
          <a:xfrm>
            <a:off x="1764144" y="4397189"/>
            <a:ext cx="589329" cy="4672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71B0431B-8126-425D-B965-25DA74084F6C}"/>
              </a:ext>
            </a:extLst>
          </p:cNvPr>
          <p:cNvSpPr txBox="1"/>
          <p:nvPr/>
        </p:nvSpPr>
        <p:spPr>
          <a:xfrm>
            <a:off x="3258801" y="373996"/>
            <a:ext cx="5503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57C316DD-DAFE-453E-A212-7B4AE329C761}"/>
              </a:ext>
            </a:extLst>
          </p:cNvPr>
          <p:cNvGrpSpPr/>
          <p:nvPr/>
        </p:nvGrpSpPr>
        <p:grpSpPr>
          <a:xfrm>
            <a:off x="1189882" y="2277661"/>
            <a:ext cx="1292387" cy="1930154"/>
            <a:chOff x="1172407" y="197026"/>
            <a:chExt cx="1292387" cy="1930154"/>
          </a:xfrm>
        </p:grpSpPr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FD495F04-161D-4224-B749-850C8A91B1A2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74128F66-891F-4EFF-8813-02E41B6AA264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36A12556-F173-4C8D-A493-2DB3B30ABB25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12E15D8D-1088-43E1-9D0D-2C2BF0AB31E0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539F1A23-F093-42C6-87F9-DBB6C603D457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61224CB0-6C7B-4821-89FE-B1E182E07E12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04EE8211-0E2A-451E-A673-1ADA57C1AFD7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D79E74C1-D294-4332-88D7-757CF6F871A8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823AC184-8633-44C5-AB47-E811432F26D8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122710E0-F97C-4AEE-A375-F23EEF3BF8EF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A8C00335-94BE-4153-AB62-10960C0B7850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0F2DA6B9-7CC2-4A04-B1D9-5CEF14E2832D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6F5DAAE4-DE7C-4B1D-A08E-7E0BF50C829E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18C3B41A-E6AB-48D5-9D01-ED529732FEDD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005F9943-1612-4D48-ADFF-997ACA4CCE00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84BF5D34-A1CD-440A-834B-891FB9533CC3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73638AEC-31F2-4D3D-A5C6-B64742EF4939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121D1377-BA6A-4BF3-B7E3-AC23A3818EAB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7D5960ED-FD7B-466A-9F47-BC4EA283ACDC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DD42569D-D5E9-4EFE-B48E-79C79A174190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AA70F6C9-8877-4300-8C8B-5C62EC4784F9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8A2D6CCA-B937-420D-909B-382F34948768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4610A804-3611-45F4-8BCD-503D3EAA1AF0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047D0395-B35F-4734-BEB7-B7890BD5CAA7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D3461AB0-18EB-4F58-B4A3-07C50265EF71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F05E2B1B-59BF-4852-9DFC-31EA782A0365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CD37E210-B9C1-4EB6-95BA-B9B86D9C9C81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2E3F29B2-242C-4B28-91CA-D4284FA4801C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7EB341D5-8C7C-4163-8FF2-D000FF7F4A69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8702B6D8-AF2A-4F1C-AEE5-F4B96257CF40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F0448AF3-F965-4BD9-9197-87F7A49E651C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C3D737CF-3360-429B-9DD4-404BAB6D3223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07CD00E7-F8C0-40A9-A1AE-209AF367E228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A83FED75-485F-4A31-B5FA-72D07767546D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74576711-40E1-48E8-9034-07071ED26B28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9733B4BE-C9A1-42EF-B34C-B39A73A25583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BA044379-AEC0-437C-BDC3-10D63DB8ED9F}"/>
              </a:ext>
            </a:extLst>
          </p:cNvPr>
          <p:cNvGrpSpPr/>
          <p:nvPr/>
        </p:nvGrpSpPr>
        <p:grpSpPr>
          <a:xfrm>
            <a:off x="7453995" y="2577906"/>
            <a:ext cx="1568989" cy="1534622"/>
            <a:chOff x="1116687" y="2876931"/>
            <a:chExt cx="1568989" cy="15346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80F25084-9199-477D-A0AA-32B6D218A7ED}"/>
                </a:ext>
              </a:extLst>
            </p:cNvPr>
            <p:cNvGrpSpPr/>
            <p:nvPr/>
          </p:nvGrpSpPr>
          <p:grpSpPr>
            <a:xfrm>
              <a:off x="1116687" y="3390252"/>
              <a:ext cx="521228" cy="510538"/>
              <a:chOff x="2274846" y="1095709"/>
              <a:chExt cx="1352962" cy="1355911"/>
            </a:xfrm>
            <a:effectLst/>
          </p:grpSpPr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BE517BF6-62D7-445C-9D8B-EFAE76E08DCB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9AA3E0BB-1BF0-4F18-9ED4-ACCF1FF0E21F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6" name="Rectangle 315">
                <a:extLst>
                  <a:ext uri="{FF2B5EF4-FFF2-40B4-BE49-F238E27FC236}">
                    <a16:creationId xmlns:a16="http://schemas.microsoft.com/office/drawing/2014/main" id="{62BAC7FF-A74A-4FFA-A7A0-891FBAD9B467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63DBEA77-A449-49B4-B108-D5F99F69D6DE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B44F4A3D-5255-4D32-A28C-820817205CAC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5B009C11-0282-4A2D-9F9F-535A6D505436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8F8E6544-6737-4046-8C60-3C8D8797EF57}"/>
                </a:ext>
              </a:extLst>
            </p:cNvPr>
            <p:cNvGrpSpPr/>
            <p:nvPr/>
          </p:nvGrpSpPr>
          <p:grpSpPr>
            <a:xfrm>
              <a:off x="1116753" y="3900790"/>
              <a:ext cx="521294" cy="510538"/>
              <a:chOff x="9356965" y="2466176"/>
              <a:chExt cx="1353133" cy="1353312"/>
            </a:xfrm>
            <a:effectLst/>
          </p:grpSpPr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5D809EF2-9EC4-4C57-A242-0C9BE02675A3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7885A917-7158-49A4-B507-EC41566FCBD5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33B7533A-1951-417F-BEB8-436E267ABEA2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EAA1C5BE-DD5F-479A-81A6-B74EA50F7652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3" name="Rectangle 312">
                <a:extLst>
                  <a:ext uri="{FF2B5EF4-FFF2-40B4-BE49-F238E27FC236}">
                    <a16:creationId xmlns:a16="http://schemas.microsoft.com/office/drawing/2014/main" id="{E1C8A756-C715-4B1C-B73B-FDC13DC6DD90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811CD10E-6951-4B0B-88B8-A12F4A4F86EE}"/>
                </a:ext>
              </a:extLst>
            </p:cNvPr>
            <p:cNvGrpSpPr/>
            <p:nvPr/>
          </p:nvGrpSpPr>
          <p:grpSpPr>
            <a:xfrm>
              <a:off x="1636117" y="3391429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75BEA1CF-2232-4649-BBDD-9CB8F87C3A4E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FA9ECBA8-05C7-4D99-B5D2-D803967D95FF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CB8517D6-99B6-4FE8-B016-4CF532F8B548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DF504D78-FD6F-479F-872C-DFFF1567EEA9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392FA0D4-FDE1-422B-B1C6-9D6333B7AD69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4ACE8CAA-EEC4-4CD5-AD02-8F53BCB78F0B}"/>
                </a:ext>
              </a:extLst>
            </p:cNvPr>
            <p:cNvGrpSpPr/>
            <p:nvPr/>
          </p:nvGrpSpPr>
          <p:grpSpPr>
            <a:xfrm>
              <a:off x="1636561" y="3900582"/>
              <a:ext cx="524311" cy="510954"/>
              <a:chOff x="902841" y="1533868"/>
              <a:chExt cx="1353132" cy="1353312"/>
            </a:xfrm>
            <a:effectLst/>
          </p:grpSpPr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1D84B7F7-CB5D-4787-AF0E-195FA2998937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85B2028F-00B9-4049-A8BA-432F3EDEC9D0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E318BCF7-740E-45CF-AFB3-B231C32DD78E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99B0B6F8-6500-407C-93F1-0BA7FD020AFB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45CC1E88-CBA3-49AD-9221-93F7E5607A12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D896A065-A4B8-4E95-8F7A-D8AFA675A8CA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6EA73519-77D4-4862-B7E7-C8F9461605A9}"/>
                </a:ext>
              </a:extLst>
            </p:cNvPr>
            <p:cNvGrpSpPr/>
            <p:nvPr/>
          </p:nvGrpSpPr>
          <p:grpSpPr>
            <a:xfrm>
              <a:off x="2159663" y="3900335"/>
              <a:ext cx="526013" cy="511218"/>
              <a:chOff x="7607604" y="4156548"/>
              <a:chExt cx="1352961" cy="1353312"/>
            </a:xfrm>
            <a:effectLst/>
          </p:grpSpPr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0DE223A2-2CB6-4975-9203-E37B9744A7F9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C33EF04A-1422-4E40-8954-6CFCA22F4539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2DF8C10D-7E19-47BC-A37C-E1FB73591D1B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E96084C0-AC12-43B4-9C87-4CCD287D21F7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20250AE7-C9BE-4187-91BB-9E7DE9626136}"/>
                </a:ext>
              </a:extLst>
            </p:cNvPr>
            <p:cNvGrpSpPr/>
            <p:nvPr/>
          </p:nvGrpSpPr>
          <p:grpSpPr>
            <a:xfrm>
              <a:off x="2160384" y="3389702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CCA60996-CCEC-4947-B8E4-5FE08E604FB9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347C40A1-8307-41CB-ADE3-6B7242F2181F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B306437D-502A-4652-BB7C-411E4EF89C8A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DCCAE69C-C24F-46A9-9A34-27C1179FDC30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EF80612C-82A1-486D-9C74-8207506E5CFA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846823F2-783E-49D9-BF4C-7C5D6921438D}"/>
                </a:ext>
              </a:extLst>
            </p:cNvPr>
            <p:cNvGrpSpPr/>
            <p:nvPr/>
          </p:nvGrpSpPr>
          <p:grpSpPr>
            <a:xfrm>
              <a:off x="2158868" y="2878823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E537CA19-418B-4C61-AAA9-D6C5EE513166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D9F4EF80-717B-439B-AA55-896FD5B2D4ED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E1BBD547-9E17-4DD7-AE48-BC8E890DE128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06975995-DF89-49EE-A7DE-F7E5D5C24FA9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787DE338-74A1-4C5F-B856-EA0DBEDD37FB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D0CC68BA-7AA5-48B8-B3C7-CD14B3BFFAFC}"/>
                </a:ext>
              </a:extLst>
            </p:cNvPr>
            <p:cNvGrpSpPr/>
            <p:nvPr/>
          </p:nvGrpSpPr>
          <p:grpSpPr>
            <a:xfrm>
              <a:off x="1633186" y="2878106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431F536E-3524-46D5-BEA9-ACC2FF0E91A7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50AE51CE-5EF3-4BAB-84BA-F3ABDEE0642C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E918156D-23B0-4644-9F47-549D46DAE2BA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1E6E81CA-21C9-4E44-AD4D-04311C8A89D7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16A8E727-5AB3-4D81-A43F-87E80EA87E3B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2" name="Group 251">
              <a:extLst>
                <a:ext uri="{FF2B5EF4-FFF2-40B4-BE49-F238E27FC236}">
                  <a16:creationId xmlns:a16="http://schemas.microsoft.com/office/drawing/2014/main" id="{8780A4AE-1179-4ABC-98B6-2FDE77CF085F}"/>
                </a:ext>
              </a:extLst>
            </p:cNvPr>
            <p:cNvGrpSpPr/>
            <p:nvPr/>
          </p:nvGrpSpPr>
          <p:grpSpPr>
            <a:xfrm>
              <a:off x="1117501" y="2876931"/>
              <a:ext cx="519060" cy="512397"/>
              <a:chOff x="7605132" y="3950429"/>
              <a:chExt cx="1352962" cy="1353312"/>
            </a:xfrm>
            <a:effectLst/>
          </p:grpSpPr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2C8A4E37-00A5-4E78-87F6-2397A634A056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E1E1E028-CE4C-4164-94F3-8A641B86F95C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3EF25A54-19AD-4CD4-85FC-F97A333B1C25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CB3BE269-1E0D-4215-8564-FF6C2ECF48FF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73497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6" name="Rectangle: Rounded Corners 5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: Rounded Corners 157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161" name="TextBox 160"/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88012" y="2189854"/>
            <a:ext cx="1535266" cy="21516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7145883" y="1636741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system produces</a:t>
            </a:r>
          </a:p>
          <a:p>
            <a:r>
              <a:rPr lang="en-US" dirty="0">
                <a:solidFill>
                  <a:schemeClr val="bg1"/>
                </a:solidFill>
              </a:rPr>
              <a:t>a 3x3 square: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25050" y="4864419"/>
            <a:ext cx="2056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Tile Complexity = 6</a:t>
            </a:r>
          </a:p>
        </p:txBody>
      </p:sp>
      <p:cxnSp>
        <p:nvCxnSpPr>
          <p:cNvPr id="118" name="Straight Connector 117"/>
          <p:cNvCxnSpPr>
            <a:cxnSpLocks/>
            <a:endCxn id="117" idx="0"/>
          </p:cNvCxnSpPr>
          <p:nvPr/>
        </p:nvCxnSpPr>
        <p:spPr>
          <a:xfrm>
            <a:off x="1764144" y="4397189"/>
            <a:ext cx="589329" cy="4672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F5FF178-5939-4514-9A9B-181BB44D2EF6}"/>
              </a:ext>
            </a:extLst>
          </p:cNvPr>
          <p:cNvSpPr/>
          <p:nvPr/>
        </p:nvSpPr>
        <p:spPr>
          <a:xfrm>
            <a:off x="4632545" y="4630804"/>
            <a:ext cx="4591451" cy="1267698"/>
          </a:xfrm>
          <a:prstGeom prst="round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u="sng" dirty="0">
                <a:solidFill>
                  <a:srgbClr val="FF0000"/>
                </a:solidFill>
              </a:rPr>
              <a:t>Goal</a:t>
            </a:r>
            <a:r>
              <a:rPr lang="en-US" sz="2400" dirty="0">
                <a:solidFill>
                  <a:srgbClr val="FF0000"/>
                </a:solidFill>
              </a:rPr>
              <a:t>: What is the minimum tile complexity for assembling an </a:t>
            </a:r>
          </a:p>
          <a:p>
            <a:r>
              <a:rPr lang="en-US" sz="2400" i="1" dirty="0">
                <a:solidFill>
                  <a:srgbClr val="FF0000"/>
                </a:solidFill>
              </a:rPr>
              <a:t>n </a:t>
            </a:r>
            <a:r>
              <a:rPr lang="en-US" sz="2400" dirty="0">
                <a:solidFill>
                  <a:srgbClr val="FF0000"/>
                </a:solidFill>
              </a:rPr>
              <a:t>x </a:t>
            </a:r>
            <a:r>
              <a:rPr lang="en-US" sz="2400" i="1" dirty="0">
                <a:solidFill>
                  <a:srgbClr val="FF0000"/>
                </a:solidFill>
              </a:rPr>
              <a:t>n</a:t>
            </a:r>
            <a:r>
              <a:rPr lang="en-US" sz="2400" dirty="0">
                <a:solidFill>
                  <a:srgbClr val="FF0000"/>
                </a:solidFill>
              </a:rPr>
              <a:t> square?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BCD08C4C-FF14-48C4-9430-0D60D10240A1}"/>
              </a:ext>
            </a:extLst>
          </p:cNvPr>
          <p:cNvSpPr txBox="1"/>
          <p:nvPr/>
        </p:nvSpPr>
        <p:spPr>
          <a:xfrm>
            <a:off x="3258801" y="373996"/>
            <a:ext cx="5503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8FFE2F99-E254-4EB3-90E9-96A2AA338418}"/>
              </a:ext>
            </a:extLst>
          </p:cNvPr>
          <p:cNvGrpSpPr/>
          <p:nvPr/>
        </p:nvGrpSpPr>
        <p:grpSpPr>
          <a:xfrm>
            <a:off x="1189882" y="2277661"/>
            <a:ext cx="1292387" cy="1930154"/>
            <a:chOff x="1172407" y="197026"/>
            <a:chExt cx="1292387" cy="1930154"/>
          </a:xfrm>
        </p:grpSpPr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14698D6F-59EA-4E35-BDD9-3157F0323710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D5B268E6-EA23-45B2-9CF6-7819302C8FB6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56F10795-A01D-4E41-B421-596E9F4753E1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1C6C9FF9-D4C8-4B84-B50E-7A9015EF9D16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8C88DF6C-09BD-45B2-9027-8CA1E10BC5A7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45420588-921B-42FE-8ACF-507D09685D33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1A2F900A-2B20-4508-ABCE-3D96C7B968B7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49A10A17-030E-4BBA-8637-68DC79DFEF00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DB60CBD8-4503-46B5-A8C7-036BD051F1E7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25809925-7384-4009-AFA6-73703496677C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3220C117-D1B9-4091-AC58-B67ACA7B8EDB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94DB9364-0E6F-416B-9CB8-ADB155C750C2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8FCCA697-984A-4E6F-9F79-C8B5F6280332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A8B1F6E3-E3A1-4DA4-A6E0-A2EA3DE24361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96F459C3-4BE3-4AB5-93BD-F6E575D53BA6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700A1869-6358-4C7E-9EBC-287F3FB46E52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0834216A-C70C-422C-ABD8-63C6BB9C5991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BEC73FF6-A764-405E-838F-7F00920C3F06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66797895-84DF-49A6-8695-10D92F12627E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1B256AAD-964E-4F30-BF9E-FBF7C74ED9E6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DCC406D6-1251-44F1-BB74-89A9D36F4103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C2ADDEB9-93E8-49DC-93E2-D7BDFCD41F13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803C6366-EBAB-4210-8DBA-06713D3A6767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CBAD29CF-892A-4F02-BDEE-91EE812C624C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63F3B21C-22D2-4A9B-A320-7274A10F2566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EAEF0F17-506E-4D7C-AEC9-059CBCDA5DF5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077BE77F-7120-4BDA-9895-626BD9B4B0F9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5786C620-84CD-439F-8830-08E11F365E3C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78980D30-F1B1-4F06-AFA6-ADA1DF0869F2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7DC88163-D6FF-4F15-B045-8A6C4CE6ADCB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ED79D155-2692-414E-A073-91BDEE8FEFBC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945048DB-3F4A-4571-967D-5B43BCC4A976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B6AACAE5-52A1-40AA-8401-F0E187E366F7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3985A176-3FAA-4C97-85B7-1875A4721C26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3EB94480-DFD6-403E-AD4C-DEB5905F9C83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F804B6C0-4658-4A95-AED4-042FA61013B8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097ACA5C-C909-4DB6-9005-24A78487EA2C}"/>
              </a:ext>
            </a:extLst>
          </p:cNvPr>
          <p:cNvGrpSpPr/>
          <p:nvPr/>
        </p:nvGrpSpPr>
        <p:grpSpPr>
          <a:xfrm>
            <a:off x="7453995" y="2577906"/>
            <a:ext cx="1568989" cy="1534622"/>
            <a:chOff x="1116687" y="2876931"/>
            <a:chExt cx="1568989" cy="15346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056AAE47-7CE1-473B-B9A5-C10BA45086DB}"/>
                </a:ext>
              </a:extLst>
            </p:cNvPr>
            <p:cNvGrpSpPr/>
            <p:nvPr/>
          </p:nvGrpSpPr>
          <p:grpSpPr>
            <a:xfrm>
              <a:off x="1116687" y="3390252"/>
              <a:ext cx="521228" cy="510538"/>
              <a:chOff x="2274846" y="1095709"/>
              <a:chExt cx="1352962" cy="1355911"/>
            </a:xfrm>
            <a:effectLst/>
          </p:grpSpPr>
          <p:sp>
            <p:nvSpPr>
              <p:cNvPr id="313" name="Rectangle 312">
                <a:extLst>
                  <a:ext uri="{FF2B5EF4-FFF2-40B4-BE49-F238E27FC236}">
                    <a16:creationId xmlns:a16="http://schemas.microsoft.com/office/drawing/2014/main" id="{7B796AD0-C927-4EE8-9E8A-2F3A7DCA36FE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5639408D-FEDE-40B8-BE31-F507BF7CD169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9ADC9ECD-B575-401D-9CBA-09D882E98512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6" name="Rectangle 315">
                <a:extLst>
                  <a:ext uri="{FF2B5EF4-FFF2-40B4-BE49-F238E27FC236}">
                    <a16:creationId xmlns:a16="http://schemas.microsoft.com/office/drawing/2014/main" id="{0E6A88F2-ED5F-4C7A-9BED-47E350DAB751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01709899-7C6E-42DC-AF7D-583FCB80CAAD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9E0915B0-F3B2-49D1-9CCE-C4E8313193B1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B55C9FA4-3E6B-41EC-B95F-E56E364137C8}"/>
                </a:ext>
              </a:extLst>
            </p:cNvPr>
            <p:cNvGrpSpPr/>
            <p:nvPr/>
          </p:nvGrpSpPr>
          <p:grpSpPr>
            <a:xfrm>
              <a:off x="1116753" y="3900790"/>
              <a:ext cx="521294" cy="510538"/>
              <a:chOff x="9356965" y="2466176"/>
              <a:chExt cx="1353133" cy="1353312"/>
            </a:xfrm>
            <a:effectLst/>
          </p:grpSpPr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C76DCCDE-7ED4-4520-9DD9-BB64C4F0E2D4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B0B27E25-190D-4608-AD46-A8A747890493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1B269313-97A3-4672-B4D7-41B517CB816A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B95B3744-87E7-4E96-AF2E-6EF45A898DDE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B8EC2DAC-A5CB-418C-B8DC-8DD894B2FC6B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DAB16ADA-7460-4265-8CA1-6FA4B2392B77}"/>
                </a:ext>
              </a:extLst>
            </p:cNvPr>
            <p:cNvGrpSpPr/>
            <p:nvPr/>
          </p:nvGrpSpPr>
          <p:grpSpPr>
            <a:xfrm>
              <a:off x="1636117" y="3391429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0F9C37CB-5346-41B6-93EF-C4CEABB2E33D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A7130C0B-22FF-4DA5-984E-631439A678C1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E102D65B-270F-4F6B-97DA-57C87B09311B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E82FF0A6-D5C1-4698-9936-2BCCB0A1C001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03F6CF16-C8A7-4D90-9DE3-9D20B389F09E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6" name="Group 245">
              <a:extLst>
                <a:ext uri="{FF2B5EF4-FFF2-40B4-BE49-F238E27FC236}">
                  <a16:creationId xmlns:a16="http://schemas.microsoft.com/office/drawing/2014/main" id="{F255430A-C81B-4A26-8FD8-B22952AD9408}"/>
                </a:ext>
              </a:extLst>
            </p:cNvPr>
            <p:cNvGrpSpPr/>
            <p:nvPr/>
          </p:nvGrpSpPr>
          <p:grpSpPr>
            <a:xfrm>
              <a:off x="1636561" y="3900582"/>
              <a:ext cx="524311" cy="510954"/>
              <a:chOff x="902841" y="1533868"/>
              <a:chExt cx="1353132" cy="1353312"/>
            </a:xfrm>
            <a:effectLst/>
          </p:grpSpPr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012F2F20-FA61-4C54-A497-B60AA1B342EE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2F9242AA-507D-4A89-A4FB-4245D1BCE348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2A540595-E3E5-4CBF-A448-5E7AF543C1BB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09138D72-1E65-416C-AFAD-FADAE0767846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014FCD0F-F9D2-419E-BD55-FF8C0859CC66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4E3EDE3A-8640-47A9-B393-D927E43AC8D5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EA2C585E-0883-4C99-94E5-2EAF8E0D26B2}"/>
                </a:ext>
              </a:extLst>
            </p:cNvPr>
            <p:cNvGrpSpPr/>
            <p:nvPr/>
          </p:nvGrpSpPr>
          <p:grpSpPr>
            <a:xfrm>
              <a:off x="2159663" y="3900335"/>
              <a:ext cx="526013" cy="511218"/>
              <a:chOff x="7607604" y="4156548"/>
              <a:chExt cx="1352961" cy="1353312"/>
            </a:xfrm>
            <a:effectLst/>
          </p:grpSpPr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46B23ABD-01D7-4974-A6B5-1BAD59DBD0F1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FBFC7D41-69F6-4EB3-9CA3-9C80D567D04C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2EDC848E-5B3E-4590-9291-038070624AEE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097AAE73-0F84-4445-A91B-F64D1A2FAEC5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8" name="Group 247">
              <a:extLst>
                <a:ext uri="{FF2B5EF4-FFF2-40B4-BE49-F238E27FC236}">
                  <a16:creationId xmlns:a16="http://schemas.microsoft.com/office/drawing/2014/main" id="{77F0D506-6011-484D-A6FB-440B118CF01D}"/>
                </a:ext>
              </a:extLst>
            </p:cNvPr>
            <p:cNvGrpSpPr/>
            <p:nvPr/>
          </p:nvGrpSpPr>
          <p:grpSpPr>
            <a:xfrm>
              <a:off x="2160384" y="3389702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8A856874-21CA-4574-A0AC-1A935084BAFA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78E42061-E893-4388-9C9F-299A3CF03CC4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6CEB9BA6-38DB-405C-8F66-2841E299D75B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2FC96435-BBCF-410B-A341-E1B3D1F6FBBC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83F7D57B-9244-4969-A316-9DFF76C1E4E1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49" name="Group 248">
              <a:extLst>
                <a:ext uri="{FF2B5EF4-FFF2-40B4-BE49-F238E27FC236}">
                  <a16:creationId xmlns:a16="http://schemas.microsoft.com/office/drawing/2014/main" id="{32FB5FA9-32FB-44FE-96DE-94C34EBA0D72}"/>
                </a:ext>
              </a:extLst>
            </p:cNvPr>
            <p:cNvGrpSpPr/>
            <p:nvPr/>
          </p:nvGrpSpPr>
          <p:grpSpPr>
            <a:xfrm>
              <a:off x="2158868" y="2878823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4BD41061-C977-4135-8DC6-C1577206060D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00527C7B-C63C-4501-81FF-6273165E3D5B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F85C6BF5-D32A-40CE-99B0-416514C6BEF4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412BD5D2-6B43-404A-BAA8-E9446DFD59B3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BBEB4630-3D58-423A-9388-6F26955D392C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0" name="Group 249">
              <a:extLst>
                <a:ext uri="{FF2B5EF4-FFF2-40B4-BE49-F238E27FC236}">
                  <a16:creationId xmlns:a16="http://schemas.microsoft.com/office/drawing/2014/main" id="{783FE78D-2CBD-45D7-94E8-2B2E4CC10301}"/>
                </a:ext>
              </a:extLst>
            </p:cNvPr>
            <p:cNvGrpSpPr/>
            <p:nvPr/>
          </p:nvGrpSpPr>
          <p:grpSpPr>
            <a:xfrm>
              <a:off x="1633186" y="2878106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4881C1BC-5874-429F-89A5-E1D4E0DB4C7D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2144879F-9448-457A-9E7F-3512FDDE6284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1E434C00-370C-40DF-BD4D-50FC1468992A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5735CD09-5DDC-4DB0-9387-F519AB82AE25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53744E35-39B8-4355-854B-4F098B4EB073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C746F7EF-20D6-4272-9DF6-AADF58161582}"/>
                </a:ext>
              </a:extLst>
            </p:cNvPr>
            <p:cNvGrpSpPr/>
            <p:nvPr/>
          </p:nvGrpSpPr>
          <p:grpSpPr>
            <a:xfrm>
              <a:off x="1117501" y="2876931"/>
              <a:ext cx="519060" cy="512397"/>
              <a:chOff x="7605132" y="3950429"/>
              <a:chExt cx="1352962" cy="1353312"/>
            </a:xfrm>
            <a:effectLst/>
          </p:grpSpPr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F6A2D2DF-4CFE-4400-A099-1EF8A62FD7E9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21558923-BAAB-4BF1-8350-FD4FDF0994A9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F3CDC4A3-AE6E-4E70-9929-52E1149DBBEA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7D4C3A01-2549-4472-911C-ED4F32DCABD0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900149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6" name="Rectangle: Rounded Corners 5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: Rounded Corners 157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161" name="TextBox 160"/>
          <p:cNvSpPr txBox="1"/>
          <p:nvPr/>
        </p:nvSpPr>
        <p:spPr>
          <a:xfrm>
            <a:off x="1021885" y="1811976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88012" y="2189854"/>
            <a:ext cx="1535266" cy="215167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7145883" y="1636741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This system produces</a:t>
            </a:r>
          </a:p>
          <a:p>
            <a:r>
              <a:rPr lang="en-US" dirty="0">
                <a:solidFill>
                  <a:schemeClr val="bg1"/>
                </a:solidFill>
              </a:rPr>
              <a:t>a 3x3 square: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325050" y="4864419"/>
            <a:ext cx="2056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Tile Complexity = 6</a:t>
            </a:r>
          </a:p>
        </p:txBody>
      </p:sp>
      <p:cxnSp>
        <p:nvCxnSpPr>
          <p:cNvPr id="118" name="Straight Connector 117"/>
          <p:cNvCxnSpPr>
            <a:cxnSpLocks/>
            <a:endCxn id="117" idx="0"/>
          </p:cNvCxnSpPr>
          <p:nvPr/>
        </p:nvCxnSpPr>
        <p:spPr>
          <a:xfrm>
            <a:off x="1764144" y="4397189"/>
            <a:ext cx="589329" cy="46723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F5FF178-5939-4514-9A9B-181BB44D2EF6}"/>
              </a:ext>
            </a:extLst>
          </p:cNvPr>
          <p:cNvSpPr/>
          <p:nvPr/>
        </p:nvSpPr>
        <p:spPr>
          <a:xfrm>
            <a:off x="4632545" y="4630804"/>
            <a:ext cx="4591451" cy="1267698"/>
          </a:xfrm>
          <a:prstGeom prst="round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dirty="0">
                <a:solidFill>
                  <a:srgbClr val="FF0000"/>
                </a:solidFill>
              </a:rPr>
              <a:t>   			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BCD08C4C-FF14-48C4-9430-0D60D10240A1}"/>
              </a:ext>
            </a:extLst>
          </p:cNvPr>
          <p:cNvSpPr txBox="1"/>
          <p:nvPr/>
        </p:nvSpPr>
        <p:spPr>
          <a:xfrm>
            <a:off x="3258801" y="373996"/>
            <a:ext cx="55032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Tile Self-Assembly (2HAM)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FA0CD3-6F9D-42A9-9C2C-3DF81E4415ED}"/>
              </a:ext>
            </a:extLst>
          </p:cNvPr>
          <p:cNvSpPr txBox="1"/>
          <p:nvPr/>
        </p:nvSpPr>
        <p:spPr>
          <a:xfrm>
            <a:off x="4763025" y="4976766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n </a:t>
            </a:r>
            <a:r>
              <a:rPr lang="en-US" sz="2400" dirty="0">
                <a:solidFill>
                  <a:srgbClr val="FF0000"/>
                </a:solidFill>
              </a:rPr>
              <a:t>x </a:t>
            </a:r>
            <a:r>
              <a:rPr lang="en-US" sz="2400" i="1" dirty="0">
                <a:solidFill>
                  <a:srgbClr val="FF0000"/>
                </a:solidFill>
              </a:rPr>
              <a:t>n </a:t>
            </a:r>
            <a:r>
              <a:rPr lang="en-US" sz="2400" dirty="0">
                <a:solidFill>
                  <a:srgbClr val="FF0000"/>
                </a:solidFill>
              </a:rPr>
              <a:t>squares:</a:t>
            </a:r>
            <a:endParaRPr lang="en-US" sz="2400" i="1" dirty="0">
              <a:solidFill>
                <a:srgbClr val="FF0000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C011E7-E98D-45AA-B4DD-98E7DC6319EB}"/>
              </a:ext>
            </a:extLst>
          </p:cNvPr>
          <p:cNvGrpSpPr/>
          <p:nvPr/>
        </p:nvGrpSpPr>
        <p:grpSpPr>
          <a:xfrm>
            <a:off x="6758407" y="4792101"/>
            <a:ext cx="2116285" cy="830997"/>
            <a:chOff x="6576982" y="4792101"/>
            <a:chExt cx="2116285" cy="830997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18A48275-8D83-4BE3-B322-BECC0107DF0F}"/>
                </a:ext>
              </a:extLst>
            </p:cNvPr>
            <p:cNvSpPr txBox="1"/>
            <p:nvPr/>
          </p:nvSpPr>
          <p:spPr>
            <a:xfrm>
              <a:off x="6576982" y="4792101"/>
              <a:ext cx="211628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4800" dirty="0">
                  <a:solidFill>
                    <a:srgbClr val="FF0000"/>
                  </a:solidFill>
                </a:rPr>
                <a:t>Ω</a:t>
              </a:r>
              <a:r>
                <a:rPr lang="en-US" sz="4800" dirty="0">
                  <a:solidFill>
                    <a:srgbClr val="FF0000"/>
                  </a:solidFill>
                </a:rPr>
                <a:t>(       )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3BA4659-67CA-4BA2-94BB-ABBF8777A84A}"/>
                </a:ext>
              </a:extLst>
            </p:cNvPr>
            <p:cNvCxnSpPr/>
            <p:nvPr/>
          </p:nvCxnSpPr>
          <p:spPr>
            <a:xfrm>
              <a:off x="7368644" y="5257949"/>
              <a:ext cx="97409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FC7619A-725C-440C-9D86-F9B8AB013EB3}"/>
                </a:ext>
              </a:extLst>
            </p:cNvPr>
            <p:cNvSpPr txBox="1"/>
            <p:nvPr/>
          </p:nvSpPr>
          <p:spPr>
            <a:xfrm>
              <a:off x="7463747" y="4862739"/>
              <a:ext cx="88517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log </a:t>
              </a:r>
              <a:r>
                <a:rPr lang="en-US" sz="2400" i="1" dirty="0">
                  <a:solidFill>
                    <a:srgbClr val="FF0000"/>
                  </a:solidFill>
                </a:rPr>
                <a:t>n </a:t>
              </a:r>
              <a:endParaRPr lang="en-US" sz="2400" dirty="0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063624D9-653D-4247-A0B6-38D3423ADC64}"/>
                </a:ext>
              </a:extLst>
            </p:cNvPr>
            <p:cNvSpPr txBox="1"/>
            <p:nvPr/>
          </p:nvSpPr>
          <p:spPr>
            <a:xfrm>
              <a:off x="7228907" y="5153879"/>
              <a:ext cx="13548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log </a:t>
              </a:r>
              <a:r>
                <a:rPr lang="en-US" sz="2400" dirty="0" err="1">
                  <a:solidFill>
                    <a:srgbClr val="FF0000"/>
                  </a:solidFill>
                </a:rPr>
                <a:t>log</a:t>
              </a:r>
              <a:r>
                <a:rPr lang="en-US" sz="2400" dirty="0">
                  <a:solidFill>
                    <a:srgbClr val="FF0000"/>
                  </a:solidFill>
                </a:rPr>
                <a:t> </a:t>
              </a:r>
              <a:r>
                <a:rPr lang="en-US" sz="2400" i="1" dirty="0">
                  <a:solidFill>
                    <a:srgbClr val="FF0000"/>
                  </a:solidFill>
                </a:rPr>
                <a:t>n </a:t>
              </a:r>
              <a:endParaRPr lang="en-US" sz="2400" dirty="0"/>
            </a:p>
          </p:txBody>
        </p:sp>
      </p:grpSp>
      <p:sp>
        <p:nvSpPr>
          <p:cNvPr id="214" name="TextBox 213">
            <a:extLst>
              <a:ext uri="{FF2B5EF4-FFF2-40B4-BE49-F238E27FC236}">
                <a16:creationId xmlns:a16="http://schemas.microsoft.com/office/drawing/2014/main" id="{9E9EF5AE-5816-475A-B36E-2BD252CEC444}"/>
              </a:ext>
            </a:extLst>
          </p:cNvPr>
          <p:cNvSpPr txBox="1"/>
          <p:nvPr/>
        </p:nvSpPr>
        <p:spPr>
          <a:xfrm>
            <a:off x="4555724" y="5898502"/>
            <a:ext cx="2851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Rothemund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Winfree</a:t>
            </a:r>
            <a:r>
              <a:rPr lang="en-US" dirty="0">
                <a:solidFill>
                  <a:srgbClr val="FF0000"/>
                </a:solidFill>
              </a:rPr>
              <a:t>, 2000)</a:t>
            </a:r>
            <a:endParaRPr lang="en-US" i="1" dirty="0">
              <a:solidFill>
                <a:srgbClr val="FF0000"/>
              </a:solidFill>
            </a:endParaRPr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EB797EF-3C62-45B8-90EF-02B5B7134A2E}"/>
              </a:ext>
            </a:extLst>
          </p:cNvPr>
          <p:cNvGrpSpPr/>
          <p:nvPr/>
        </p:nvGrpSpPr>
        <p:grpSpPr>
          <a:xfrm>
            <a:off x="1189882" y="2277661"/>
            <a:ext cx="1292387" cy="1930154"/>
            <a:chOff x="1172407" y="197026"/>
            <a:chExt cx="1292387" cy="1930154"/>
          </a:xfrm>
        </p:grpSpPr>
        <p:grpSp>
          <p:nvGrpSpPr>
            <p:cNvPr id="216" name="Group 215">
              <a:extLst>
                <a:ext uri="{FF2B5EF4-FFF2-40B4-BE49-F238E27FC236}">
                  <a16:creationId xmlns:a16="http://schemas.microsoft.com/office/drawing/2014/main" id="{34698844-A8E0-4EA7-B005-D96B69DD4FF4}"/>
                </a:ext>
              </a:extLst>
            </p:cNvPr>
            <p:cNvGrpSpPr/>
            <p:nvPr/>
          </p:nvGrpSpPr>
          <p:grpSpPr>
            <a:xfrm>
              <a:off x="1937147" y="197026"/>
              <a:ext cx="521228" cy="510538"/>
              <a:chOff x="2274846" y="1095709"/>
              <a:chExt cx="1352962" cy="135591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2FB1AC93-E0D0-4D12-8008-02600D2330E0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D229C01C-AE3D-4E7A-A93E-EDCD50F68478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E966FBB1-9BB3-4971-BE7A-69B0AD560DAF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3C81CAAE-852A-4ADF-8279-23F5B0E74813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741BF292-B84F-4B3A-B9C5-1CFF1DF4C3A7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001350F2-8137-49D1-9D79-BA9B695DDCF8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7" name="Group 216">
              <a:extLst>
                <a:ext uri="{FF2B5EF4-FFF2-40B4-BE49-F238E27FC236}">
                  <a16:creationId xmlns:a16="http://schemas.microsoft.com/office/drawing/2014/main" id="{ABE9BBB7-C473-4F08-A97C-60624DB23F9E}"/>
                </a:ext>
              </a:extLst>
            </p:cNvPr>
            <p:cNvGrpSpPr/>
            <p:nvPr/>
          </p:nvGrpSpPr>
          <p:grpSpPr>
            <a:xfrm>
              <a:off x="1179279" y="205090"/>
              <a:ext cx="521294" cy="510538"/>
              <a:chOff x="9356965" y="2466176"/>
              <a:chExt cx="1353133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90A1EB28-2AC9-4CE5-8432-E7BC172CDE46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C0C35167-4930-49BD-A888-D6A56ADB88B0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240E9203-C8CF-4B60-A615-CE5D4DE99386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59699979-FAC2-4053-8779-B6A8E729D22E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AD32BC66-9B3B-4803-A759-921DC21929A6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8" name="Group 217">
              <a:extLst>
                <a:ext uri="{FF2B5EF4-FFF2-40B4-BE49-F238E27FC236}">
                  <a16:creationId xmlns:a16="http://schemas.microsoft.com/office/drawing/2014/main" id="{8DDA576D-FE3F-406A-9620-4AE146D701E1}"/>
                </a:ext>
              </a:extLst>
            </p:cNvPr>
            <p:cNvGrpSpPr/>
            <p:nvPr/>
          </p:nvGrpSpPr>
          <p:grpSpPr>
            <a:xfrm>
              <a:off x="1931568" y="1603106"/>
              <a:ext cx="524570" cy="510538"/>
              <a:chOff x="9180347" y="98749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450B8793-37F1-4BB4-93D7-27C48526C1F2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C47096A7-6BA8-4EA8-8514-723BA2F3B5C0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4704DB47-AC3F-4F0A-BFA0-00848ACBB3F9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4C9E248F-0427-45A0-A05D-0130F97B52AB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85CDEABE-C65E-4DA8-8C4C-69233E16D872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19" name="Group 218">
              <a:extLst>
                <a:ext uri="{FF2B5EF4-FFF2-40B4-BE49-F238E27FC236}">
                  <a16:creationId xmlns:a16="http://schemas.microsoft.com/office/drawing/2014/main" id="{36EDE17D-5A6D-4975-B6B4-CB112827E8EC}"/>
                </a:ext>
              </a:extLst>
            </p:cNvPr>
            <p:cNvGrpSpPr/>
            <p:nvPr/>
          </p:nvGrpSpPr>
          <p:grpSpPr>
            <a:xfrm>
              <a:off x="1938586" y="898943"/>
              <a:ext cx="526208" cy="510729"/>
              <a:chOff x="7605132" y="3950429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B0BA86D8-7176-45BE-BC32-077126EECDDE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FFA4B81E-EEF0-48EA-9005-D936ABE1EDB0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0BAEA553-3C5E-4304-AED1-D75A083EC872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E4F2464A-0E5B-441F-9FCF-2ACEBAB5E9B9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1B7E1FE7-C920-417D-983C-390AB2666DEF}"/>
                </a:ext>
              </a:extLst>
            </p:cNvPr>
            <p:cNvGrpSpPr/>
            <p:nvPr/>
          </p:nvGrpSpPr>
          <p:grpSpPr>
            <a:xfrm>
              <a:off x="1172407" y="1616226"/>
              <a:ext cx="524311" cy="510954"/>
              <a:chOff x="902841" y="1533868"/>
              <a:chExt cx="135313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115DE6DA-171C-4463-A163-595A2B58B71F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9EDF5447-560A-4DEC-9B71-23C691EC3E63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1B4A2690-9D14-41D2-98FF-353738327090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32E7803A-71A0-44ED-BFA8-5E5DBA0067D1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6A11C898-17B3-4C55-921B-D599170E1F36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36EA91E7-5AAF-4883-9CF4-C7A9F3ADEA39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1668B8E2-99F0-47AD-8F91-1A45218F62B8}"/>
                </a:ext>
              </a:extLst>
            </p:cNvPr>
            <p:cNvGrpSpPr/>
            <p:nvPr/>
          </p:nvGrpSpPr>
          <p:grpSpPr>
            <a:xfrm>
              <a:off x="1176724" y="905404"/>
              <a:ext cx="526013" cy="511218"/>
              <a:chOff x="7607604" y="4156548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5E2FC4E6-8D6F-4E18-8E84-16080CCFFF48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317CBA17-C721-4391-850A-AC11FFFD9D24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FD1F81BF-8DBC-458E-B9A2-BA0B165D24B8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0677852C-8F64-46AE-A146-493A58B24866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46CCF0D7-7FFD-4E65-87E1-0795F7D1A0A1}"/>
              </a:ext>
            </a:extLst>
          </p:cNvPr>
          <p:cNvGrpSpPr/>
          <p:nvPr/>
        </p:nvGrpSpPr>
        <p:grpSpPr>
          <a:xfrm>
            <a:off x="7453995" y="2577906"/>
            <a:ext cx="1568989" cy="1534622"/>
            <a:chOff x="1116687" y="2876931"/>
            <a:chExt cx="1568989" cy="153462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53" name="Group 252">
              <a:extLst>
                <a:ext uri="{FF2B5EF4-FFF2-40B4-BE49-F238E27FC236}">
                  <a16:creationId xmlns:a16="http://schemas.microsoft.com/office/drawing/2014/main" id="{98D2D8B5-F08D-4A48-AAB4-13E2E8098EB4}"/>
                </a:ext>
              </a:extLst>
            </p:cNvPr>
            <p:cNvGrpSpPr/>
            <p:nvPr/>
          </p:nvGrpSpPr>
          <p:grpSpPr>
            <a:xfrm>
              <a:off x="1116687" y="3390252"/>
              <a:ext cx="521228" cy="510538"/>
              <a:chOff x="2274846" y="1095709"/>
              <a:chExt cx="1352962" cy="1355911"/>
            </a:xfrm>
            <a:effectLst/>
          </p:grpSpPr>
          <p:sp>
            <p:nvSpPr>
              <p:cNvPr id="323" name="Rectangle 322">
                <a:extLst>
                  <a:ext uri="{FF2B5EF4-FFF2-40B4-BE49-F238E27FC236}">
                    <a16:creationId xmlns:a16="http://schemas.microsoft.com/office/drawing/2014/main" id="{B43C48E0-92C6-4AEB-B639-5F16BC30CAE3}"/>
                  </a:ext>
                </a:extLst>
              </p:cNvPr>
              <p:cNvSpPr/>
              <p:nvPr/>
            </p:nvSpPr>
            <p:spPr>
              <a:xfrm rot="5400000">
                <a:off x="2274671" y="109848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4" name="Rectangle 323">
                <a:extLst>
                  <a:ext uri="{FF2B5EF4-FFF2-40B4-BE49-F238E27FC236}">
                    <a16:creationId xmlns:a16="http://schemas.microsoft.com/office/drawing/2014/main" id="{A433CDFD-49B8-4F8B-BA4E-8D7496E91883}"/>
                  </a:ext>
                </a:extLst>
              </p:cNvPr>
              <p:cNvSpPr/>
              <p:nvPr/>
            </p:nvSpPr>
            <p:spPr>
              <a:xfrm rot="10800000">
                <a:off x="3411197" y="159413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643C3D91-CFF7-4858-A156-8A8CC9DCCC63}"/>
                  </a:ext>
                </a:extLst>
              </p:cNvPr>
              <p:cNvSpPr/>
              <p:nvPr/>
            </p:nvSpPr>
            <p:spPr>
              <a:xfrm rot="16200000">
                <a:off x="3080342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40C7EE14-0B60-4354-A0EE-D37F48D6FFAA}"/>
                  </a:ext>
                </a:extLst>
              </p:cNvPr>
              <p:cNvSpPr/>
              <p:nvPr/>
            </p:nvSpPr>
            <p:spPr>
              <a:xfrm rot="16200000">
                <a:off x="2632225" y="2162483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7" name="Rectangle 326">
                <a:extLst>
                  <a:ext uri="{FF2B5EF4-FFF2-40B4-BE49-F238E27FC236}">
                    <a16:creationId xmlns:a16="http://schemas.microsoft.com/office/drawing/2014/main" id="{1785B6B2-5DCD-4AE3-9DAD-B9DADE6BDA78}"/>
                  </a:ext>
                </a:extLst>
              </p:cNvPr>
              <p:cNvSpPr/>
              <p:nvPr/>
            </p:nvSpPr>
            <p:spPr>
              <a:xfrm rot="16200000">
                <a:off x="3080342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EC5481E1-DA64-42A7-96CE-1B37B6604F3E}"/>
                  </a:ext>
                </a:extLst>
              </p:cNvPr>
              <p:cNvSpPr/>
              <p:nvPr/>
            </p:nvSpPr>
            <p:spPr>
              <a:xfrm rot="16200000">
                <a:off x="2632225" y="1023183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4" name="Group 253">
              <a:extLst>
                <a:ext uri="{FF2B5EF4-FFF2-40B4-BE49-F238E27FC236}">
                  <a16:creationId xmlns:a16="http://schemas.microsoft.com/office/drawing/2014/main" id="{5739EE1C-4B9D-4FE6-92BB-7E2C1271EA2B}"/>
                </a:ext>
              </a:extLst>
            </p:cNvPr>
            <p:cNvGrpSpPr/>
            <p:nvPr/>
          </p:nvGrpSpPr>
          <p:grpSpPr>
            <a:xfrm>
              <a:off x="1116753" y="3900790"/>
              <a:ext cx="521294" cy="510538"/>
              <a:chOff x="9356965" y="2466176"/>
              <a:chExt cx="1353133" cy="1353312"/>
            </a:xfrm>
            <a:effectLst/>
          </p:grpSpPr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A2955F50-97BF-496E-8893-2DB6333EF551}"/>
                  </a:ext>
                </a:extLst>
              </p:cNvPr>
              <p:cNvSpPr/>
              <p:nvPr/>
            </p:nvSpPr>
            <p:spPr>
              <a:xfrm rot="5400000">
                <a:off x="9356790" y="2466351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3139F47B-3CF7-4301-987B-88AE38ECFA77}"/>
                  </a:ext>
                </a:extLst>
              </p:cNvPr>
              <p:cNvSpPr/>
              <p:nvPr/>
            </p:nvSpPr>
            <p:spPr>
              <a:xfrm rot="5400000">
                <a:off x="9714891" y="2393911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4434B340-069D-4270-93B3-83F5F44A7F95}"/>
                  </a:ext>
                </a:extLst>
              </p:cNvPr>
              <p:cNvSpPr/>
              <p:nvPr/>
            </p:nvSpPr>
            <p:spPr>
              <a:xfrm rot="5400000">
                <a:off x="10159816" y="2393740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5C9A00A6-1F86-4DA1-96C8-41EB54124405}"/>
                  </a:ext>
                </a:extLst>
              </p:cNvPr>
              <p:cNvSpPr/>
              <p:nvPr/>
            </p:nvSpPr>
            <p:spPr>
              <a:xfrm>
                <a:off x="10493487" y="3172164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16F3BCC4-DFB8-4AA4-93A0-E6201AFF3967}"/>
                  </a:ext>
                </a:extLst>
              </p:cNvPr>
              <p:cNvSpPr/>
              <p:nvPr/>
            </p:nvSpPr>
            <p:spPr>
              <a:xfrm>
                <a:off x="10493316" y="2727239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097DD33A-839D-45DA-B3D3-609DC04AB799}"/>
                </a:ext>
              </a:extLst>
            </p:cNvPr>
            <p:cNvGrpSpPr/>
            <p:nvPr/>
          </p:nvGrpSpPr>
          <p:grpSpPr>
            <a:xfrm>
              <a:off x="1636117" y="3391429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313" name="Rectangle 312">
                <a:extLst>
                  <a:ext uri="{FF2B5EF4-FFF2-40B4-BE49-F238E27FC236}">
                    <a16:creationId xmlns:a16="http://schemas.microsoft.com/office/drawing/2014/main" id="{1AC2EFD2-9C68-44E2-B57E-BD939CCF0B21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4" name="Rectangle 313">
                <a:extLst>
                  <a:ext uri="{FF2B5EF4-FFF2-40B4-BE49-F238E27FC236}">
                    <a16:creationId xmlns:a16="http://schemas.microsoft.com/office/drawing/2014/main" id="{3C81C110-D36C-4FA8-92A3-663722BD0857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5" name="Rectangle 314">
                <a:extLst>
                  <a:ext uri="{FF2B5EF4-FFF2-40B4-BE49-F238E27FC236}">
                    <a16:creationId xmlns:a16="http://schemas.microsoft.com/office/drawing/2014/main" id="{D24E7CE1-994D-49B7-8078-05BC244114EB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6" name="Rectangle 315">
                <a:extLst>
                  <a:ext uri="{FF2B5EF4-FFF2-40B4-BE49-F238E27FC236}">
                    <a16:creationId xmlns:a16="http://schemas.microsoft.com/office/drawing/2014/main" id="{9DE3F61C-A11D-4F4D-8A06-BE3CA7982048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7" name="Rectangle 316">
                <a:extLst>
                  <a:ext uri="{FF2B5EF4-FFF2-40B4-BE49-F238E27FC236}">
                    <a16:creationId xmlns:a16="http://schemas.microsoft.com/office/drawing/2014/main" id="{FE58B20F-415F-48FE-9950-A0EBCDF7AB78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7CDD522D-3E84-4E27-94C0-0120C5A5C950}"/>
                </a:ext>
              </a:extLst>
            </p:cNvPr>
            <p:cNvGrpSpPr/>
            <p:nvPr/>
          </p:nvGrpSpPr>
          <p:grpSpPr>
            <a:xfrm>
              <a:off x="1636561" y="3900582"/>
              <a:ext cx="524311" cy="510954"/>
              <a:chOff x="902841" y="1533868"/>
              <a:chExt cx="1353132" cy="1353312"/>
            </a:xfrm>
            <a:effectLst/>
          </p:grpSpPr>
          <p:sp>
            <p:nvSpPr>
              <p:cNvPr id="307" name="Rectangle 306">
                <a:extLst>
                  <a:ext uri="{FF2B5EF4-FFF2-40B4-BE49-F238E27FC236}">
                    <a16:creationId xmlns:a16="http://schemas.microsoft.com/office/drawing/2014/main" id="{C967E357-E8A4-4904-9AE3-01B5025C40D6}"/>
                  </a:ext>
                </a:extLst>
              </p:cNvPr>
              <p:cNvSpPr/>
              <p:nvPr/>
            </p:nvSpPr>
            <p:spPr>
              <a:xfrm rot="5400000">
                <a:off x="902837" y="153404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261F6938-B96A-4677-8E97-A077645ADC1D}"/>
                  </a:ext>
                </a:extLst>
              </p:cNvPr>
              <p:cNvSpPr/>
              <p:nvPr/>
            </p:nvSpPr>
            <p:spPr>
              <a:xfrm>
                <a:off x="903012" y="2239856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68F92CF3-D18C-45F7-87EB-DCA1501EB43B}"/>
                  </a:ext>
                </a:extLst>
              </p:cNvPr>
              <p:cNvSpPr/>
              <p:nvPr/>
            </p:nvSpPr>
            <p:spPr>
              <a:xfrm>
                <a:off x="902841" y="1794931"/>
                <a:ext cx="216611" cy="361663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C1A6A872-69D6-4C9C-B7BB-B55FC8BD2110}"/>
                  </a:ext>
                </a:extLst>
              </p:cNvPr>
              <p:cNvSpPr/>
              <p:nvPr/>
            </p:nvSpPr>
            <p:spPr>
              <a:xfrm rot="16200000">
                <a:off x="1471186" y="146314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1" name="Rectangle 310">
                <a:extLst>
                  <a:ext uri="{FF2B5EF4-FFF2-40B4-BE49-F238E27FC236}">
                    <a16:creationId xmlns:a16="http://schemas.microsoft.com/office/drawing/2014/main" id="{F5A99A26-49BA-4615-AC2C-1F28046FEC86}"/>
                  </a:ext>
                </a:extLst>
              </p:cNvPr>
              <p:cNvSpPr/>
              <p:nvPr/>
            </p:nvSpPr>
            <p:spPr>
              <a:xfrm>
                <a:off x="2037062" y="223985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2" name="Rectangle 311">
                <a:extLst>
                  <a:ext uri="{FF2B5EF4-FFF2-40B4-BE49-F238E27FC236}">
                    <a16:creationId xmlns:a16="http://schemas.microsoft.com/office/drawing/2014/main" id="{93C9D200-C35D-4288-B582-299963A36D1D}"/>
                  </a:ext>
                </a:extLst>
              </p:cNvPr>
              <p:cNvSpPr/>
              <p:nvPr/>
            </p:nvSpPr>
            <p:spPr>
              <a:xfrm>
                <a:off x="2036891" y="179493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7" name="Group 256">
              <a:extLst>
                <a:ext uri="{FF2B5EF4-FFF2-40B4-BE49-F238E27FC236}">
                  <a16:creationId xmlns:a16="http://schemas.microsoft.com/office/drawing/2014/main" id="{29C939D8-C46D-4491-9B95-4672A0E18755}"/>
                </a:ext>
              </a:extLst>
            </p:cNvPr>
            <p:cNvGrpSpPr/>
            <p:nvPr/>
          </p:nvGrpSpPr>
          <p:grpSpPr>
            <a:xfrm>
              <a:off x="2159663" y="3900335"/>
              <a:ext cx="526013" cy="511218"/>
              <a:chOff x="7607604" y="4156548"/>
              <a:chExt cx="1352961" cy="1353312"/>
            </a:xfrm>
            <a:effectLst/>
          </p:grpSpPr>
          <p:sp>
            <p:nvSpPr>
              <p:cNvPr id="303" name="Rectangle 302">
                <a:extLst>
                  <a:ext uri="{FF2B5EF4-FFF2-40B4-BE49-F238E27FC236}">
                    <a16:creationId xmlns:a16="http://schemas.microsoft.com/office/drawing/2014/main" id="{AE077C9E-444E-486F-BAA3-590A8963FD58}"/>
                  </a:ext>
                </a:extLst>
              </p:cNvPr>
              <p:cNvSpPr/>
              <p:nvPr/>
            </p:nvSpPr>
            <p:spPr>
              <a:xfrm rot="5400000">
                <a:off x="7607429" y="4156723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4" name="Rectangle 303">
                <a:extLst>
                  <a:ext uri="{FF2B5EF4-FFF2-40B4-BE49-F238E27FC236}">
                    <a16:creationId xmlns:a16="http://schemas.microsoft.com/office/drawing/2014/main" id="{F30487F8-C08D-4DBD-B99A-BEB64EE57E91}"/>
                  </a:ext>
                </a:extLst>
              </p:cNvPr>
              <p:cNvSpPr/>
              <p:nvPr/>
            </p:nvSpPr>
            <p:spPr>
              <a:xfrm rot="16200000">
                <a:off x="8175778" y="408582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5" name="Rectangle 304">
                <a:extLst>
                  <a:ext uri="{FF2B5EF4-FFF2-40B4-BE49-F238E27FC236}">
                    <a16:creationId xmlns:a16="http://schemas.microsoft.com/office/drawing/2014/main" id="{8EBD40F5-40AE-4D89-BCF6-5DEFCAA98D08}"/>
                  </a:ext>
                </a:extLst>
              </p:cNvPr>
              <p:cNvSpPr/>
              <p:nvPr/>
            </p:nvSpPr>
            <p:spPr>
              <a:xfrm>
                <a:off x="7607777" y="4862536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785E6052-1FCD-42C6-BADA-1CE4FD7F1739}"/>
                  </a:ext>
                </a:extLst>
              </p:cNvPr>
              <p:cNvSpPr/>
              <p:nvPr/>
            </p:nvSpPr>
            <p:spPr>
              <a:xfrm>
                <a:off x="7607606" y="4417611"/>
                <a:ext cx="216611" cy="361663"/>
              </a:xfrm>
              <a:prstGeom prst="rect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8" name="Group 257">
              <a:extLst>
                <a:ext uri="{FF2B5EF4-FFF2-40B4-BE49-F238E27FC236}">
                  <a16:creationId xmlns:a16="http://schemas.microsoft.com/office/drawing/2014/main" id="{30C55690-0501-4E64-9A00-67624E6FF7B9}"/>
                </a:ext>
              </a:extLst>
            </p:cNvPr>
            <p:cNvGrpSpPr/>
            <p:nvPr/>
          </p:nvGrpSpPr>
          <p:grpSpPr>
            <a:xfrm>
              <a:off x="2160384" y="3389702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98" name="Rectangle 297">
                <a:extLst>
                  <a:ext uri="{FF2B5EF4-FFF2-40B4-BE49-F238E27FC236}">
                    <a16:creationId xmlns:a16="http://schemas.microsoft.com/office/drawing/2014/main" id="{933B588D-9B3B-43DD-9570-F206C36FB68B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5C303880-2AD9-4C8F-890E-68E157C5E6FF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0" name="Rectangle 299">
                <a:extLst>
                  <a:ext uri="{FF2B5EF4-FFF2-40B4-BE49-F238E27FC236}">
                    <a16:creationId xmlns:a16="http://schemas.microsoft.com/office/drawing/2014/main" id="{DD451756-F45D-4CB5-B50D-59E3D8427E3F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1" name="Rectangle 300">
                <a:extLst>
                  <a:ext uri="{FF2B5EF4-FFF2-40B4-BE49-F238E27FC236}">
                    <a16:creationId xmlns:a16="http://schemas.microsoft.com/office/drawing/2014/main" id="{859DE63A-E7CF-41D0-8F30-2048703EE1BD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2" name="Rectangle 301">
                <a:extLst>
                  <a:ext uri="{FF2B5EF4-FFF2-40B4-BE49-F238E27FC236}">
                    <a16:creationId xmlns:a16="http://schemas.microsoft.com/office/drawing/2014/main" id="{2044A74A-DCD0-4025-96B5-61C724C951CC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59" name="Group 258">
              <a:extLst>
                <a:ext uri="{FF2B5EF4-FFF2-40B4-BE49-F238E27FC236}">
                  <a16:creationId xmlns:a16="http://schemas.microsoft.com/office/drawing/2014/main" id="{442D49A8-D3FA-4913-BEA0-7679779B5ADE}"/>
                </a:ext>
              </a:extLst>
            </p:cNvPr>
            <p:cNvGrpSpPr/>
            <p:nvPr/>
          </p:nvGrpSpPr>
          <p:grpSpPr>
            <a:xfrm>
              <a:off x="2158868" y="2878823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93" name="Rectangle 292">
                <a:extLst>
                  <a:ext uri="{FF2B5EF4-FFF2-40B4-BE49-F238E27FC236}">
                    <a16:creationId xmlns:a16="http://schemas.microsoft.com/office/drawing/2014/main" id="{AC5D9F0E-9B1D-454B-829F-F54DA5D22AB9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4" name="Rectangle 293">
                <a:extLst>
                  <a:ext uri="{FF2B5EF4-FFF2-40B4-BE49-F238E27FC236}">
                    <a16:creationId xmlns:a16="http://schemas.microsoft.com/office/drawing/2014/main" id="{99DCCC33-EF9D-400A-92EB-6C1DDBE39A87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5" name="Rectangle 294">
                <a:extLst>
                  <a:ext uri="{FF2B5EF4-FFF2-40B4-BE49-F238E27FC236}">
                    <a16:creationId xmlns:a16="http://schemas.microsoft.com/office/drawing/2014/main" id="{AE0E32E2-4C7E-46B2-8C4D-93F161DFE276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6" name="Rectangle 295">
                <a:extLst>
                  <a:ext uri="{FF2B5EF4-FFF2-40B4-BE49-F238E27FC236}">
                    <a16:creationId xmlns:a16="http://schemas.microsoft.com/office/drawing/2014/main" id="{2A3D942D-1C53-4F15-9D46-2065AA953F53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7" name="Rectangle 296">
                <a:extLst>
                  <a:ext uri="{FF2B5EF4-FFF2-40B4-BE49-F238E27FC236}">
                    <a16:creationId xmlns:a16="http://schemas.microsoft.com/office/drawing/2014/main" id="{C0719FA8-26E8-46B9-AB00-D33DF51456AA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60" name="Group 259">
              <a:extLst>
                <a:ext uri="{FF2B5EF4-FFF2-40B4-BE49-F238E27FC236}">
                  <a16:creationId xmlns:a16="http://schemas.microsoft.com/office/drawing/2014/main" id="{06900190-2765-49C4-B2B9-63D88C481B04}"/>
                </a:ext>
              </a:extLst>
            </p:cNvPr>
            <p:cNvGrpSpPr/>
            <p:nvPr/>
          </p:nvGrpSpPr>
          <p:grpSpPr>
            <a:xfrm>
              <a:off x="1633186" y="2878106"/>
              <a:ext cx="524570" cy="510538"/>
              <a:chOff x="9180347" y="987490"/>
              <a:chExt cx="1352962" cy="1353312"/>
            </a:xfrm>
            <a:effectLst/>
          </p:grpSpPr>
          <p:sp>
            <p:nvSpPr>
              <p:cNvPr id="288" name="Rectangle 287">
                <a:extLst>
                  <a:ext uri="{FF2B5EF4-FFF2-40B4-BE49-F238E27FC236}">
                    <a16:creationId xmlns:a16="http://schemas.microsoft.com/office/drawing/2014/main" id="{3840C2FF-15A3-4599-A74A-0349DDBA2D2E}"/>
                  </a:ext>
                </a:extLst>
              </p:cNvPr>
              <p:cNvSpPr/>
              <p:nvPr/>
            </p:nvSpPr>
            <p:spPr>
              <a:xfrm rot="5400000">
                <a:off x="9180172" y="98766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E6C2F138-237B-40FF-BD1C-2791D4D7A5DD}"/>
                  </a:ext>
                </a:extLst>
              </p:cNvPr>
              <p:cNvSpPr/>
              <p:nvPr/>
            </p:nvSpPr>
            <p:spPr>
              <a:xfrm rot="16200000">
                <a:off x="9748521" y="2051575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5134D877-A757-402F-B286-2C8B7A06E7C0}"/>
                  </a:ext>
                </a:extLst>
              </p:cNvPr>
              <p:cNvSpPr/>
              <p:nvPr/>
            </p:nvSpPr>
            <p:spPr>
              <a:xfrm rot="10800000">
                <a:off x="10316698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1" name="Rectangle 290">
                <a:extLst>
                  <a:ext uri="{FF2B5EF4-FFF2-40B4-BE49-F238E27FC236}">
                    <a16:creationId xmlns:a16="http://schemas.microsoft.com/office/drawing/2014/main" id="{0C947AA8-324B-4C7F-A16E-C692FF277341}"/>
                  </a:ext>
                </a:extLst>
              </p:cNvPr>
              <p:cNvSpPr/>
              <p:nvPr/>
            </p:nvSpPr>
            <p:spPr>
              <a:xfrm rot="16200000">
                <a:off x="9742794" y="915144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2" name="Rectangle 291">
                <a:extLst>
                  <a:ext uri="{FF2B5EF4-FFF2-40B4-BE49-F238E27FC236}">
                    <a16:creationId xmlns:a16="http://schemas.microsoft.com/office/drawing/2014/main" id="{57502D29-4D6C-4AB5-95E3-5D236A8898DE}"/>
                  </a:ext>
                </a:extLst>
              </p:cNvPr>
              <p:cNvSpPr/>
              <p:nvPr/>
            </p:nvSpPr>
            <p:spPr>
              <a:xfrm rot="10800000">
                <a:off x="9185077" y="148331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1925C70F-6125-439D-8FBE-78D48A0604B8}"/>
                </a:ext>
              </a:extLst>
            </p:cNvPr>
            <p:cNvGrpSpPr/>
            <p:nvPr/>
          </p:nvGrpSpPr>
          <p:grpSpPr>
            <a:xfrm>
              <a:off x="1117501" y="2876931"/>
              <a:ext cx="519060" cy="512397"/>
              <a:chOff x="7605132" y="3950429"/>
              <a:chExt cx="1352962" cy="1353312"/>
            </a:xfrm>
            <a:effectLst/>
          </p:grpSpPr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AF428708-7FBE-40EB-A413-15A0E30594F7}"/>
                  </a:ext>
                </a:extLst>
              </p:cNvPr>
              <p:cNvSpPr/>
              <p:nvPr/>
            </p:nvSpPr>
            <p:spPr>
              <a:xfrm rot="5400000">
                <a:off x="7604957" y="395060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2D52029A-C62C-45BE-8E5F-B108A86B7746}"/>
                  </a:ext>
                </a:extLst>
              </p:cNvPr>
              <p:cNvSpPr/>
              <p:nvPr/>
            </p:nvSpPr>
            <p:spPr>
              <a:xfrm rot="10800000">
                <a:off x="8741483" y="4446252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85EB476E-C80F-4137-B48F-D6F5AC25497C}"/>
                  </a:ext>
                </a:extLst>
              </p:cNvPr>
              <p:cNvSpPr/>
              <p:nvPr/>
            </p:nvSpPr>
            <p:spPr>
              <a:xfrm rot="16200000">
                <a:off x="8410628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7" name="Rectangle 286">
                <a:extLst>
                  <a:ext uri="{FF2B5EF4-FFF2-40B4-BE49-F238E27FC236}">
                    <a16:creationId xmlns:a16="http://schemas.microsoft.com/office/drawing/2014/main" id="{C382AA7B-FFE1-4531-BF99-E22FAC698F6C}"/>
                  </a:ext>
                </a:extLst>
              </p:cNvPr>
              <p:cNvSpPr/>
              <p:nvPr/>
            </p:nvSpPr>
            <p:spPr>
              <a:xfrm rot="16200000">
                <a:off x="7962511" y="5014604"/>
                <a:ext cx="216611" cy="3616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accent5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72877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12001" y="2182826"/>
            <a:ext cx="1535266" cy="151537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4285526" y="373996"/>
            <a:ext cx="34497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Negative Glues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Patitz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Schweller</a:t>
            </a:r>
            <a:r>
              <a:rPr lang="en-US" dirty="0">
                <a:solidFill>
                  <a:schemeClr val="bg1"/>
                </a:solidFill>
              </a:rPr>
              <a:t>, Summers, 2011)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80" name="Rectangle: Rounded Corners 79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: Rounded Corners 81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E82DC36-4B40-4EF7-9665-94D06EA2B811}"/>
              </a:ext>
            </a:extLst>
          </p:cNvPr>
          <p:cNvGrpSpPr/>
          <p:nvPr/>
        </p:nvGrpSpPr>
        <p:grpSpPr>
          <a:xfrm>
            <a:off x="1227432" y="2316367"/>
            <a:ext cx="1259033" cy="1221553"/>
            <a:chOff x="1227432" y="2316367"/>
            <a:chExt cx="1259033" cy="1221553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11490348-68FE-4B5A-9B1B-EDCAE05D3C11}"/>
                </a:ext>
              </a:extLst>
            </p:cNvPr>
            <p:cNvGrpSpPr/>
            <p:nvPr/>
          </p:nvGrpSpPr>
          <p:grpSpPr>
            <a:xfrm>
              <a:off x="1227432" y="2316367"/>
              <a:ext cx="519555" cy="508319"/>
              <a:chOff x="7617284" y="4008730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A5AE7AD3-0725-42C1-A7C3-05FDECB9818D}"/>
                  </a:ext>
                </a:extLst>
              </p:cNvPr>
              <p:cNvSpPr/>
              <p:nvPr/>
            </p:nvSpPr>
            <p:spPr>
              <a:xfrm rot="5400000">
                <a:off x="7617109" y="400890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0F6B2930-7C68-47DC-AEE4-26D340934DDC}"/>
                  </a:ext>
                </a:extLst>
              </p:cNvPr>
              <p:cNvSpPr/>
              <p:nvPr/>
            </p:nvSpPr>
            <p:spPr>
              <a:xfrm rot="16200000">
                <a:off x="8420135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9D2227C8-20A3-45AE-81B6-3A14AFB8E8DF}"/>
                  </a:ext>
                </a:extLst>
              </p:cNvPr>
              <p:cNvSpPr/>
              <p:nvPr/>
            </p:nvSpPr>
            <p:spPr>
              <a:xfrm rot="16200000">
                <a:off x="7972018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BEE98678-9A45-49EE-9543-BC3CFB2F740B}"/>
                  </a:ext>
                </a:extLst>
              </p:cNvPr>
              <p:cNvSpPr/>
              <p:nvPr/>
            </p:nvSpPr>
            <p:spPr>
              <a:xfrm rot="10800000">
                <a:off x="8750991" y="426979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0976D716-0B32-4A7B-A535-369F8B02F30A}"/>
                  </a:ext>
                </a:extLst>
              </p:cNvPr>
              <p:cNvSpPr/>
              <p:nvPr/>
            </p:nvSpPr>
            <p:spPr>
              <a:xfrm rot="10800000">
                <a:off x="8750990" y="4714718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B7468B5F-F711-4A43-8616-41328F1DBB68}"/>
                </a:ext>
              </a:extLst>
            </p:cNvPr>
            <p:cNvGrpSpPr/>
            <p:nvPr/>
          </p:nvGrpSpPr>
          <p:grpSpPr>
            <a:xfrm>
              <a:off x="1227432" y="3025916"/>
              <a:ext cx="516184" cy="509697"/>
              <a:chOff x="5887832" y="98758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2D69A023-EFDD-4AF9-8682-807B4959C447}"/>
                  </a:ext>
                </a:extLst>
              </p:cNvPr>
              <p:cNvSpPr/>
              <p:nvPr/>
            </p:nvSpPr>
            <p:spPr>
              <a:xfrm rot="5400000">
                <a:off x="5887657" y="98775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6861EFD3-4FE8-4A9F-8929-F795CA2773BE}"/>
                  </a:ext>
                </a:extLst>
              </p:cNvPr>
              <p:cNvSpPr/>
              <p:nvPr/>
            </p:nvSpPr>
            <p:spPr>
              <a:xfrm rot="5400000">
                <a:off x="6245758" y="9153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47EF4F9-41C6-4118-9F89-1D747DB3B6CD}"/>
                  </a:ext>
                </a:extLst>
              </p:cNvPr>
              <p:cNvSpPr/>
              <p:nvPr/>
            </p:nvSpPr>
            <p:spPr>
              <a:xfrm rot="5400000">
                <a:off x="6690683" y="915144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2A0EFFCF-4AC1-42DA-A145-4574BC0533A5}"/>
                  </a:ext>
                </a:extLst>
              </p:cNvPr>
              <p:cNvSpPr/>
              <p:nvPr/>
            </p:nvSpPr>
            <p:spPr>
              <a:xfrm rot="10800000">
                <a:off x="7024183" y="1483403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81D8670-3FE4-4597-ADDE-593CA719D9D1}"/>
                </a:ext>
              </a:extLst>
            </p:cNvPr>
            <p:cNvGrpSpPr/>
            <p:nvPr/>
          </p:nvGrpSpPr>
          <p:grpSpPr>
            <a:xfrm>
              <a:off x="1970281" y="3027816"/>
              <a:ext cx="516184" cy="510104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B2C35B6C-9EF9-469E-BC3F-0FDD2F2D28CC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66" name="Rectangle 65">
                  <a:extLst>
                    <a:ext uri="{FF2B5EF4-FFF2-40B4-BE49-F238E27FC236}">
                      <a16:creationId xmlns:a16="http://schemas.microsoft.com/office/drawing/2014/main" id="{E2718B99-0C87-4B3D-93E5-A6F1FDE62E7B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BAC35230-20D4-4DC2-901D-A2FE87AE5364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65" name="Octagon 64">
                <a:extLst>
                  <a:ext uri="{FF2B5EF4-FFF2-40B4-BE49-F238E27FC236}">
                    <a16:creationId xmlns:a16="http://schemas.microsoft.com/office/drawing/2014/main" id="{50ACA38B-9C2F-4393-B4F4-3978AB76ECF4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8047A59D-655E-42D6-83D7-97DE0D8DF75D}"/>
                </a:ext>
              </a:extLst>
            </p:cNvPr>
            <p:cNvGrpSpPr/>
            <p:nvPr/>
          </p:nvGrpSpPr>
          <p:grpSpPr>
            <a:xfrm>
              <a:off x="1966187" y="2321153"/>
              <a:ext cx="520277" cy="507598"/>
              <a:chOff x="7744151" y="3841463"/>
              <a:chExt cx="1353220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82E41B5-38C8-41CD-819B-9AC1F03E09BB}"/>
                  </a:ext>
                </a:extLst>
              </p:cNvPr>
              <p:cNvGrpSpPr/>
              <p:nvPr/>
            </p:nvGrpSpPr>
            <p:grpSpPr>
              <a:xfrm>
                <a:off x="7744151" y="3841463"/>
                <a:ext cx="1353220" cy="1353312"/>
                <a:chOff x="10729798" y="2463147"/>
                <a:chExt cx="1353220" cy="1353312"/>
              </a:xfrm>
            </p:grpSpPr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C333CF47-14ED-4CFB-9089-88E07CFC0648}"/>
                    </a:ext>
                  </a:extLst>
                </p:cNvPr>
                <p:cNvSpPr/>
                <p:nvPr/>
              </p:nvSpPr>
              <p:spPr>
                <a:xfrm rot="5400000">
                  <a:off x="10729883" y="2463323"/>
                  <a:ext cx="1353312" cy="1352959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EC3691BF-8B8C-452F-8EB7-CE0B67939F3C}"/>
                    </a:ext>
                  </a:extLst>
                </p:cNvPr>
                <p:cNvSpPr/>
                <p:nvPr/>
              </p:nvSpPr>
              <p:spPr>
                <a:xfrm rot="10800000">
                  <a:off x="10729799" y="2724301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63" name="Rectangle 62">
                  <a:extLst>
                    <a:ext uri="{FF2B5EF4-FFF2-40B4-BE49-F238E27FC236}">
                      <a16:creationId xmlns:a16="http://schemas.microsoft.com/office/drawing/2014/main" id="{8A38F06B-F3F9-4B51-A22C-CF95026F7EF7}"/>
                    </a:ext>
                  </a:extLst>
                </p:cNvPr>
                <p:cNvSpPr/>
                <p:nvPr/>
              </p:nvSpPr>
              <p:spPr>
                <a:xfrm rot="10800000">
                  <a:off x="10729798" y="3169226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59" name="Octagon 58">
                <a:extLst>
                  <a:ext uri="{FF2B5EF4-FFF2-40B4-BE49-F238E27FC236}">
                    <a16:creationId xmlns:a16="http://schemas.microsoft.com/office/drawing/2014/main" id="{EBC0B1DC-69F8-44D3-B5CF-401EFC354D5D}"/>
                  </a:ext>
                </a:extLst>
              </p:cNvPr>
              <p:cNvSpPr/>
              <p:nvPr/>
            </p:nvSpPr>
            <p:spPr>
              <a:xfrm>
                <a:off x="8251648" y="4828743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23739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12001" y="2182826"/>
            <a:ext cx="1535266" cy="151537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4488208" y="373996"/>
            <a:ext cx="30444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Negative Glues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80" name="Rectangle: Rounded Corners 79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: Rounded Corners 81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AD10ADD-876D-4F82-95AE-E98961A3FCC3}"/>
              </a:ext>
            </a:extLst>
          </p:cNvPr>
          <p:cNvGrpSpPr/>
          <p:nvPr/>
        </p:nvGrpSpPr>
        <p:grpSpPr>
          <a:xfrm>
            <a:off x="1227432" y="2316367"/>
            <a:ext cx="1259033" cy="1221553"/>
            <a:chOff x="1227432" y="2316367"/>
            <a:chExt cx="1259033" cy="1221553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4EF722BF-F3FC-4649-BFE6-D29DA5A6A2CA}"/>
                </a:ext>
              </a:extLst>
            </p:cNvPr>
            <p:cNvGrpSpPr/>
            <p:nvPr/>
          </p:nvGrpSpPr>
          <p:grpSpPr>
            <a:xfrm>
              <a:off x="1227432" y="2316367"/>
              <a:ext cx="519555" cy="508319"/>
              <a:chOff x="7617284" y="4008730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0915C8C7-CACE-49C7-83C6-BA56EA2458DD}"/>
                  </a:ext>
                </a:extLst>
              </p:cNvPr>
              <p:cNvSpPr/>
              <p:nvPr/>
            </p:nvSpPr>
            <p:spPr>
              <a:xfrm rot="5400000">
                <a:off x="7617109" y="400890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409D3A49-AC96-47B8-AC26-505CE1EDE7D9}"/>
                  </a:ext>
                </a:extLst>
              </p:cNvPr>
              <p:cNvSpPr/>
              <p:nvPr/>
            </p:nvSpPr>
            <p:spPr>
              <a:xfrm rot="16200000">
                <a:off x="8420135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14431619-5391-477F-9E1B-24DAA6DF8A5C}"/>
                  </a:ext>
                </a:extLst>
              </p:cNvPr>
              <p:cNvSpPr/>
              <p:nvPr/>
            </p:nvSpPr>
            <p:spPr>
              <a:xfrm rot="16200000">
                <a:off x="7972018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D88EB70-4B6F-49EE-8824-7D876C386220}"/>
                  </a:ext>
                </a:extLst>
              </p:cNvPr>
              <p:cNvSpPr/>
              <p:nvPr/>
            </p:nvSpPr>
            <p:spPr>
              <a:xfrm rot="10800000">
                <a:off x="8750991" y="426979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AABE1B68-B9F2-4630-AE94-67397B257D53}"/>
                  </a:ext>
                </a:extLst>
              </p:cNvPr>
              <p:cNvSpPr/>
              <p:nvPr/>
            </p:nvSpPr>
            <p:spPr>
              <a:xfrm rot="10800000">
                <a:off x="8750990" y="4714718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9F4B81C-F916-46A0-921D-4E06F5D704D2}"/>
                </a:ext>
              </a:extLst>
            </p:cNvPr>
            <p:cNvGrpSpPr/>
            <p:nvPr/>
          </p:nvGrpSpPr>
          <p:grpSpPr>
            <a:xfrm>
              <a:off x="1227432" y="3025916"/>
              <a:ext cx="516184" cy="509697"/>
              <a:chOff x="5887832" y="98758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C6630E68-7C2B-4373-9490-7333D78CDEF3}"/>
                  </a:ext>
                </a:extLst>
              </p:cNvPr>
              <p:cNvSpPr/>
              <p:nvPr/>
            </p:nvSpPr>
            <p:spPr>
              <a:xfrm rot="5400000">
                <a:off x="5887657" y="98775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94119873-C273-47B7-A9D3-15FD0926E049}"/>
                  </a:ext>
                </a:extLst>
              </p:cNvPr>
              <p:cNvSpPr/>
              <p:nvPr/>
            </p:nvSpPr>
            <p:spPr>
              <a:xfrm rot="5400000">
                <a:off x="6245758" y="9153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42E3903B-31E8-4ECF-A22F-A22B0FE6E35F}"/>
                  </a:ext>
                </a:extLst>
              </p:cNvPr>
              <p:cNvSpPr/>
              <p:nvPr/>
            </p:nvSpPr>
            <p:spPr>
              <a:xfrm rot="5400000">
                <a:off x="6690683" y="915144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D287C4E0-B019-447D-974C-779DB0134C27}"/>
                  </a:ext>
                </a:extLst>
              </p:cNvPr>
              <p:cNvSpPr/>
              <p:nvPr/>
            </p:nvSpPr>
            <p:spPr>
              <a:xfrm rot="10800000">
                <a:off x="7024183" y="1483403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A32E3045-FD88-4457-B682-D62749968C04}"/>
                </a:ext>
              </a:extLst>
            </p:cNvPr>
            <p:cNvGrpSpPr/>
            <p:nvPr/>
          </p:nvGrpSpPr>
          <p:grpSpPr>
            <a:xfrm>
              <a:off x="1970281" y="3027816"/>
              <a:ext cx="516184" cy="510104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C9422A4C-EFC6-41D3-9411-E4381CB7196B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72" name="Rectangle 71">
                  <a:extLst>
                    <a:ext uri="{FF2B5EF4-FFF2-40B4-BE49-F238E27FC236}">
                      <a16:creationId xmlns:a16="http://schemas.microsoft.com/office/drawing/2014/main" id="{9677A29D-3636-4734-B9A9-2942800CBCAC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51FC5EF6-7A63-4D6F-8E14-2BD1A9E31BD1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71" name="Octagon 70">
                <a:extLst>
                  <a:ext uri="{FF2B5EF4-FFF2-40B4-BE49-F238E27FC236}">
                    <a16:creationId xmlns:a16="http://schemas.microsoft.com/office/drawing/2014/main" id="{6873F3AA-4E1F-4182-ACA9-26031C198D19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D99E1691-F0EC-4DBB-8073-54699AE4F55F}"/>
                </a:ext>
              </a:extLst>
            </p:cNvPr>
            <p:cNvGrpSpPr/>
            <p:nvPr/>
          </p:nvGrpSpPr>
          <p:grpSpPr>
            <a:xfrm>
              <a:off x="1966187" y="2321153"/>
              <a:ext cx="520277" cy="507598"/>
              <a:chOff x="7744151" y="3841463"/>
              <a:chExt cx="1353220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75" name="Group 74">
                <a:extLst>
                  <a:ext uri="{FF2B5EF4-FFF2-40B4-BE49-F238E27FC236}">
                    <a16:creationId xmlns:a16="http://schemas.microsoft.com/office/drawing/2014/main" id="{D095C0EA-7A6A-45B3-AA52-12156AEB162E}"/>
                  </a:ext>
                </a:extLst>
              </p:cNvPr>
              <p:cNvGrpSpPr/>
              <p:nvPr/>
            </p:nvGrpSpPr>
            <p:grpSpPr>
              <a:xfrm>
                <a:off x="7744151" y="3841463"/>
                <a:ext cx="1353220" cy="1353312"/>
                <a:chOff x="10729798" y="2463147"/>
                <a:chExt cx="1353220" cy="1353312"/>
              </a:xfrm>
            </p:grpSpPr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23FD95C1-2EC4-4C52-BC7B-6555AB101C8F}"/>
                    </a:ext>
                  </a:extLst>
                </p:cNvPr>
                <p:cNvSpPr/>
                <p:nvPr/>
              </p:nvSpPr>
              <p:spPr>
                <a:xfrm rot="5400000">
                  <a:off x="10729883" y="2463323"/>
                  <a:ext cx="1353312" cy="1352959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AFC9179D-0B34-47FC-A999-E744DE42BF72}"/>
                    </a:ext>
                  </a:extLst>
                </p:cNvPr>
                <p:cNvSpPr/>
                <p:nvPr/>
              </p:nvSpPr>
              <p:spPr>
                <a:xfrm rot="10800000">
                  <a:off x="10729799" y="2724301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581D4A75-7F0E-498D-A904-C3E41985B391}"/>
                    </a:ext>
                  </a:extLst>
                </p:cNvPr>
                <p:cNvSpPr/>
                <p:nvPr/>
              </p:nvSpPr>
              <p:spPr>
                <a:xfrm rot="10800000">
                  <a:off x="10729798" y="3169226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76" name="Octagon 75">
                <a:extLst>
                  <a:ext uri="{FF2B5EF4-FFF2-40B4-BE49-F238E27FC236}">
                    <a16:creationId xmlns:a16="http://schemas.microsoft.com/office/drawing/2014/main" id="{67BD1042-AF0E-4B13-AC30-4FC82E176CA8}"/>
                  </a:ext>
                </a:extLst>
              </p:cNvPr>
              <p:cNvSpPr/>
              <p:nvPr/>
            </p:nvSpPr>
            <p:spPr>
              <a:xfrm>
                <a:off x="8251648" y="4828743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72D01158-8BE8-491C-B337-1F23EE4B7FC7}"/>
              </a:ext>
            </a:extLst>
          </p:cNvPr>
          <p:cNvGrpSpPr/>
          <p:nvPr/>
        </p:nvGrpSpPr>
        <p:grpSpPr>
          <a:xfrm>
            <a:off x="5156960" y="2358600"/>
            <a:ext cx="521140" cy="512748"/>
            <a:chOff x="7617284" y="4008730"/>
            <a:chExt cx="1352961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FB7ED62-82DC-49EA-A5C4-30920981524F}"/>
                </a:ext>
              </a:extLst>
            </p:cNvPr>
            <p:cNvSpPr/>
            <p:nvPr/>
          </p:nvSpPr>
          <p:spPr>
            <a:xfrm rot="5400000">
              <a:off x="7617109" y="4008905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96ADC52-2BD0-4DFE-B7C6-910AFFC27158}"/>
                </a:ext>
              </a:extLst>
            </p:cNvPr>
            <p:cNvSpPr/>
            <p:nvPr/>
          </p:nvSpPr>
          <p:spPr>
            <a:xfrm rot="16200000">
              <a:off x="8420135" y="5072815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35039B03-94E5-4DCC-9F0F-BF004E795E54}"/>
                </a:ext>
              </a:extLst>
            </p:cNvPr>
            <p:cNvSpPr/>
            <p:nvPr/>
          </p:nvSpPr>
          <p:spPr>
            <a:xfrm rot="16200000">
              <a:off x="7972018" y="5072815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56179B18-2080-409D-84B8-173B6D926556}"/>
                </a:ext>
              </a:extLst>
            </p:cNvPr>
            <p:cNvSpPr/>
            <p:nvPr/>
          </p:nvSpPr>
          <p:spPr>
            <a:xfrm rot="10800000">
              <a:off x="8750991" y="4269793"/>
              <a:ext cx="216611" cy="36166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0641C805-2DED-4790-99DF-577EAB1231D5}"/>
                </a:ext>
              </a:extLst>
            </p:cNvPr>
            <p:cNvSpPr/>
            <p:nvPr/>
          </p:nvSpPr>
          <p:spPr>
            <a:xfrm rot="10800000">
              <a:off x="8750990" y="4714718"/>
              <a:ext cx="216611" cy="36166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2E9CFAB-F1FC-4708-9CC1-6BF8E908FB0E}"/>
              </a:ext>
            </a:extLst>
          </p:cNvPr>
          <p:cNvGrpSpPr/>
          <p:nvPr/>
        </p:nvGrpSpPr>
        <p:grpSpPr>
          <a:xfrm>
            <a:off x="5156626" y="2871314"/>
            <a:ext cx="521141" cy="512748"/>
            <a:chOff x="5887832" y="987580"/>
            <a:chExt cx="1352962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2FC2BBEB-BAE2-4A3D-8F62-A69885B1B6F2}"/>
                </a:ext>
              </a:extLst>
            </p:cNvPr>
            <p:cNvSpPr/>
            <p:nvPr/>
          </p:nvSpPr>
          <p:spPr>
            <a:xfrm rot="5400000">
              <a:off x="5887657" y="987755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E40F9FA3-222F-4EA2-8E99-259298A2C863}"/>
                </a:ext>
              </a:extLst>
            </p:cNvPr>
            <p:cNvSpPr/>
            <p:nvPr/>
          </p:nvSpPr>
          <p:spPr>
            <a:xfrm rot="5400000">
              <a:off x="6245758" y="915315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9E49657E-5CEB-416F-B44B-786C72E98099}"/>
                </a:ext>
              </a:extLst>
            </p:cNvPr>
            <p:cNvSpPr/>
            <p:nvPr/>
          </p:nvSpPr>
          <p:spPr>
            <a:xfrm rot="5400000">
              <a:off x="6690683" y="915144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553D242B-7CF6-4313-B76A-70D569F3D644}"/>
                </a:ext>
              </a:extLst>
            </p:cNvPr>
            <p:cNvSpPr/>
            <p:nvPr/>
          </p:nvSpPr>
          <p:spPr>
            <a:xfrm rot="10800000">
              <a:off x="7024183" y="1483403"/>
              <a:ext cx="216611" cy="36166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5548C197-B576-46E0-A362-F7F6A0DD881D}"/>
              </a:ext>
            </a:extLst>
          </p:cNvPr>
          <p:cNvGrpSpPr/>
          <p:nvPr/>
        </p:nvGrpSpPr>
        <p:grpSpPr>
          <a:xfrm>
            <a:off x="5677375" y="2871244"/>
            <a:ext cx="521140" cy="512782"/>
            <a:chOff x="7739068" y="5194594"/>
            <a:chExt cx="1352961" cy="13534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C9CDE2D1-A774-4A25-BDC0-6932B980A8EA}"/>
                </a:ext>
              </a:extLst>
            </p:cNvPr>
            <p:cNvGrpSpPr/>
            <p:nvPr/>
          </p:nvGrpSpPr>
          <p:grpSpPr>
            <a:xfrm>
              <a:off x="7739068" y="5194686"/>
              <a:ext cx="1352961" cy="1353312"/>
              <a:chOff x="10730062" y="3816461"/>
              <a:chExt cx="1352961" cy="1353312"/>
            </a:xfrm>
          </p:grpSpPr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623639AC-B950-4099-B5DE-39AA5D95F275}"/>
                  </a:ext>
                </a:extLst>
              </p:cNvPr>
              <p:cNvSpPr/>
              <p:nvPr/>
            </p:nvSpPr>
            <p:spPr>
              <a:xfrm rot="5400000">
                <a:off x="10729887" y="3816636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CBCAD3BF-658E-4CC6-B5F0-003F3EBD5AAE}"/>
                  </a:ext>
                </a:extLst>
              </p:cNvPr>
              <p:cNvSpPr/>
              <p:nvPr/>
            </p:nvSpPr>
            <p:spPr>
              <a:xfrm rot="10800000">
                <a:off x="10732943" y="431055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12" name="Octagon 111">
              <a:extLst>
                <a:ext uri="{FF2B5EF4-FFF2-40B4-BE49-F238E27FC236}">
                  <a16:creationId xmlns:a16="http://schemas.microsoft.com/office/drawing/2014/main" id="{2481AB0C-8BD3-46AF-92FC-4D4B0B16A512}"/>
                </a:ext>
              </a:extLst>
            </p:cNvPr>
            <p:cNvSpPr/>
            <p:nvPr/>
          </p:nvSpPr>
          <p:spPr>
            <a:xfrm>
              <a:off x="8251648" y="5194594"/>
              <a:ext cx="365760" cy="365760"/>
            </a:xfrm>
            <a:prstGeom prst="octagon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957735A-9C0B-4A61-B4C0-0615D39109F4}"/>
              </a:ext>
            </a:extLst>
          </p:cNvPr>
          <p:cNvGrpSpPr/>
          <p:nvPr/>
        </p:nvGrpSpPr>
        <p:grpSpPr>
          <a:xfrm>
            <a:off x="5878041" y="2201139"/>
            <a:ext cx="521242" cy="512748"/>
            <a:chOff x="7744151" y="3841465"/>
            <a:chExt cx="1353225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6DE3C799-9886-4F51-85DC-A35CE89767A9}"/>
                </a:ext>
              </a:extLst>
            </p:cNvPr>
            <p:cNvGrpSpPr/>
            <p:nvPr/>
          </p:nvGrpSpPr>
          <p:grpSpPr>
            <a:xfrm>
              <a:off x="7744151" y="3841465"/>
              <a:ext cx="1353225" cy="1353312"/>
              <a:chOff x="10729798" y="2463149"/>
              <a:chExt cx="1353225" cy="1353312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CD7C5E53-3FBE-41C7-BB49-92A76110632F}"/>
                  </a:ext>
                </a:extLst>
              </p:cNvPr>
              <p:cNvSpPr/>
              <p:nvPr/>
            </p:nvSpPr>
            <p:spPr>
              <a:xfrm rot="5400000">
                <a:off x="10729887" y="246332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2E2A0CFE-9130-43DC-879D-655B14567CFA}"/>
                  </a:ext>
                </a:extLst>
              </p:cNvPr>
              <p:cNvSpPr/>
              <p:nvPr/>
            </p:nvSpPr>
            <p:spPr>
              <a:xfrm rot="10800000">
                <a:off x="10729799" y="272430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1FF843CF-61DD-404B-A293-BD0F66BEC722}"/>
                  </a:ext>
                </a:extLst>
              </p:cNvPr>
              <p:cNvSpPr/>
              <p:nvPr/>
            </p:nvSpPr>
            <p:spPr>
              <a:xfrm rot="10800000">
                <a:off x="10729798" y="3169226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33" name="Octagon 132">
              <a:extLst>
                <a:ext uri="{FF2B5EF4-FFF2-40B4-BE49-F238E27FC236}">
                  <a16:creationId xmlns:a16="http://schemas.microsoft.com/office/drawing/2014/main" id="{187008FB-D5CA-4F3A-9E17-66507069F1FF}"/>
                </a:ext>
              </a:extLst>
            </p:cNvPr>
            <p:cNvSpPr/>
            <p:nvPr/>
          </p:nvSpPr>
          <p:spPr>
            <a:xfrm>
              <a:off x="8251648" y="4828743"/>
              <a:ext cx="365760" cy="365760"/>
            </a:xfrm>
            <a:prstGeom prst="octagon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113233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12001" y="2182826"/>
            <a:ext cx="1535266" cy="151537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516061" y="3438477"/>
            <a:ext cx="544035" cy="427633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4488208" y="373996"/>
            <a:ext cx="30444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Negative Glues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80" name="Rectangle: Rounded Corners 79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: Rounded Corners 81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BBCBEA59-3636-45CC-AE55-F8624EA812E5}"/>
              </a:ext>
            </a:extLst>
          </p:cNvPr>
          <p:cNvGrpSpPr/>
          <p:nvPr/>
        </p:nvGrpSpPr>
        <p:grpSpPr>
          <a:xfrm>
            <a:off x="1227432" y="2316367"/>
            <a:ext cx="1259033" cy="1221553"/>
            <a:chOff x="1227432" y="2316367"/>
            <a:chExt cx="1259033" cy="1221553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9F8F7077-F7D7-42D2-A412-3836C5EF88CA}"/>
                </a:ext>
              </a:extLst>
            </p:cNvPr>
            <p:cNvGrpSpPr/>
            <p:nvPr/>
          </p:nvGrpSpPr>
          <p:grpSpPr>
            <a:xfrm>
              <a:off x="1227432" y="2316367"/>
              <a:ext cx="519555" cy="508319"/>
              <a:chOff x="7617284" y="4008730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DFBC875E-4D40-4057-95ED-AC8B274F7958}"/>
                  </a:ext>
                </a:extLst>
              </p:cNvPr>
              <p:cNvSpPr/>
              <p:nvPr/>
            </p:nvSpPr>
            <p:spPr>
              <a:xfrm rot="5400000">
                <a:off x="7617109" y="400890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AA08B553-6744-427C-8EFE-F8A9A62BD3B0}"/>
                  </a:ext>
                </a:extLst>
              </p:cNvPr>
              <p:cNvSpPr/>
              <p:nvPr/>
            </p:nvSpPr>
            <p:spPr>
              <a:xfrm rot="16200000">
                <a:off x="8420135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BE056EA3-356D-4B81-BBF7-E8518DABA30E}"/>
                  </a:ext>
                </a:extLst>
              </p:cNvPr>
              <p:cNvSpPr/>
              <p:nvPr/>
            </p:nvSpPr>
            <p:spPr>
              <a:xfrm rot="16200000">
                <a:off x="7972018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A590B301-5D56-4836-B751-F9D3DF989615}"/>
                  </a:ext>
                </a:extLst>
              </p:cNvPr>
              <p:cNvSpPr/>
              <p:nvPr/>
            </p:nvSpPr>
            <p:spPr>
              <a:xfrm rot="10800000">
                <a:off x="8750991" y="426979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883CEE55-0022-4A96-8BB5-D07B0C02ECAB}"/>
                  </a:ext>
                </a:extLst>
              </p:cNvPr>
              <p:cNvSpPr/>
              <p:nvPr/>
            </p:nvSpPr>
            <p:spPr>
              <a:xfrm rot="10800000">
                <a:off x="8750990" y="4714718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1D1DFBB2-5657-4467-86C0-641FDC087B89}"/>
                </a:ext>
              </a:extLst>
            </p:cNvPr>
            <p:cNvGrpSpPr/>
            <p:nvPr/>
          </p:nvGrpSpPr>
          <p:grpSpPr>
            <a:xfrm>
              <a:off x="1227432" y="3025916"/>
              <a:ext cx="516184" cy="509697"/>
              <a:chOff x="5887832" y="98758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A293D98C-0964-4526-A4AD-51F68E561FAF}"/>
                  </a:ext>
                </a:extLst>
              </p:cNvPr>
              <p:cNvSpPr/>
              <p:nvPr/>
            </p:nvSpPr>
            <p:spPr>
              <a:xfrm rot="5400000">
                <a:off x="5887657" y="98775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EDCD12E9-916B-4ABA-95A0-D976C2F2AD0D}"/>
                  </a:ext>
                </a:extLst>
              </p:cNvPr>
              <p:cNvSpPr/>
              <p:nvPr/>
            </p:nvSpPr>
            <p:spPr>
              <a:xfrm rot="5400000">
                <a:off x="6245758" y="9153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C0362422-46CD-45F8-AB2C-16F97CEDE73C}"/>
                  </a:ext>
                </a:extLst>
              </p:cNvPr>
              <p:cNvSpPr/>
              <p:nvPr/>
            </p:nvSpPr>
            <p:spPr>
              <a:xfrm rot="5400000">
                <a:off x="6690683" y="915144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E4CB78A2-1FAC-4168-A8B9-0D629FB8BF49}"/>
                  </a:ext>
                </a:extLst>
              </p:cNvPr>
              <p:cNvSpPr/>
              <p:nvPr/>
            </p:nvSpPr>
            <p:spPr>
              <a:xfrm rot="10800000">
                <a:off x="7024183" y="1483403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6A23813E-A420-4816-AB91-375D6BAF21C3}"/>
                </a:ext>
              </a:extLst>
            </p:cNvPr>
            <p:cNvGrpSpPr/>
            <p:nvPr/>
          </p:nvGrpSpPr>
          <p:grpSpPr>
            <a:xfrm>
              <a:off x="1970281" y="3027816"/>
              <a:ext cx="516184" cy="510104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DD1B28EE-6D31-4CD2-9194-421BE4FAB71B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169" name="Rectangle 168">
                  <a:extLst>
                    <a:ext uri="{FF2B5EF4-FFF2-40B4-BE49-F238E27FC236}">
                      <a16:creationId xmlns:a16="http://schemas.microsoft.com/office/drawing/2014/main" id="{EC36C8A3-5B9B-47E9-BEC2-ABB3046FD8EC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0" name="Rectangle 169">
                  <a:extLst>
                    <a:ext uri="{FF2B5EF4-FFF2-40B4-BE49-F238E27FC236}">
                      <a16:creationId xmlns:a16="http://schemas.microsoft.com/office/drawing/2014/main" id="{A020F84A-F765-44F8-B2C8-7515B70F74C0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67" name="Octagon 166">
                <a:extLst>
                  <a:ext uri="{FF2B5EF4-FFF2-40B4-BE49-F238E27FC236}">
                    <a16:creationId xmlns:a16="http://schemas.microsoft.com/office/drawing/2014/main" id="{3827844D-519B-4DE2-9257-663286B5D98C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6EE5978D-E6A8-4B82-A663-E8AFF3200AB9}"/>
                </a:ext>
              </a:extLst>
            </p:cNvPr>
            <p:cNvGrpSpPr/>
            <p:nvPr/>
          </p:nvGrpSpPr>
          <p:grpSpPr>
            <a:xfrm>
              <a:off x="1966187" y="2321153"/>
              <a:ext cx="520277" cy="507598"/>
              <a:chOff x="7744151" y="3841463"/>
              <a:chExt cx="1353220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DB7D1B53-3243-4C1E-9B06-F776145D460B}"/>
                  </a:ext>
                </a:extLst>
              </p:cNvPr>
              <p:cNvGrpSpPr/>
              <p:nvPr/>
            </p:nvGrpSpPr>
            <p:grpSpPr>
              <a:xfrm>
                <a:off x="7744151" y="3841463"/>
                <a:ext cx="1353220" cy="1353312"/>
                <a:chOff x="10729798" y="2463147"/>
                <a:chExt cx="1353220" cy="1353312"/>
              </a:xfrm>
            </p:grpSpPr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97319327-6036-48AA-9E8D-78E5B007A81F}"/>
                    </a:ext>
                  </a:extLst>
                </p:cNvPr>
                <p:cNvSpPr/>
                <p:nvPr/>
              </p:nvSpPr>
              <p:spPr>
                <a:xfrm rot="5400000">
                  <a:off x="10729883" y="2463323"/>
                  <a:ext cx="1353312" cy="1352959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0C724B5D-C4D8-47CB-9450-8DF91774301B}"/>
                    </a:ext>
                  </a:extLst>
                </p:cNvPr>
                <p:cNvSpPr/>
                <p:nvPr/>
              </p:nvSpPr>
              <p:spPr>
                <a:xfrm rot="10800000">
                  <a:off x="10729799" y="2724301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D6793EF6-426F-4472-AB3A-F7EDDA2C0949}"/>
                    </a:ext>
                  </a:extLst>
                </p:cNvPr>
                <p:cNvSpPr/>
                <p:nvPr/>
              </p:nvSpPr>
              <p:spPr>
                <a:xfrm rot="10800000">
                  <a:off x="10729798" y="3169226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62" name="Octagon 161">
                <a:extLst>
                  <a:ext uri="{FF2B5EF4-FFF2-40B4-BE49-F238E27FC236}">
                    <a16:creationId xmlns:a16="http://schemas.microsoft.com/office/drawing/2014/main" id="{72F4DC6F-A390-432B-AF63-A0414943B7BB}"/>
                  </a:ext>
                </a:extLst>
              </p:cNvPr>
              <p:cNvSpPr/>
              <p:nvPr/>
            </p:nvSpPr>
            <p:spPr>
              <a:xfrm>
                <a:off x="8251648" y="4828743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34C68EDF-1AAB-4472-B907-4124D68C3E7C}"/>
              </a:ext>
            </a:extLst>
          </p:cNvPr>
          <p:cNvGrpSpPr/>
          <p:nvPr/>
        </p:nvGrpSpPr>
        <p:grpSpPr>
          <a:xfrm>
            <a:off x="7306694" y="3927663"/>
            <a:ext cx="1043949" cy="1025495"/>
            <a:chOff x="963443" y="2470416"/>
            <a:chExt cx="2710254" cy="27066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8215EB9A-5608-4CC5-B265-1E6BB618CFB9}"/>
                </a:ext>
              </a:extLst>
            </p:cNvPr>
            <p:cNvGrpSpPr/>
            <p:nvPr/>
          </p:nvGrpSpPr>
          <p:grpSpPr>
            <a:xfrm>
              <a:off x="964309" y="2470506"/>
              <a:ext cx="1352961" cy="1353312"/>
              <a:chOff x="7617284" y="4008730"/>
              <a:chExt cx="1352961" cy="1353312"/>
            </a:xfrm>
          </p:grpSpPr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B5AE1D64-F944-4A57-B44D-9E1D52099C5E}"/>
                  </a:ext>
                </a:extLst>
              </p:cNvPr>
              <p:cNvSpPr/>
              <p:nvPr/>
            </p:nvSpPr>
            <p:spPr>
              <a:xfrm rot="5400000">
                <a:off x="7617109" y="400890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C6AACF29-7BBC-42EC-8831-17B05EA6A5F5}"/>
                  </a:ext>
                </a:extLst>
              </p:cNvPr>
              <p:cNvSpPr/>
              <p:nvPr/>
            </p:nvSpPr>
            <p:spPr>
              <a:xfrm rot="16200000">
                <a:off x="8420135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0384CDF1-788A-46BF-9C7A-15D27D3532CE}"/>
                  </a:ext>
                </a:extLst>
              </p:cNvPr>
              <p:cNvSpPr/>
              <p:nvPr/>
            </p:nvSpPr>
            <p:spPr>
              <a:xfrm rot="16200000">
                <a:off x="7972018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72560BD0-EC58-400D-908D-EEDBCDD3285E}"/>
                  </a:ext>
                </a:extLst>
              </p:cNvPr>
              <p:cNvSpPr/>
              <p:nvPr/>
            </p:nvSpPr>
            <p:spPr>
              <a:xfrm rot="10800000">
                <a:off x="8750991" y="426979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991971E6-A322-4D02-8424-A055A3BD39C2}"/>
                  </a:ext>
                </a:extLst>
              </p:cNvPr>
              <p:cNvSpPr/>
              <p:nvPr/>
            </p:nvSpPr>
            <p:spPr>
              <a:xfrm rot="10800000">
                <a:off x="8750990" y="4714718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F375A070-FA31-4101-93FC-4F1C4D2D6BC3}"/>
                </a:ext>
              </a:extLst>
            </p:cNvPr>
            <p:cNvGrpSpPr/>
            <p:nvPr/>
          </p:nvGrpSpPr>
          <p:grpSpPr>
            <a:xfrm>
              <a:off x="963443" y="3823728"/>
              <a:ext cx="1352962" cy="1353312"/>
              <a:chOff x="5887832" y="987580"/>
              <a:chExt cx="1352962" cy="1353312"/>
            </a:xfrm>
          </p:grpSpPr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3B677652-6E6E-4E1C-BB64-6DBCACB1E9D3}"/>
                  </a:ext>
                </a:extLst>
              </p:cNvPr>
              <p:cNvSpPr/>
              <p:nvPr/>
            </p:nvSpPr>
            <p:spPr>
              <a:xfrm rot="5400000">
                <a:off x="5887657" y="98775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E40A797A-474A-478A-BE48-258F749CA543}"/>
                  </a:ext>
                </a:extLst>
              </p:cNvPr>
              <p:cNvSpPr/>
              <p:nvPr/>
            </p:nvSpPr>
            <p:spPr>
              <a:xfrm rot="5400000">
                <a:off x="6245758" y="9153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47416C3C-3E45-479B-B869-CCDEC7DC42FD}"/>
                  </a:ext>
                </a:extLst>
              </p:cNvPr>
              <p:cNvSpPr/>
              <p:nvPr/>
            </p:nvSpPr>
            <p:spPr>
              <a:xfrm rot="5400000">
                <a:off x="6690683" y="915144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B500520D-E73D-4DE2-96B2-F6B30F2A8739}"/>
                  </a:ext>
                </a:extLst>
              </p:cNvPr>
              <p:cNvSpPr/>
              <p:nvPr/>
            </p:nvSpPr>
            <p:spPr>
              <a:xfrm rot="10800000">
                <a:off x="7024183" y="1483403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E9117491-91C9-4DBB-A161-90468D0A8183}"/>
                </a:ext>
              </a:extLst>
            </p:cNvPr>
            <p:cNvGrpSpPr/>
            <p:nvPr/>
          </p:nvGrpSpPr>
          <p:grpSpPr>
            <a:xfrm>
              <a:off x="2315389" y="3823545"/>
              <a:ext cx="1352961" cy="1353404"/>
              <a:chOff x="7739068" y="5194594"/>
              <a:chExt cx="1352961" cy="1353404"/>
            </a:xfrm>
          </p:grpSpPr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0BE7708C-50ED-483C-9207-8D232030341E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215" name="Rectangle 214">
                  <a:extLst>
                    <a:ext uri="{FF2B5EF4-FFF2-40B4-BE49-F238E27FC236}">
                      <a16:creationId xmlns:a16="http://schemas.microsoft.com/office/drawing/2014/main" id="{A7A7FBE9-387D-4CBC-97A2-F83D467B5974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6" name="Rectangle 215">
                  <a:extLst>
                    <a:ext uri="{FF2B5EF4-FFF2-40B4-BE49-F238E27FC236}">
                      <a16:creationId xmlns:a16="http://schemas.microsoft.com/office/drawing/2014/main" id="{51A370F8-5C89-42B8-AD57-EC56AF3FB242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14" name="Octagon 213">
                <a:extLst>
                  <a:ext uri="{FF2B5EF4-FFF2-40B4-BE49-F238E27FC236}">
                    <a16:creationId xmlns:a16="http://schemas.microsoft.com/office/drawing/2014/main" id="{BEE81D6C-DFD3-4CB8-AF56-1D5D18C963EB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C07D4711-7908-4C9F-B0CA-E845E9DD14AD}"/>
                </a:ext>
              </a:extLst>
            </p:cNvPr>
            <p:cNvGrpSpPr/>
            <p:nvPr/>
          </p:nvGrpSpPr>
          <p:grpSpPr>
            <a:xfrm>
              <a:off x="2320472" y="2470416"/>
              <a:ext cx="1353225" cy="1353312"/>
              <a:chOff x="7744151" y="3841465"/>
              <a:chExt cx="1353225" cy="1353312"/>
            </a:xfrm>
          </p:grpSpPr>
          <p:grpSp>
            <p:nvGrpSpPr>
              <p:cNvPr id="208" name="Group 207">
                <a:extLst>
                  <a:ext uri="{FF2B5EF4-FFF2-40B4-BE49-F238E27FC236}">
                    <a16:creationId xmlns:a16="http://schemas.microsoft.com/office/drawing/2014/main" id="{642F5FC2-38C6-4869-8800-9B304C995E27}"/>
                  </a:ext>
                </a:extLst>
              </p:cNvPr>
              <p:cNvGrpSpPr/>
              <p:nvPr/>
            </p:nvGrpSpPr>
            <p:grpSpPr>
              <a:xfrm>
                <a:off x="7744151" y="3841465"/>
                <a:ext cx="1353225" cy="1353312"/>
                <a:chOff x="10729798" y="2463149"/>
                <a:chExt cx="1353225" cy="1353312"/>
              </a:xfrm>
            </p:grpSpPr>
            <p:sp>
              <p:nvSpPr>
                <p:cNvPr id="210" name="Rectangle 209">
                  <a:extLst>
                    <a:ext uri="{FF2B5EF4-FFF2-40B4-BE49-F238E27FC236}">
                      <a16:creationId xmlns:a16="http://schemas.microsoft.com/office/drawing/2014/main" id="{583AB384-478C-4870-B3A5-6E084CFEB565}"/>
                    </a:ext>
                  </a:extLst>
                </p:cNvPr>
                <p:cNvSpPr/>
                <p:nvPr/>
              </p:nvSpPr>
              <p:spPr>
                <a:xfrm rot="5400000">
                  <a:off x="10729887" y="2463324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1" name="Rectangle 210">
                  <a:extLst>
                    <a:ext uri="{FF2B5EF4-FFF2-40B4-BE49-F238E27FC236}">
                      <a16:creationId xmlns:a16="http://schemas.microsoft.com/office/drawing/2014/main" id="{6F2205CA-DA36-4D2B-92B8-73AF42D4A0CB}"/>
                    </a:ext>
                  </a:extLst>
                </p:cNvPr>
                <p:cNvSpPr/>
                <p:nvPr/>
              </p:nvSpPr>
              <p:spPr>
                <a:xfrm rot="10800000">
                  <a:off x="10729799" y="2724301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12" name="Rectangle 211">
                  <a:extLst>
                    <a:ext uri="{FF2B5EF4-FFF2-40B4-BE49-F238E27FC236}">
                      <a16:creationId xmlns:a16="http://schemas.microsoft.com/office/drawing/2014/main" id="{2F67EBAB-BD40-4098-96E0-2530D8D5B1A6}"/>
                    </a:ext>
                  </a:extLst>
                </p:cNvPr>
                <p:cNvSpPr/>
                <p:nvPr/>
              </p:nvSpPr>
              <p:spPr>
                <a:xfrm rot="10800000">
                  <a:off x="10729798" y="3169226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09" name="Octagon 208">
                <a:extLst>
                  <a:ext uri="{FF2B5EF4-FFF2-40B4-BE49-F238E27FC236}">
                    <a16:creationId xmlns:a16="http://schemas.microsoft.com/office/drawing/2014/main" id="{A7C7BCF4-7788-423C-B583-A05F1A2A6F53}"/>
                  </a:ext>
                </a:extLst>
              </p:cNvPr>
              <p:cNvSpPr/>
              <p:nvPr/>
            </p:nvSpPr>
            <p:spPr>
              <a:xfrm>
                <a:off x="8251648" y="4828743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C0E1718F-AA08-4B97-83D1-490F450BE457}"/>
              </a:ext>
            </a:extLst>
          </p:cNvPr>
          <p:cNvGrpSpPr/>
          <p:nvPr/>
        </p:nvGrpSpPr>
        <p:grpSpPr>
          <a:xfrm>
            <a:off x="5156960" y="2358600"/>
            <a:ext cx="521140" cy="512748"/>
            <a:chOff x="7617284" y="4008730"/>
            <a:chExt cx="1352961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4" name="Rectangle 243">
              <a:extLst>
                <a:ext uri="{FF2B5EF4-FFF2-40B4-BE49-F238E27FC236}">
                  <a16:creationId xmlns:a16="http://schemas.microsoft.com/office/drawing/2014/main" id="{F2958E6D-444B-4E31-999C-91D83F6BA189}"/>
                </a:ext>
              </a:extLst>
            </p:cNvPr>
            <p:cNvSpPr/>
            <p:nvPr/>
          </p:nvSpPr>
          <p:spPr>
            <a:xfrm rot="5400000">
              <a:off x="7617109" y="4008905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77A5EE56-65E7-4E95-A250-DB5CFF44F6AB}"/>
                </a:ext>
              </a:extLst>
            </p:cNvPr>
            <p:cNvSpPr/>
            <p:nvPr/>
          </p:nvSpPr>
          <p:spPr>
            <a:xfrm rot="16200000">
              <a:off x="8420135" y="5072815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B405B48F-C8EE-483E-A84B-1AB08B3CF3E1}"/>
                </a:ext>
              </a:extLst>
            </p:cNvPr>
            <p:cNvSpPr/>
            <p:nvPr/>
          </p:nvSpPr>
          <p:spPr>
            <a:xfrm rot="16200000">
              <a:off x="7972018" y="5072815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742E9FFA-7867-44F6-AE6E-0E35FBFFACDD}"/>
                </a:ext>
              </a:extLst>
            </p:cNvPr>
            <p:cNvSpPr/>
            <p:nvPr/>
          </p:nvSpPr>
          <p:spPr>
            <a:xfrm rot="10800000">
              <a:off x="8750991" y="4269793"/>
              <a:ext cx="216611" cy="36166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16A90A75-B90B-45EE-884E-67B9E22DB3F4}"/>
                </a:ext>
              </a:extLst>
            </p:cNvPr>
            <p:cNvSpPr/>
            <p:nvPr/>
          </p:nvSpPr>
          <p:spPr>
            <a:xfrm rot="10800000">
              <a:off x="8750990" y="4714718"/>
              <a:ext cx="216611" cy="36166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D2EAA94E-6E67-414C-81E1-16A3E8A57AD6}"/>
              </a:ext>
            </a:extLst>
          </p:cNvPr>
          <p:cNvGrpSpPr/>
          <p:nvPr/>
        </p:nvGrpSpPr>
        <p:grpSpPr>
          <a:xfrm>
            <a:off x="5156626" y="2871314"/>
            <a:ext cx="521141" cy="512748"/>
            <a:chOff x="5887832" y="987580"/>
            <a:chExt cx="1352962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1BE2303A-8D9B-41AF-B808-B71D6AA697A2}"/>
                </a:ext>
              </a:extLst>
            </p:cNvPr>
            <p:cNvSpPr/>
            <p:nvPr/>
          </p:nvSpPr>
          <p:spPr>
            <a:xfrm rot="5400000">
              <a:off x="5887657" y="987755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5B2297B8-0C89-4EC6-8043-326BFE3187CF}"/>
                </a:ext>
              </a:extLst>
            </p:cNvPr>
            <p:cNvSpPr/>
            <p:nvPr/>
          </p:nvSpPr>
          <p:spPr>
            <a:xfrm rot="5400000">
              <a:off x="6245758" y="915315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58F8D8BA-B04C-4493-B05E-02F242AE8A12}"/>
                </a:ext>
              </a:extLst>
            </p:cNvPr>
            <p:cNvSpPr/>
            <p:nvPr/>
          </p:nvSpPr>
          <p:spPr>
            <a:xfrm rot="5400000">
              <a:off x="6690683" y="915144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BF775F5D-B5DE-4E67-83B7-EBB07265DBCF}"/>
                </a:ext>
              </a:extLst>
            </p:cNvPr>
            <p:cNvSpPr/>
            <p:nvPr/>
          </p:nvSpPr>
          <p:spPr>
            <a:xfrm rot="10800000">
              <a:off x="7024183" y="1483403"/>
              <a:ext cx="216611" cy="36166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24348767-698B-4B9C-BDD0-C17EC7959D72}"/>
              </a:ext>
            </a:extLst>
          </p:cNvPr>
          <p:cNvGrpSpPr/>
          <p:nvPr/>
        </p:nvGrpSpPr>
        <p:grpSpPr>
          <a:xfrm>
            <a:off x="5677375" y="2871244"/>
            <a:ext cx="521140" cy="512782"/>
            <a:chOff x="7739068" y="5194594"/>
            <a:chExt cx="1352961" cy="13534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9AA12F00-B74E-4020-9232-DC8EA3B1DCD8}"/>
                </a:ext>
              </a:extLst>
            </p:cNvPr>
            <p:cNvGrpSpPr/>
            <p:nvPr/>
          </p:nvGrpSpPr>
          <p:grpSpPr>
            <a:xfrm>
              <a:off x="7739068" y="5194686"/>
              <a:ext cx="1352961" cy="1353312"/>
              <a:chOff x="10730062" y="3816461"/>
              <a:chExt cx="1352961" cy="1353312"/>
            </a:xfrm>
          </p:grpSpPr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3080DF8D-3B76-4948-964B-25C11ACDC9AB}"/>
                  </a:ext>
                </a:extLst>
              </p:cNvPr>
              <p:cNvSpPr/>
              <p:nvPr/>
            </p:nvSpPr>
            <p:spPr>
              <a:xfrm rot="5400000">
                <a:off x="10729887" y="3816636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B278EE9A-A60C-405B-8052-7ED5BC39A0E4}"/>
                  </a:ext>
                </a:extLst>
              </p:cNvPr>
              <p:cNvSpPr/>
              <p:nvPr/>
            </p:nvSpPr>
            <p:spPr>
              <a:xfrm rot="10800000">
                <a:off x="10732943" y="431055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37" name="Octagon 236">
              <a:extLst>
                <a:ext uri="{FF2B5EF4-FFF2-40B4-BE49-F238E27FC236}">
                  <a16:creationId xmlns:a16="http://schemas.microsoft.com/office/drawing/2014/main" id="{5B83B77E-DAAC-4FB6-97FE-636A4A74C77C}"/>
                </a:ext>
              </a:extLst>
            </p:cNvPr>
            <p:cNvSpPr/>
            <p:nvPr/>
          </p:nvSpPr>
          <p:spPr>
            <a:xfrm>
              <a:off x="8251648" y="5194594"/>
              <a:ext cx="365760" cy="365760"/>
            </a:xfrm>
            <a:prstGeom prst="octagon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EFAEAD00-8467-4AF5-AD9A-4F1FC484E1CB}"/>
              </a:ext>
            </a:extLst>
          </p:cNvPr>
          <p:cNvGrpSpPr/>
          <p:nvPr/>
        </p:nvGrpSpPr>
        <p:grpSpPr>
          <a:xfrm>
            <a:off x="5878041" y="2201139"/>
            <a:ext cx="521242" cy="512748"/>
            <a:chOff x="7744151" y="3841465"/>
            <a:chExt cx="1353225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842173E3-158A-47CE-BAC4-51A13664BDE1}"/>
                </a:ext>
              </a:extLst>
            </p:cNvPr>
            <p:cNvGrpSpPr/>
            <p:nvPr/>
          </p:nvGrpSpPr>
          <p:grpSpPr>
            <a:xfrm>
              <a:off x="7744151" y="3841465"/>
              <a:ext cx="1353225" cy="1353312"/>
              <a:chOff x="10729798" y="2463149"/>
              <a:chExt cx="1353225" cy="1353312"/>
            </a:xfrm>
          </p:grpSpPr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4F4FFA54-A72D-47E5-B8C4-83132E4EC1B7}"/>
                  </a:ext>
                </a:extLst>
              </p:cNvPr>
              <p:cNvSpPr/>
              <p:nvPr/>
            </p:nvSpPr>
            <p:spPr>
              <a:xfrm rot="5400000">
                <a:off x="10729887" y="246332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6350FE92-882D-4DDE-B03B-B37B18EA294B}"/>
                  </a:ext>
                </a:extLst>
              </p:cNvPr>
              <p:cNvSpPr/>
              <p:nvPr/>
            </p:nvSpPr>
            <p:spPr>
              <a:xfrm rot="10800000">
                <a:off x="10729799" y="272430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EF9D78E0-0265-4E0B-92BE-7EFECD5A4590}"/>
                  </a:ext>
                </a:extLst>
              </p:cNvPr>
              <p:cNvSpPr/>
              <p:nvPr/>
            </p:nvSpPr>
            <p:spPr>
              <a:xfrm rot="10800000">
                <a:off x="10729798" y="3169226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32" name="Octagon 231">
              <a:extLst>
                <a:ext uri="{FF2B5EF4-FFF2-40B4-BE49-F238E27FC236}">
                  <a16:creationId xmlns:a16="http://schemas.microsoft.com/office/drawing/2014/main" id="{B4890549-6FA1-4449-A960-788685397F86}"/>
                </a:ext>
              </a:extLst>
            </p:cNvPr>
            <p:cNvSpPr/>
            <p:nvPr/>
          </p:nvSpPr>
          <p:spPr>
            <a:xfrm>
              <a:off x="8251648" y="4828743"/>
              <a:ext cx="365760" cy="365760"/>
            </a:xfrm>
            <a:prstGeom prst="octagon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194745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516061" y="3438477"/>
            <a:ext cx="544035" cy="427633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4488208" y="373996"/>
            <a:ext cx="30444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Negative Glues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80" name="Rectangle: Rounded Corners 79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: Rounded Corners 81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61" name="Rectangle 60"/>
          <p:cNvSpPr/>
          <p:nvPr/>
        </p:nvSpPr>
        <p:spPr>
          <a:xfrm>
            <a:off x="1112001" y="2182826"/>
            <a:ext cx="1535266" cy="151537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8F02285-80C8-4138-BB12-36508E32E1BA}"/>
              </a:ext>
            </a:extLst>
          </p:cNvPr>
          <p:cNvGrpSpPr/>
          <p:nvPr/>
        </p:nvGrpSpPr>
        <p:grpSpPr>
          <a:xfrm>
            <a:off x="1227432" y="2316367"/>
            <a:ext cx="1259033" cy="1221553"/>
            <a:chOff x="1227432" y="2316367"/>
            <a:chExt cx="1259033" cy="1221553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0A9EE371-6740-4C49-B6DF-D46CBDE5D10A}"/>
                </a:ext>
              </a:extLst>
            </p:cNvPr>
            <p:cNvGrpSpPr/>
            <p:nvPr/>
          </p:nvGrpSpPr>
          <p:grpSpPr>
            <a:xfrm>
              <a:off x="1227432" y="2316367"/>
              <a:ext cx="519555" cy="508319"/>
              <a:chOff x="7617284" y="4008730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1E88EDFD-A153-46C1-B84D-E809175EE055}"/>
                  </a:ext>
                </a:extLst>
              </p:cNvPr>
              <p:cNvSpPr/>
              <p:nvPr/>
            </p:nvSpPr>
            <p:spPr>
              <a:xfrm rot="5400000">
                <a:off x="7617109" y="400890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A491BBA2-A334-4C42-9AE6-B24A63C8718C}"/>
                  </a:ext>
                </a:extLst>
              </p:cNvPr>
              <p:cNvSpPr/>
              <p:nvPr/>
            </p:nvSpPr>
            <p:spPr>
              <a:xfrm rot="16200000">
                <a:off x="8420135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B030FCDB-CC20-43F2-A921-F311E565AB89}"/>
                  </a:ext>
                </a:extLst>
              </p:cNvPr>
              <p:cNvSpPr/>
              <p:nvPr/>
            </p:nvSpPr>
            <p:spPr>
              <a:xfrm rot="16200000">
                <a:off x="7972018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2BFD62DB-FED5-4076-9C5E-55F6E3169BDA}"/>
                  </a:ext>
                </a:extLst>
              </p:cNvPr>
              <p:cNvSpPr/>
              <p:nvPr/>
            </p:nvSpPr>
            <p:spPr>
              <a:xfrm rot="10800000">
                <a:off x="8750991" y="426979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40AB83B7-250E-430A-8E59-3C930CE4BBE7}"/>
                  </a:ext>
                </a:extLst>
              </p:cNvPr>
              <p:cNvSpPr/>
              <p:nvPr/>
            </p:nvSpPr>
            <p:spPr>
              <a:xfrm rot="10800000">
                <a:off x="8750990" y="4714718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8F600A16-37D4-4D1B-B45D-AEE88BEA51D8}"/>
                </a:ext>
              </a:extLst>
            </p:cNvPr>
            <p:cNvGrpSpPr/>
            <p:nvPr/>
          </p:nvGrpSpPr>
          <p:grpSpPr>
            <a:xfrm>
              <a:off x="1227432" y="3025916"/>
              <a:ext cx="516184" cy="509697"/>
              <a:chOff x="5887832" y="98758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8792F30A-2BB5-4EA7-9259-918BF4222368}"/>
                  </a:ext>
                </a:extLst>
              </p:cNvPr>
              <p:cNvSpPr/>
              <p:nvPr/>
            </p:nvSpPr>
            <p:spPr>
              <a:xfrm rot="5400000">
                <a:off x="5887657" y="98775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2286B6B1-A747-4D8B-A53C-4B573BEC7D23}"/>
                  </a:ext>
                </a:extLst>
              </p:cNvPr>
              <p:cNvSpPr/>
              <p:nvPr/>
            </p:nvSpPr>
            <p:spPr>
              <a:xfrm rot="5400000">
                <a:off x="6245758" y="9153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783F8CEB-D2AD-431E-A968-0191BCEDC1B6}"/>
                  </a:ext>
                </a:extLst>
              </p:cNvPr>
              <p:cNvSpPr/>
              <p:nvPr/>
            </p:nvSpPr>
            <p:spPr>
              <a:xfrm rot="5400000">
                <a:off x="6690683" y="915144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63860F7C-A114-4EBB-A7DF-D65D584957E1}"/>
                  </a:ext>
                </a:extLst>
              </p:cNvPr>
              <p:cNvSpPr/>
              <p:nvPr/>
            </p:nvSpPr>
            <p:spPr>
              <a:xfrm rot="10800000">
                <a:off x="7024183" y="1483403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4C20267B-6A95-4FDC-A0E5-DCE6D951B9F0}"/>
                </a:ext>
              </a:extLst>
            </p:cNvPr>
            <p:cNvGrpSpPr/>
            <p:nvPr/>
          </p:nvGrpSpPr>
          <p:grpSpPr>
            <a:xfrm>
              <a:off x="1970281" y="3027816"/>
              <a:ext cx="516184" cy="510104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03C801A6-9205-41D3-A38B-34544D3EE59D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B25588B9-7FD9-4D70-82D6-12FFC7A68319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7AE5FA51-B070-4518-BF35-267AC71585BD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12" name="Octagon 111">
                <a:extLst>
                  <a:ext uri="{FF2B5EF4-FFF2-40B4-BE49-F238E27FC236}">
                    <a16:creationId xmlns:a16="http://schemas.microsoft.com/office/drawing/2014/main" id="{D943F893-8512-4B02-BB90-1CDBC100503C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30AFCCD3-A2FC-42C3-A20B-3E5995AFEF5A}"/>
                </a:ext>
              </a:extLst>
            </p:cNvPr>
            <p:cNvGrpSpPr/>
            <p:nvPr/>
          </p:nvGrpSpPr>
          <p:grpSpPr>
            <a:xfrm>
              <a:off x="1966187" y="2321153"/>
              <a:ext cx="520277" cy="507598"/>
              <a:chOff x="7744151" y="3841463"/>
              <a:chExt cx="1353220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2031460B-E823-4B86-8CA7-3CD7F643DC4C}"/>
                  </a:ext>
                </a:extLst>
              </p:cNvPr>
              <p:cNvGrpSpPr/>
              <p:nvPr/>
            </p:nvGrpSpPr>
            <p:grpSpPr>
              <a:xfrm>
                <a:off x="7744151" y="3841463"/>
                <a:ext cx="1353220" cy="1353312"/>
                <a:chOff x="10729798" y="2463147"/>
                <a:chExt cx="1353220" cy="1353312"/>
              </a:xfrm>
            </p:grpSpPr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32A05067-21CE-4A6D-A538-C04E8134037B}"/>
                    </a:ext>
                  </a:extLst>
                </p:cNvPr>
                <p:cNvSpPr/>
                <p:nvPr/>
              </p:nvSpPr>
              <p:spPr>
                <a:xfrm rot="5400000">
                  <a:off x="10729883" y="2463323"/>
                  <a:ext cx="1353312" cy="1352959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C85BE6B3-0CA8-46AF-A396-449211FC685C}"/>
                    </a:ext>
                  </a:extLst>
                </p:cNvPr>
                <p:cNvSpPr/>
                <p:nvPr/>
              </p:nvSpPr>
              <p:spPr>
                <a:xfrm rot="10800000">
                  <a:off x="10729799" y="2724301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82CF052A-E401-4A3C-B431-500A688C6027}"/>
                    </a:ext>
                  </a:extLst>
                </p:cNvPr>
                <p:cNvSpPr/>
                <p:nvPr/>
              </p:nvSpPr>
              <p:spPr>
                <a:xfrm rot="10800000">
                  <a:off x="10729798" y="3169226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05" name="Octagon 104">
                <a:extLst>
                  <a:ext uri="{FF2B5EF4-FFF2-40B4-BE49-F238E27FC236}">
                    <a16:creationId xmlns:a16="http://schemas.microsoft.com/office/drawing/2014/main" id="{4E7DB728-053D-4F80-AE36-B091CF258566}"/>
                  </a:ext>
                </a:extLst>
              </p:cNvPr>
              <p:cNvSpPr/>
              <p:nvPr/>
            </p:nvSpPr>
            <p:spPr>
              <a:xfrm>
                <a:off x="8251648" y="4828743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DDDAEB4-30E0-4ACE-A0A7-502DB791655F}"/>
              </a:ext>
            </a:extLst>
          </p:cNvPr>
          <p:cNvGrpSpPr/>
          <p:nvPr/>
        </p:nvGrpSpPr>
        <p:grpSpPr>
          <a:xfrm>
            <a:off x="7306694" y="3927663"/>
            <a:ext cx="1043949" cy="1025495"/>
            <a:chOff x="963443" y="2470416"/>
            <a:chExt cx="2710254" cy="27066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45525415-CFA7-443E-90CB-D1D46835EF0F}"/>
                </a:ext>
              </a:extLst>
            </p:cNvPr>
            <p:cNvGrpSpPr/>
            <p:nvPr/>
          </p:nvGrpSpPr>
          <p:grpSpPr>
            <a:xfrm>
              <a:off x="964309" y="2470506"/>
              <a:ext cx="1352961" cy="1353312"/>
              <a:chOff x="7617284" y="4008730"/>
              <a:chExt cx="1352961" cy="1353312"/>
            </a:xfrm>
          </p:grpSpPr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406DB5B2-CAA4-4545-AE4C-CBE93116E6C8}"/>
                  </a:ext>
                </a:extLst>
              </p:cNvPr>
              <p:cNvSpPr/>
              <p:nvPr/>
            </p:nvSpPr>
            <p:spPr>
              <a:xfrm rot="5400000">
                <a:off x="7617109" y="400890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597977F3-7F12-4F5D-B0CE-9032F03BF596}"/>
                  </a:ext>
                </a:extLst>
              </p:cNvPr>
              <p:cNvSpPr/>
              <p:nvPr/>
            </p:nvSpPr>
            <p:spPr>
              <a:xfrm rot="16200000">
                <a:off x="8420135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DBAE6E9C-FBB2-48F1-9766-6C53D41DFB6F}"/>
                  </a:ext>
                </a:extLst>
              </p:cNvPr>
              <p:cNvSpPr/>
              <p:nvPr/>
            </p:nvSpPr>
            <p:spPr>
              <a:xfrm rot="16200000">
                <a:off x="7972018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D7EDD7D5-D045-4276-B476-932A6FC8C64B}"/>
                  </a:ext>
                </a:extLst>
              </p:cNvPr>
              <p:cNvSpPr/>
              <p:nvPr/>
            </p:nvSpPr>
            <p:spPr>
              <a:xfrm rot="10800000">
                <a:off x="8750991" y="426979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F0BF8DFB-7291-426A-AB98-B02029EA5BE8}"/>
                  </a:ext>
                </a:extLst>
              </p:cNvPr>
              <p:cNvSpPr/>
              <p:nvPr/>
            </p:nvSpPr>
            <p:spPr>
              <a:xfrm rot="10800000">
                <a:off x="8750990" y="4714718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79594E50-2E9C-47D3-AFA7-69D672EEC795}"/>
                </a:ext>
              </a:extLst>
            </p:cNvPr>
            <p:cNvGrpSpPr/>
            <p:nvPr/>
          </p:nvGrpSpPr>
          <p:grpSpPr>
            <a:xfrm>
              <a:off x="963443" y="3823728"/>
              <a:ext cx="1352962" cy="1353312"/>
              <a:chOff x="5887832" y="987580"/>
              <a:chExt cx="1352962" cy="1353312"/>
            </a:xfrm>
          </p:grpSpPr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4D99975C-735B-43EA-A4DE-9879E5E71104}"/>
                  </a:ext>
                </a:extLst>
              </p:cNvPr>
              <p:cNvSpPr/>
              <p:nvPr/>
            </p:nvSpPr>
            <p:spPr>
              <a:xfrm rot="5400000">
                <a:off x="5887657" y="98775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8B2D21F2-9F30-4BA8-AAB5-0D7CA9DDFF88}"/>
                  </a:ext>
                </a:extLst>
              </p:cNvPr>
              <p:cNvSpPr/>
              <p:nvPr/>
            </p:nvSpPr>
            <p:spPr>
              <a:xfrm rot="5400000">
                <a:off x="6245758" y="9153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9CBB7F0F-0490-4015-AD54-EEF1F8CF12C8}"/>
                  </a:ext>
                </a:extLst>
              </p:cNvPr>
              <p:cNvSpPr/>
              <p:nvPr/>
            </p:nvSpPr>
            <p:spPr>
              <a:xfrm rot="5400000">
                <a:off x="6690683" y="915144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7E1D9B83-CD3B-4603-B5B9-A74C2945F3E1}"/>
                  </a:ext>
                </a:extLst>
              </p:cNvPr>
              <p:cNvSpPr/>
              <p:nvPr/>
            </p:nvSpPr>
            <p:spPr>
              <a:xfrm rot="10800000">
                <a:off x="7024183" y="1483403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C493A62B-7E9F-493E-A162-A736C07C4331}"/>
                </a:ext>
              </a:extLst>
            </p:cNvPr>
            <p:cNvGrpSpPr/>
            <p:nvPr/>
          </p:nvGrpSpPr>
          <p:grpSpPr>
            <a:xfrm>
              <a:off x="2315389" y="3823545"/>
              <a:ext cx="1352961" cy="1353404"/>
              <a:chOff x="7739068" y="5194594"/>
              <a:chExt cx="1352961" cy="1353404"/>
            </a:xfrm>
          </p:grpSpPr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E97DF8E3-8C21-4D98-8F37-5F4DD60467AC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170" name="Rectangle 169">
                  <a:extLst>
                    <a:ext uri="{FF2B5EF4-FFF2-40B4-BE49-F238E27FC236}">
                      <a16:creationId xmlns:a16="http://schemas.microsoft.com/office/drawing/2014/main" id="{0C4DF280-4B72-4EE7-B78F-5B176BA00274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1" name="Rectangle 170">
                  <a:extLst>
                    <a:ext uri="{FF2B5EF4-FFF2-40B4-BE49-F238E27FC236}">
                      <a16:creationId xmlns:a16="http://schemas.microsoft.com/office/drawing/2014/main" id="{B59BDFC2-B1DB-4F78-A89F-4DDF371E1020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69" name="Octagon 168">
                <a:extLst>
                  <a:ext uri="{FF2B5EF4-FFF2-40B4-BE49-F238E27FC236}">
                    <a16:creationId xmlns:a16="http://schemas.microsoft.com/office/drawing/2014/main" id="{07456E94-C331-4B5E-ACFF-D8BC385B5974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12541CD5-C666-4436-B6F6-97CB3A174A79}"/>
                </a:ext>
              </a:extLst>
            </p:cNvPr>
            <p:cNvGrpSpPr/>
            <p:nvPr/>
          </p:nvGrpSpPr>
          <p:grpSpPr>
            <a:xfrm>
              <a:off x="2320472" y="2470416"/>
              <a:ext cx="1353225" cy="1353312"/>
              <a:chOff x="7744151" y="3841465"/>
              <a:chExt cx="1353225" cy="1353312"/>
            </a:xfrm>
          </p:grpSpPr>
          <p:grpSp>
            <p:nvGrpSpPr>
              <p:cNvPr id="161" name="Group 160">
                <a:extLst>
                  <a:ext uri="{FF2B5EF4-FFF2-40B4-BE49-F238E27FC236}">
                    <a16:creationId xmlns:a16="http://schemas.microsoft.com/office/drawing/2014/main" id="{7A7890E1-C787-41A6-9E54-86D19AF290AB}"/>
                  </a:ext>
                </a:extLst>
              </p:cNvPr>
              <p:cNvGrpSpPr/>
              <p:nvPr/>
            </p:nvGrpSpPr>
            <p:grpSpPr>
              <a:xfrm>
                <a:off x="7744151" y="3841465"/>
                <a:ext cx="1353225" cy="1353312"/>
                <a:chOff x="10729798" y="2463149"/>
                <a:chExt cx="1353225" cy="1353312"/>
              </a:xfrm>
            </p:grpSpPr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94D88B83-1EF6-417E-A01E-11A6234A1147}"/>
                    </a:ext>
                  </a:extLst>
                </p:cNvPr>
                <p:cNvSpPr/>
                <p:nvPr/>
              </p:nvSpPr>
              <p:spPr>
                <a:xfrm rot="5400000">
                  <a:off x="10729887" y="2463324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D6215510-2DA7-4F8E-A223-52E9445727F4}"/>
                    </a:ext>
                  </a:extLst>
                </p:cNvPr>
                <p:cNvSpPr/>
                <p:nvPr/>
              </p:nvSpPr>
              <p:spPr>
                <a:xfrm rot="10800000">
                  <a:off x="10729799" y="2724301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1FBBBF95-EB28-49BA-807D-2118ED77C8D0}"/>
                    </a:ext>
                  </a:extLst>
                </p:cNvPr>
                <p:cNvSpPr/>
                <p:nvPr/>
              </p:nvSpPr>
              <p:spPr>
                <a:xfrm rot="10800000">
                  <a:off x="10729798" y="3169226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62" name="Octagon 161">
                <a:extLst>
                  <a:ext uri="{FF2B5EF4-FFF2-40B4-BE49-F238E27FC236}">
                    <a16:creationId xmlns:a16="http://schemas.microsoft.com/office/drawing/2014/main" id="{D9DD6FFE-A9AB-4176-A35D-5D5E5659BED6}"/>
                  </a:ext>
                </a:extLst>
              </p:cNvPr>
              <p:cNvSpPr/>
              <p:nvPr/>
            </p:nvSpPr>
            <p:spPr>
              <a:xfrm>
                <a:off x="8251648" y="4828743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CC0F6081-C48F-4C8B-8FDB-F54384C88731}"/>
              </a:ext>
            </a:extLst>
          </p:cNvPr>
          <p:cNvGrpSpPr/>
          <p:nvPr/>
        </p:nvGrpSpPr>
        <p:grpSpPr>
          <a:xfrm>
            <a:off x="7827753" y="4437857"/>
            <a:ext cx="641841" cy="644393"/>
            <a:chOff x="7827753" y="4437857"/>
            <a:chExt cx="641841" cy="644393"/>
          </a:xfrm>
        </p:grpSpPr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444F8866-6238-417E-ACE5-CA5EE3A78D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7753" y="4440409"/>
              <a:ext cx="0" cy="641841"/>
            </a:xfrm>
            <a:prstGeom prst="line">
              <a:avLst/>
            </a:prstGeom>
            <a:ln w="2540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EDD185DA-494E-443A-8BF5-C2055CF945D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148674" y="4116936"/>
              <a:ext cx="0" cy="641841"/>
            </a:xfrm>
            <a:prstGeom prst="line">
              <a:avLst/>
            </a:prstGeom>
            <a:ln w="2540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978AB542-82DF-49A2-A120-2E0A789DAF18}"/>
              </a:ext>
            </a:extLst>
          </p:cNvPr>
          <p:cNvGrpSpPr/>
          <p:nvPr/>
        </p:nvGrpSpPr>
        <p:grpSpPr>
          <a:xfrm>
            <a:off x="5156960" y="2358600"/>
            <a:ext cx="521140" cy="512748"/>
            <a:chOff x="7617284" y="4008730"/>
            <a:chExt cx="1352961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A20E06D6-1001-4D66-BB31-2E36D04F8EE4}"/>
                </a:ext>
              </a:extLst>
            </p:cNvPr>
            <p:cNvSpPr/>
            <p:nvPr/>
          </p:nvSpPr>
          <p:spPr>
            <a:xfrm rot="5400000">
              <a:off x="7617109" y="4008905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E5D3F888-5199-4CD0-8CD5-4E491C5F217B}"/>
                </a:ext>
              </a:extLst>
            </p:cNvPr>
            <p:cNvSpPr/>
            <p:nvPr/>
          </p:nvSpPr>
          <p:spPr>
            <a:xfrm rot="16200000">
              <a:off x="8420135" y="5072815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1FC62934-7A5F-4EB2-BA1D-21BFC7C7F162}"/>
                </a:ext>
              </a:extLst>
            </p:cNvPr>
            <p:cNvSpPr/>
            <p:nvPr/>
          </p:nvSpPr>
          <p:spPr>
            <a:xfrm rot="16200000">
              <a:off x="7972018" y="5072815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61364A27-DD36-41FF-BF14-908FF7CF9FA4}"/>
                </a:ext>
              </a:extLst>
            </p:cNvPr>
            <p:cNvSpPr/>
            <p:nvPr/>
          </p:nvSpPr>
          <p:spPr>
            <a:xfrm rot="10800000">
              <a:off x="8750991" y="4269793"/>
              <a:ext cx="216611" cy="36166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F23B53AC-B2B5-400D-83A4-779225D0BDE2}"/>
                </a:ext>
              </a:extLst>
            </p:cNvPr>
            <p:cNvSpPr/>
            <p:nvPr/>
          </p:nvSpPr>
          <p:spPr>
            <a:xfrm rot="10800000">
              <a:off x="8750990" y="4714718"/>
              <a:ext cx="216611" cy="36166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ADDB2836-2D12-4963-88A5-F4BE05E2BAD2}"/>
              </a:ext>
            </a:extLst>
          </p:cNvPr>
          <p:cNvGrpSpPr/>
          <p:nvPr/>
        </p:nvGrpSpPr>
        <p:grpSpPr>
          <a:xfrm>
            <a:off x="5156626" y="2871314"/>
            <a:ext cx="521141" cy="512748"/>
            <a:chOff x="5887832" y="987580"/>
            <a:chExt cx="1352962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AC758823-1595-4828-9413-7E50010A4BE3}"/>
                </a:ext>
              </a:extLst>
            </p:cNvPr>
            <p:cNvSpPr/>
            <p:nvPr/>
          </p:nvSpPr>
          <p:spPr>
            <a:xfrm rot="5400000">
              <a:off x="5887657" y="987755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DB7DFA3C-130A-4CAE-A708-D4B46878BF0E}"/>
                </a:ext>
              </a:extLst>
            </p:cNvPr>
            <p:cNvSpPr/>
            <p:nvPr/>
          </p:nvSpPr>
          <p:spPr>
            <a:xfrm rot="5400000">
              <a:off x="6245758" y="915315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824B2F6C-EAF6-4CC2-9BCE-DF47868AC87C}"/>
                </a:ext>
              </a:extLst>
            </p:cNvPr>
            <p:cNvSpPr/>
            <p:nvPr/>
          </p:nvSpPr>
          <p:spPr>
            <a:xfrm rot="5400000">
              <a:off x="6690683" y="915144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ACF22A03-0AF7-44CD-8D35-B55749A1EC89}"/>
                </a:ext>
              </a:extLst>
            </p:cNvPr>
            <p:cNvSpPr/>
            <p:nvPr/>
          </p:nvSpPr>
          <p:spPr>
            <a:xfrm rot="10800000">
              <a:off x="7024183" y="1483403"/>
              <a:ext cx="216611" cy="36166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29A2029-E7A9-40B5-BC78-FD7A348E56D6}"/>
              </a:ext>
            </a:extLst>
          </p:cNvPr>
          <p:cNvGrpSpPr/>
          <p:nvPr/>
        </p:nvGrpSpPr>
        <p:grpSpPr>
          <a:xfrm>
            <a:off x="5677375" y="2871244"/>
            <a:ext cx="521140" cy="512782"/>
            <a:chOff x="7739068" y="5194594"/>
            <a:chExt cx="1352961" cy="13534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00F31132-395E-4D46-976B-CBC1C8F39298}"/>
                </a:ext>
              </a:extLst>
            </p:cNvPr>
            <p:cNvGrpSpPr/>
            <p:nvPr/>
          </p:nvGrpSpPr>
          <p:grpSpPr>
            <a:xfrm>
              <a:off x="7739068" y="5194686"/>
              <a:ext cx="1352961" cy="1353312"/>
              <a:chOff x="10730062" y="3816461"/>
              <a:chExt cx="1352961" cy="1353312"/>
            </a:xfrm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D874647A-E2A7-4A78-9088-2F6BEE2406B1}"/>
                  </a:ext>
                </a:extLst>
              </p:cNvPr>
              <p:cNvSpPr/>
              <p:nvPr/>
            </p:nvSpPr>
            <p:spPr>
              <a:xfrm rot="5400000">
                <a:off x="10729887" y="3816636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088E74D5-550B-43BB-BBFD-4CA2FFC5EEA3}"/>
                  </a:ext>
                </a:extLst>
              </p:cNvPr>
              <p:cNvSpPr/>
              <p:nvPr/>
            </p:nvSpPr>
            <p:spPr>
              <a:xfrm rot="10800000">
                <a:off x="10732943" y="431055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97" name="Octagon 196">
              <a:extLst>
                <a:ext uri="{FF2B5EF4-FFF2-40B4-BE49-F238E27FC236}">
                  <a16:creationId xmlns:a16="http://schemas.microsoft.com/office/drawing/2014/main" id="{0D6AE107-A6DB-4BCB-8D59-E5D2F74BB317}"/>
                </a:ext>
              </a:extLst>
            </p:cNvPr>
            <p:cNvSpPr/>
            <p:nvPr/>
          </p:nvSpPr>
          <p:spPr>
            <a:xfrm>
              <a:off x="8251648" y="5194594"/>
              <a:ext cx="365760" cy="365760"/>
            </a:xfrm>
            <a:prstGeom prst="octagon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D52A6B24-44F3-4600-960B-53E88E5DF1A6}"/>
              </a:ext>
            </a:extLst>
          </p:cNvPr>
          <p:cNvGrpSpPr/>
          <p:nvPr/>
        </p:nvGrpSpPr>
        <p:grpSpPr>
          <a:xfrm>
            <a:off x="5878041" y="2201139"/>
            <a:ext cx="521242" cy="512748"/>
            <a:chOff x="7744151" y="3841465"/>
            <a:chExt cx="1353225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CDA9A07A-7E0E-40BD-A656-603ACE523B00}"/>
                </a:ext>
              </a:extLst>
            </p:cNvPr>
            <p:cNvGrpSpPr/>
            <p:nvPr/>
          </p:nvGrpSpPr>
          <p:grpSpPr>
            <a:xfrm>
              <a:off x="7744151" y="3841465"/>
              <a:ext cx="1353225" cy="1353312"/>
              <a:chOff x="10729798" y="2463149"/>
              <a:chExt cx="1353225" cy="1353312"/>
            </a:xfrm>
          </p:grpSpPr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5E0F868E-8846-4C1B-B542-B7D239254820}"/>
                  </a:ext>
                </a:extLst>
              </p:cNvPr>
              <p:cNvSpPr/>
              <p:nvPr/>
            </p:nvSpPr>
            <p:spPr>
              <a:xfrm rot="5400000">
                <a:off x="10729887" y="246332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F149ED75-7608-488C-BD10-A621A2B04846}"/>
                  </a:ext>
                </a:extLst>
              </p:cNvPr>
              <p:cNvSpPr/>
              <p:nvPr/>
            </p:nvSpPr>
            <p:spPr>
              <a:xfrm rot="10800000">
                <a:off x="10729799" y="272430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5AE21621-60ED-4440-8C71-B022B6D01D50}"/>
                  </a:ext>
                </a:extLst>
              </p:cNvPr>
              <p:cNvSpPr/>
              <p:nvPr/>
            </p:nvSpPr>
            <p:spPr>
              <a:xfrm rot="10800000">
                <a:off x="10729798" y="3169226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02" name="Octagon 201">
              <a:extLst>
                <a:ext uri="{FF2B5EF4-FFF2-40B4-BE49-F238E27FC236}">
                  <a16:creationId xmlns:a16="http://schemas.microsoft.com/office/drawing/2014/main" id="{4AAFC438-B07C-4237-9674-65989F18B016}"/>
                </a:ext>
              </a:extLst>
            </p:cNvPr>
            <p:cNvSpPr/>
            <p:nvPr/>
          </p:nvSpPr>
          <p:spPr>
            <a:xfrm>
              <a:off x="8251648" y="4828743"/>
              <a:ext cx="365760" cy="365760"/>
            </a:xfrm>
            <a:prstGeom prst="octagon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0493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45874" y="1804948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Tileset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12001" y="2182826"/>
            <a:ext cx="1535266" cy="1515371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516061" y="3438477"/>
            <a:ext cx="544035" cy="427633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>
            <a:cxnSpLocks/>
          </p:cNvCxnSpPr>
          <p:nvPr/>
        </p:nvCxnSpPr>
        <p:spPr>
          <a:xfrm flipV="1">
            <a:off x="8718235" y="3438477"/>
            <a:ext cx="544035" cy="427633"/>
          </a:xfrm>
          <a:prstGeom prst="straightConnector1">
            <a:avLst/>
          </a:prstGeom>
          <a:ln w="254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4488208" y="373996"/>
            <a:ext cx="30444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Negative Glues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3220042" y="1804948"/>
            <a:ext cx="1412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Temperature:</a:t>
            </a:r>
          </a:p>
        </p:txBody>
      </p:sp>
      <p:grpSp>
        <p:nvGrpSpPr>
          <p:cNvPr id="79" name="Group 78"/>
          <p:cNvGrpSpPr/>
          <p:nvPr/>
        </p:nvGrpSpPr>
        <p:grpSpPr>
          <a:xfrm>
            <a:off x="3648216" y="2577397"/>
            <a:ext cx="736657" cy="1332800"/>
            <a:chOff x="3800723" y="2591968"/>
            <a:chExt cx="736657" cy="1332800"/>
          </a:xfrm>
        </p:grpSpPr>
        <p:sp>
          <p:nvSpPr>
            <p:cNvPr id="80" name="Rectangle: Rounded Corners 79"/>
            <p:cNvSpPr/>
            <p:nvPr/>
          </p:nvSpPr>
          <p:spPr>
            <a:xfrm>
              <a:off x="3887970" y="2591968"/>
              <a:ext cx="381663" cy="913725"/>
            </a:xfrm>
            <a:prstGeom prst="round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/>
            <p:cNvSpPr/>
            <p:nvPr/>
          </p:nvSpPr>
          <p:spPr>
            <a:xfrm>
              <a:off x="3800723" y="3390324"/>
              <a:ext cx="556159" cy="534444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: Rounded Corners 81"/>
            <p:cNvSpPr/>
            <p:nvPr/>
          </p:nvSpPr>
          <p:spPr>
            <a:xfrm>
              <a:off x="3887970" y="2591968"/>
              <a:ext cx="381663" cy="36155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3887970" y="2885885"/>
              <a:ext cx="381663" cy="28603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4237298" y="26749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4237298" y="297620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D574E655-E4F8-49D9-A667-CAAE23DD680D}"/>
              </a:ext>
            </a:extLst>
          </p:cNvPr>
          <p:cNvGrpSpPr/>
          <p:nvPr/>
        </p:nvGrpSpPr>
        <p:grpSpPr>
          <a:xfrm>
            <a:off x="1227432" y="2316367"/>
            <a:ext cx="1259033" cy="1221553"/>
            <a:chOff x="1227432" y="2316367"/>
            <a:chExt cx="1259033" cy="1221553"/>
          </a:xfrm>
        </p:grpSpPr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3E617B40-54DE-471E-A9BC-D5BD00B28C63}"/>
                </a:ext>
              </a:extLst>
            </p:cNvPr>
            <p:cNvGrpSpPr/>
            <p:nvPr/>
          </p:nvGrpSpPr>
          <p:grpSpPr>
            <a:xfrm>
              <a:off x="1227432" y="2316367"/>
              <a:ext cx="519555" cy="508319"/>
              <a:chOff x="7617284" y="4008730"/>
              <a:chExt cx="1352961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07F894F7-AA35-4523-9854-2EF714EBF2A5}"/>
                  </a:ext>
                </a:extLst>
              </p:cNvPr>
              <p:cNvSpPr/>
              <p:nvPr/>
            </p:nvSpPr>
            <p:spPr>
              <a:xfrm rot="5400000">
                <a:off x="7617109" y="400890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CD30ADFC-6D1A-4291-8C65-D2C73DB22A5F}"/>
                  </a:ext>
                </a:extLst>
              </p:cNvPr>
              <p:cNvSpPr/>
              <p:nvPr/>
            </p:nvSpPr>
            <p:spPr>
              <a:xfrm rot="16200000">
                <a:off x="8420135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D0DB9F1F-F12A-4B1E-8DE4-A029793A5DA9}"/>
                  </a:ext>
                </a:extLst>
              </p:cNvPr>
              <p:cNvSpPr/>
              <p:nvPr/>
            </p:nvSpPr>
            <p:spPr>
              <a:xfrm rot="16200000">
                <a:off x="7972018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FF5368B1-15B9-4161-9F9E-E10149CBC030}"/>
                  </a:ext>
                </a:extLst>
              </p:cNvPr>
              <p:cNvSpPr/>
              <p:nvPr/>
            </p:nvSpPr>
            <p:spPr>
              <a:xfrm rot="10800000">
                <a:off x="8750991" y="426979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5AA23DC3-E808-40FD-9800-12F132B4E9C1}"/>
                  </a:ext>
                </a:extLst>
              </p:cNvPr>
              <p:cNvSpPr/>
              <p:nvPr/>
            </p:nvSpPr>
            <p:spPr>
              <a:xfrm rot="10800000">
                <a:off x="8750990" y="4714718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ED68997D-23B7-46AD-8840-6B70D82842F4}"/>
                </a:ext>
              </a:extLst>
            </p:cNvPr>
            <p:cNvGrpSpPr/>
            <p:nvPr/>
          </p:nvGrpSpPr>
          <p:grpSpPr>
            <a:xfrm>
              <a:off x="1227432" y="3025916"/>
              <a:ext cx="516184" cy="509697"/>
              <a:chOff x="5887832" y="987580"/>
              <a:chExt cx="1352962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2E281704-5D36-4C91-9F93-024E1DCA5C11}"/>
                  </a:ext>
                </a:extLst>
              </p:cNvPr>
              <p:cNvSpPr/>
              <p:nvPr/>
            </p:nvSpPr>
            <p:spPr>
              <a:xfrm rot="5400000">
                <a:off x="5887657" y="98775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CEA2ECAF-4AC4-45D4-B9D2-BA456DE5B671}"/>
                  </a:ext>
                </a:extLst>
              </p:cNvPr>
              <p:cNvSpPr/>
              <p:nvPr/>
            </p:nvSpPr>
            <p:spPr>
              <a:xfrm rot="5400000">
                <a:off x="6245758" y="9153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8AF5C5AC-F3E6-469F-82B5-84F9FDAC2CB3}"/>
                  </a:ext>
                </a:extLst>
              </p:cNvPr>
              <p:cNvSpPr/>
              <p:nvPr/>
            </p:nvSpPr>
            <p:spPr>
              <a:xfrm rot="5400000">
                <a:off x="6690683" y="915144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D324A843-FBEF-4647-BEFF-AC1D0ED65495}"/>
                  </a:ext>
                </a:extLst>
              </p:cNvPr>
              <p:cNvSpPr/>
              <p:nvPr/>
            </p:nvSpPr>
            <p:spPr>
              <a:xfrm rot="10800000">
                <a:off x="7024183" y="1483403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F46162F5-19A6-41C7-AB20-1C5032D67C58}"/>
                </a:ext>
              </a:extLst>
            </p:cNvPr>
            <p:cNvGrpSpPr/>
            <p:nvPr/>
          </p:nvGrpSpPr>
          <p:grpSpPr>
            <a:xfrm>
              <a:off x="1970281" y="3027816"/>
              <a:ext cx="516184" cy="510104"/>
              <a:chOff x="7739068" y="5194594"/>
              <a:chExt cx="1352961" cy="135340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49DEFA9D-1A0A-4E90-B1CA-F5BFD8A13F9C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23A91A29-CDEB-402E-9A61-BB6CAAFB64D1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3" name="Rectangle 172">
                  <a:extLst>
                    <a:ext uri="{FF2B5EF4-FFF2-40B4-BE49-F238E27FC236}">
                      <a16:creationId xmlns:a16="http://schemas.microsoft.com/office/drawing/2014/main" id="{D172BAEB-DC97-4CD4-A40B-B55F9A30629D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71" name="Octagon 170">
                <a:extLst>
                  <a:ext uri="{FF2B5EF4-FFF2-40B4-BE49-F238E27FC236}">
                    <a16:creationId xmlns:a16="http://schemas.microsoft.com/office/drawing/2014/main" id="{A393923C-D000-4A02-93D7-232EAA1EA0AA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C5E6A9F6-D017-4541-AC8A-03C906946DA0}"/>
                </a:ext>
              </a:extLst>
            </p:cNvPr>
            <p:cNvGrpSpPr/>
            <p:nvPr/>
          </p:nvGrpSpPr>
          <p:grpSpPr>
            <a:xfrm>
              <a:off x="1966187" y="2321153"/>
              <a:ext cx="520277" cy="507598"/>
              <a:chOff x="7744151" y="3841463"/>
              <a:chExt cx="1353220" cy="135331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EA98A434-65D6-4DA3-B16C-29712C07263C}"/>
                  </a:ext>
                </a:extLst>
              </p:cNvPr>
              <p:cNvGrpSpPr/>
              <p:nvPr/>
            </p:nvGrpSpPr>
            <p:grpSpPr>
              <a:xfrm>
                <a:off x="7744151" y="3841463"/>
                <a:ext cx="1353220" cy="1353312"/>
                <a:chOff x="10729798" y="2463147"/>
                <a:chExt cx="1353220" cy="1353312"/>
              </a:xfrm>
            </p:grpSpPr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7991AAB2-D038-4CF1-97D1-F406F3F1D22A}"/>
                    </a:ext>
                  </a:extLst>
                </p:cNvPr>
                <p:cNvSpPr/>
                <p:nvPr/>
              </p:nvSpPr>
              <p:spPr>
                <a:xfrm rot="5400000">
                  <a:off x="10729883" y="2463323"/>
                  <a:ext cx="1353312" cy="1352959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36CC9B47-C9FB-42F0-B7CA-8D12C90F1369}"/>
                    </a:ext>
                  </a:extLst>
                </p:cNvPr>
                <p:cNvSpPr/>
                <p:nvPr/>
              </p:nvSpPr>
              <p:spPr>
                <a:xfrm rot="10800000">
                  <a:off x="10729799" y="2724301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9" name="Rectangle 168">
                  <a:extLst>
                    <a:ext uri="{FF2B5EF4-FFF2-40B4-BE49-F238E27FC236}">
                      <a16:creationId xmlns:a16="http://schemas.microsoft.com/office/drawing/2014/main" id="{2718FEDB-CB07-45F6-86EB-C109C6A8D643}"/>
                    </a:ext>
                  </a:extLst>
                </p:cNvPr>
                <p:cNvSpPr/>
                <p:nvPr/>
              </p:nvSpPr>
              <p:spPr>
                <a:xfrm rot="10800000">
                  <a:off x="10729798" y="3169226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115" name="Octagon 114">
                <a:extLst>
                  <a:ext uri="{FF2B5EF4-FFF2-40B4-BE49-F238E27FC236}">
                    <a16:creationId xmlns:a16="http://schemas.microsoft.com/office/drawing/2014/main" id="{9A0EE210-2325-4606-B2FC-A402F903EF92}"/>
                  </a:ext>
                </a:extLst>
              </p:cNvPr>
              <p:cNvSpPr/>
              <p:nvPr/>
            </p:nvSpPr>
            <p:spPr>
              <a:xfrm>
                <a:off x="8251648" y="4828743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FEF84AFB-3891-470F-96D8-36AA13CA71C2}"/>
              </a:ext>
            </a:extLst>
          </p:cNvPr>
          <p:cNvGrpSpPr/>
          <p:nvPr/>
        </p:nvGrpSpPr>
        <p:grpSpPr>
          <a:xfrm>
            <a:off x="7306694" y="3927663"/>
            <a:ext cx="1043949" cy="1025495"/>
            <a:chOff x="963443" y="2470416"/>
            <a:chExt cx="2710254" cy="27066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4BE43BBC-E106-4456-A25E-E3951E9113D6}"/>
                </a:ext>
              </a:extLst>
            </p:cNvPr>
            <p:cNvGrpSpPr/>
            <p:nvPr/>
          </p:nvGrpSpPr>
          <p:grpSpPr>
            <a:xfrm>
              <a:off x="964309" y="2470506"/>
              <a:ext cx="1352961" cy="1353312"/>
              <a:chOff x="7617284" y="4008730"/>
              <a:chExt cx="1352961" cy="1353312"/>
            </a:xfrm>
          </p:grpSpPr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8360408F-AF13-4349-8DB2-ABFF78A9ADA5}"/>
                  </a:ext>
                </a:extLst>
              </p:cNvPr>
              <p:cNvSpPr/>
              <p:nvPr/>
            </p:nvSpPr>
            <p:spPr>
              <a:xfrm rot="5400000">
                <a:off x="7617109" y="400890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80145290-D3AF-45C0-B254-324E9660EFA9}"/>
                  </a:ext>
                </a:extLst>
              </p:cNvPr>
              <p:cNvSpPr/>
              <p:nvPr/>
            </p:nvSpPr>
            <p:spPr>
              <a:xfrm rot="16200000">
                <a:off x="8420135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3AA5F86B-E5F0-42E7-8B67-82C4BBD3F8DC}"/>
                  </a:ext>
                </a:extLst>
              </p:cNvPr>
              <p:cNvSpPr/>
              <p:nvPr/>
            </p:nvSpPr>
            <p:spPr>
              <a:xfrm rot="16200000">
                <a:off x="7972018" y="50728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00AE46E1-741A-4447-91DD-F6B98C9E0704}"/>
                  </a:ext>
                </a:extLst>
              </p:cNvPr>
              <p:cNvSpPr/>
              <p:nvPr/>
            </p:nvSpPr>
            <p:spPr>
              <a:xfrm rot="10800000">
                <a:off x="8750991" y="4269793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6A55B4C5-5792-4E82-B9AE-33DCFCDFB5A5}"/>
                  </a:ext>
                </a:extLst>
              </p:cNvPr>
              <p:cNvSpPr/>
              <p:nvPr/>
            </p:nvSpPr>
            <p:spPr>
              <a:xfrm rot="10800000">
                <a:off x="8750990" y="4714718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31" name="Group 230">
              <a:extLst>
                <a:ext uri="{FF2B5EF4-FFF2-40B4-BE49-F238E27FC236}">
                  <a16:creationId xmlns:a16="http://schemas.microsoft.com/office/drawing/2014/main" id="{E6746C66-DCB2-4765-A921-57C9FF28E8D3}"/>
                </a:ext>
              </a:extLst>
            </p:cNvPr>
            <p:cNvGrpSpPr/>
            <p:nvPr/>
          </p:nvGrpSpPr>
          <p:grpSpPr>
            <a:xfrm>
              <a:off x="963443" y="3823728"/>
              <a:ext cx="1352962" cy="1353312"/>
              <a:chOff x="5887832" y="987580"/>
              <a:chExt cx="1352962" cy="1353312"/>
            </a:xfrm>
          </p:grpSpPr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0B30C7B0-9250-4F53-9037-818E5C15F529}"/>
                  </a:ext>
                </a:extLst>
              </p:cNvPr>
              <p:cNvSpPr/>
              <p:nvPr/>
            </p:nvSpPr>
            <p:spPr>
              <a:xfrm rot="5400000">
                <a:off x="5887657" y="987755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929B034F-824A-4990-8B15-EA8AB56ECACA}"/>
                  </a:ext>
                </a:extLst>
              </p:cNvPr>
              <p:cNvSpPr/>
              <p:nvPr/>
            </p:nvSpPr>
            <p:spPr>
              <a:xfrm rot="5400000">
                <a:off x="6245758" y="915315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C6B2FE35-CCB3-49B7-847D-EC7F781C8DF1}"/>
                  </a:ext>
                </a:extLst>
              </p:cNvPr>
              <p:cNvSpPr/>
              <p:nvPr/>
            </p:nvSpPr>
            <p:spPr>
              <a:xfrm rot="5400000">
                <a:off x="6690683" y="915144"/>
                <a:ext cx="216611" cy="361663"/>
              </a:xfrm>
              <a:prstGeom prst="rect">
                <a:avLst/>
              </a:prstGeom>
              <a:solidFill>
                <a:srgbClr val="00B050"/>
              </a:solidFill>
              <a:ln w="6350">
                <a:solidFill>
                  <a:schemeClr val="accent3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279CD452-1999-41E6-A4C6-48B4B83B35E0}"/>
                  </a:ext>
                </a:extLst>
              </p:cNvPr>
              <p:cNvSpPr/>
              <p:nvPr/>
            </p:nvSpPr>
            <p:spPr>
              <a:xfrm rot="10800000">
                <a:off x="7024183" y="1483403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A607C3DF-9897-4336-B150-F39A7ABE5EDA}"/>
                </a:ext>
              </a:extLst>
            </p:cNvPr>
            <p:cNvGrpSpPr/>
            <p:nvPr/>
          </p:nvGrpSpPr>
          <p:grpSpPr>
            <a:xfrm>
              <a:off x="2315389" y="3823545"/>
              <a:ext cx="1352961" cy="1353404"/>
              <a:chOff x="7739068" y="5194594"/>
              <a:chExt cx="1352961" cy="1353404"/>
            </a:xfrm>
          </p:grpSpPr>
          <p:grpSp>
            <p:nvGrpSpPr>
              <p:cNvPr id="239" name="Group 238">
                <a:extLst>
                  <a:ext uri="{FF2B5EF4-FFF2-40B4-BE49-F238E27FC236}">
                    <a16:creationId xmlns:a16="http://schemas.microsoft.com/office/drawing/2014/main" id="{B5D7A521-8748-4F68-9061-EB4C4E584C4B}"/>
                  </a:ext>
                </a:extLst>
              </p:cNvPr>
              <p:cNvGrpSpPr/>
              <p:nvPr/>
            </p:nvGrpSpPr>
            <p:grpSpPr>
              <a:xfrm>
                <a:off x="7739068" y="5194686"/>
                <a:ext cx="1352961" cy="1353312"/>
                <a:chOff x="10730062" y="3816461"/>
                <a:chExt cx="1352961" cy="1353312"/>
              </a:xfrm>
            </p:grpSpPr>
            <p:sp>
              <p:nvSpPr>
                <p:cNvPr id="241" name="Rectangle 240">
                  <a:extLst>
                    <a:ext uri="{FF2B5EF4-FFF2-40B4-BE49-F238E27FC236}">
                      <a16:creationId xmlns:a16="http://schemas.microsoft.com/office/drawing/2014/main" id="{8B66A855-6476-4713-84D2-2959D7EDE76A}"/>
                    </a:ext>
                  </a:extLst>
                </p:cNvPr>
                <p:cNvSpPr/>
                <p:nvPr/>
              </p:nvSpPr>
              <p:spPr>
                <a:xfrm rot="5400000">
                  <a:off x="10729887" y="3816636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42" name="Rectangle 241">
                  <a:extLst>
                    <a:ext uri="{FF2B5EF4-FFF2-40B4-BE49-F238E27FC236}">
                      <a16:creationId xmlns:a16="http://schemas.microsoft.com/office/drawing/2014/main" id="{92718604-1581-4246-9EC9-7FD0D423FD03}"/>
                    </a:ext>
                  </a:extLst>
                </p:cNvPr>
                <p:cNvSpPr/>
                <p:nvPr/>
              </p:nvSpPr>
              <p:spPr>
                <a:xfrm rot="10800000">
                  <a:off x="10732943" y="4310556"/>
                  <a:ext cx="216611" cy="361663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02A7E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40" name="Octagon 239">
                <a:extLst>
                  <a:ext uri="{FF2B5EF4-FFF2-40B4-BE49-F238E27FC236}">
                    <a16:creationId xmlns:a16="http://schemas.microsoft.com/office/drawing/2014/main" id="{6930D484-5594-4865-820C-89FF911A3C6C}"/>
                  </a:ext>
                </a:extLst>
              </p:cNvPr>
              <p:cNvSpPr/>
              <p:nvPr/>
            </p:nvSpPr>
            <p:spPr>
              <a:xfrm>
                <a:off x="8251648" y="5194594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8034A703-08DD-4407-9DE7-04724276365A}"/>
                </a:ext>
              </a:extLst>
            </p:cNvPr>
            <p:cNvGrpSpPr/>
            <p:nvPr/>
          </p:nvGrpSpPr>
          <p:grpSpPr>
            <a:xfrm>
              <a:off x="2320472" y="2470416"/>
              <a:ext cx="1353225" cy="1353312"/>
              <a:chOff x="7744151" y="3841465"/>
              <a:chExt cx="1353225" cy="1353312"/>
            </a:xfrm>
          </p:grpSpPr>
          <p:grpSp>
            <p:nvGrpSpPr>
              <p:cNvPr id="234" name="Group 233">
                <a:extLst>
                  <a:ext uri="{FF2B5EF4-FFF2-40B4-BE49-F238E27FC236}">
                    <a16:creationId xmlns:a16="http://schemas.microsoft.com/office/drawing/2014/main" id="{CADEF919-B990-4A54-AF91-C6DF96CC6A57}"/>
                  </a:ext>
                </a:extLst>
              </p:cNvPr>
              <p:cNvGrpSpPr/>
              <p:nvPr/>
            </p:nvGrpSpPr>
            <p:grpSpPr>
              <a:xfrm>
                <a:off x="7744151" y="3841465"/>
                <a:ext cx="1353225" cy="1353312"/>
                <a:chOff x="10729798" y="2463149"/>
                <a:chExt cx="1353225" cy="1353312"/>
              </a:xfrm>
            </p:grpSpPr>
            <p:sp>
              <p:nvSpPr>
                <p:cNvPr id="236" name="Rectangle 235">
                  <a:extLst>
                    <a:ext uri="{FF2B5EF4-FFF2-40B4-BE49-F238E27FC236}">
                      <a16:creationId xmlns:a16="http://schemas.microsoft.com/office/drawing/2014/main" id="{2FAE941F-E07B-4FC1-AB0E-ADB975A5EC13}"/>
                    </a:ext>
                  </a:extLst>
                </p:cNvPr>
                <p:cNvSpPr/>
                <p:nvPr/>
              </p:nvSpPr>
              <p:spPr>
                <a:xfrm rot="5400000">
                  <a:off x="10729887" y="2463324"/>
                  <a:ext cx="1353312" cy="1352961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37" name="Rectangle 236">
                  <a:extLst>
                    <a:ext uri="{FF2B5EF4-FFF2-40B4-BE49-F238E27FC236}">
                      <a16:creationId xmlns:a16="http://schemas.microsoft.com/office/drawing/2014/main" id="{7EDFF0B8-20F2-4388-BC99-A1305867299A}"/>
                    </a:ext>
                  </a:extLst>
                </p:cNvPr>
                <p:cNvSpPr/>
                <p:nvPr/>
              </p:nvSpPr>
              <p:spPr>
                <a:xfrm rot="10800000">
                  <a:off x="10729799" y="2724301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238" name="Rectangle 237">
                  <a:extLst>
                    <a:ext uri="{FF2B5EF4-FFF2-40B4-BE49-F238E27FC236}">
                      <a16:creationId xmlns:a16="http://schemas.microsoft.com/office/drawing/2014/main" id="{5049EDD6-AFC4-4BC8-8550-6DB37AD588E1}"/>
                    </a:ext>
                  </a:extLst>
                </p:cNvPr>
                <p:cNvSpPr/>
                <p:nvPr/>
              </p:nvSpPr>
              <p:spPr>
                <a:xfrm rot="10800000">
                  <a:off x="10729798" y="3169226"/>
                  <a:ext cx="216611" cy="361663"/>
                </a:xfrm>
                <a:prstGeom prst="rect">
                  <a:avLst/>
                </a:prstGeom>
                <a:solidFill>
                  <a:srgbClr val="7030A0"/>
                </a:solidFill>
                <a:ln w="6350">
                  <a:solidFill>
                    <a:srgbClr val="64018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235" name="Octagon 234">
                <a:extLst>
                  <a:ext uri="{FF2B5EF4-FFF2-40B4-BE49-F238E27FC236}">
                    <a16:creationId xmlns:a16="http://schemas.microsoft.com/office/drawing/2014/main" id="{29272D12-CC89-4784-B97A-DE4460339638}"/>
                  </a:ext>
                </a:extLst>
              </p:cNvPr>
              <p:cNvSpPr/>
              <p:nvPr/>
            </p:nvSpPr>
            <p:spPr>
              <a:xfrm>
                <a:off x="8251648" y="4828743"/>
                <a:ext cx="365760" cy="365760"/>
              </a:xfrm>
              <a:prstGeom prst="octagon">
                <a:avLst/>
              </a:prstGeom>
              <a:solidFill>
                <a:srgbClr val="FF0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5BDDD703-85EF-48B7-85C8-F171C92B050F}"/>
              </a:ext>
            </a:extLst>
          </p:cNvPr>
          <p:cNvGrpSpPr/>
          <p:nvPr/>
        </p:nvGrpSpPr>
        <p:grpSpPr>
          <a:xfrm>
            <a:off x="7827753" y="4437857"/>
            <a:ext cx="641841" cy="644393"/>
            <a:chOff x="7827753" y="4437857"/>
            <a:chExt cx="641841" cy="644393"/>
          </a:xfrm>
        </p:grpSpPr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6D208B2C-CFEA-4B78-8799-C9BE261C64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7753" y="4440409"/>
              <a:ext cx="0" cy="641841"/>
            </a:xfrm>
            <a:prstGeom prst="line">
              <a:avLst/>
            </a:prstGeom>
            <a:ln w="2540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23E2666C-51BB-4FF0-AE7E-109BC5F27687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8148674" y="4116936"/>
              <a:ext cx="0" cy="641841"/>
            </a:xfrm>
            <a:prstGeom prst="line">
              <a:avLst/>
            </a:prstGeom>
            <a:ln w="2540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E9775C14-ED9E-4556-AB37-C9F78374E340}"/>
              </a:ext>
            </a:extLst>
          </p:cNvPr>
          <p:cNvGrpSpPr/>
          <p:nvPr/>
        </p:nvGrpSpPr>
        <p:grpSpPr>
          <a:xfrm>
            <a:off x="5156960" y="2358600"/>
            <a:ext cx="521140" cy="512748"/>
            <a:chOff x="7617284" y="4008730"/>
            <a:chExt cx="1352961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961EC82E-BB4B-4957-A31C-8973D6C5C187}"/>
                </a:ext>
              </a:extLst>
            </p:cNvPr>
            <p:cNvSpPr/>
            <p:nvPr/>
          </p:nvSpPr>
          <p:spPr>
            <a:xfrm rot="5400000">
              <a:off x="7617109" y="4008905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0CB54D60-4F6C-4366-95D1-69C6727B29DD}"/>
                </a:ext>
              </a:extLst>
            </p:cNvPr>
            <p:cNvSpPr/>
            <p:nvPr/>
          </p:nvSpPr>
          <p:spPr>
            <a:xfrm rot="16200000">
              <a:off x="8420135" y="5072815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4CDFCC73-0CC1-43B2-93F7-1FBE2A63B760}"/>
                </a:ext>
              </a:extLst>
            </p:cNvPr>
            <p:cNvSpPr/>
            <p:nvPr/>
          </p:nvSpPr>
          <p:spPr>
            <a:xfrm rot="16200000">
              <a:off x="7972018" y="5072815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17EB4BCA-FC74-4A38-8237-B2AE392F0C30}"/>
                </a:ext>
              </a:extLst>
            </p:cNvPr>
            <p:cNvSpPr/>
            <p:nvPr/>
          </p:nvSpPr>
          <p:spPr>
            <a:xfrm rot="10800000">
              <a:off x="8750991" y="4269793"/>
              <a:ext cx="216611" cy="36166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1AE41DCF-26BF-4F4B-84C9-727A4B7392CD}"/>
                </a:ext>
              </a:extLst>
            </p:cNvPr>
            <p:cNvSpPr/>
            <p:nvPr/>
          </p:nvSpPr>
          <p:spPr>
            <a:xfrm rot="10800000">
              <a:off x="8750990" y="4714718"/>
              <a:ext cx="216611" cy="36166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5BA0F02A-3FD9-4829-A655-10475A619FB7}"/>
              </a:ext>
            </a:extLst>
          </p:cNvPr>
          <p:cNvGrpSpPr/>
          <p:nvPr/>
        </p:nvGrpSpPr>
        <p:grpSpPr>
          <a:xfrm>
            <a:off x="5156626" y="2871314"/>
            <a:ext cx="521141" cy="512748"/>
            <a:chOff x="5887832" y="987580"/>
            <a:chExt cx="1352962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1C177425-FA7D-46AD-84DB-E537F1084419}"/>
                </a:ext>
              </a:extLst>
            </p:cNvPr>
            <p:cNvSpPr/>
            <p:nvPr/>
          </p:nvSpPr>
          <p:spPr>
            <a:xfrm rot="5400000">
              <a:off x="5887657" y="987755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EFBBDF15-C18F-42E4-9BDB-2B2D683E5099}"/>
                </a:ext>
              </a:extLst>
            </p:cNvPr>
            <p:cNvSpPr/>
            <p:nvPr/>
          </p:nvSpPr>
          <p:spPr>
            <a:xfrm rot="5400000">
              <a:off x="6245758" y="915315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5C1F98F4-4E82-477E-A4F7-FEDE37FF0F6F}"/>
                </a:ext>
              </a:extLst>
            </p:cNvPr>
            <p:cNvSpPr/>
            <p:nvPr/>
          </p:nvSpPr>
          <p:spPr>
            <a:xfrm rot="5400000">
              <a:off x="6690683" y="915144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BDE9A710-33D3-4DA7-B23C-D8B856C8D79F}"/>
                </a:ext>
              </a:extLst>
            </p:cNvPr>
            <p:cNvSpPr/>
            <p:nvPr/>
          </p:nvSpPr>
          <p:spPr>
            <a:xfrm rot="10800000">
              <a:off x="7024183" y="1483403"/>
              <a:ext cx="216611" cy="36166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1866A09D-88AD-42FB-9852-F542C3DC58FE}"/>
              </a:ext>
            </a:extLst>
          </p:cNvPr>
          <p:cNvGrpSpPr/>
          <p:nvPr/>
        </p:nvGrpSpPr>
        <p:grpSpPr>
          <a:xfrm>
            <a:off x="5677375" y="2871244"/>
            <a:ext cx="521140" cy="512782"/>
            <a:chOff x="7739068" y="5194594"/>
            <a:chExt cx="1352961" cy="13534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67" name="Group 266">
              <a:extLst>
                <a:ext uri="{FF2B5EF4-FFF2-40B4-BE49-F238E27FC236}">
                  <a16:creationId xmlns:a16="http://schemas.microsoft.com/office/drawing/2014/main" id="{8F94E840-A6C5-4F1C-BAD0-E9DA7C9921C1}"/>
                </a:ext>
              </a:extLst>
            </p:cNvPr>
            <p:cNvGrpSpPr/>
            <p:nvPr/>
          </p:nvGrpSpPr>
          <p:grpSpPr>
            <a:xfrm>
              <a:off x="7739068" y="5194686"/>
              <a:ext cx="1352961" cy="1353312"/>
              <a:chOff x="10730062" y="3816461"/>
              <a:chExt cx="1352961" cy="1353312"/>
            </a:xfrm>
          </p:grpSpPr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6AC50C97-33FD-4294-A43C-B9EF478047B2}"/>
                  </a:ext>
                </a:extLst>
              </p:cNvPr>
              <p:cNvSpPr/>
              <p:nvPr/>
            </p:nvSpPr>
            <p:spPr>
              <a:xfrm rot="5400000">
                <a:off x="10729887" y="3816636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DFD8D2C5-038E-4BBC-961F-AABB83309AD2}"/>
                  </a:ext>
                </a:extLst>
              </p:cNvPr>
              <p:cNvSpPr/>
              <p:nvPr/>
            </p:nvSpPr>
            <p:spPr>
              <a:xfrm rot="10800000">
                <a:off x="10732943" y="431055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68" name="Octagon 267">
              <a:extLst>
                <a:ext uri="{FF2B5EF4-FFF2-40B4-BE49-F238E27FC236}">
                  <a16:creationId xmlns:a16="http://schemas.microsoft.com/office/drawing/2014/main" id="{F96B6B03-516C-40E2-BE83-83DA09A4A872}"/>
                </a:ext>
              </a:extLst>
            </p:cNvPr>
            <p:cNvSpPr/>
            <p:nvPr/>
          </p:nvSpPr>
          <p:spPr>
            <a:xfrm>
              <a:off x="8251648" y="5194594"/>
              <a:ext cx="365760" cy="365760"/>
            </a:xfrm>
            <a:prstGeom prst="octagon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8A8A7FD6-5259-4376-BA13-922AED2516CD}"/>
              </a:ext>
            </a:extLst>
          </p:cNvPr>
          <p:cNvGrpSpPr/>
          <p:nvPr/>
        </p:nvGrpSpPr>
        <p:grpSpPr>
          <a:xfrm>
            <a:off x="5878041" y="2201139"/>
            <a:ext cx="521242" cy="512748"/>
            <a:chOff x="7744151" y="3841465"/>
            <a:chExt cx="1353225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72" name="Group 271">
              <a:extLst>
                <a:ext uri="{FF2B5EF4-FFF2-40B4-BE49-F238E27FC236}">
                  <a16:creationId xmlns:a16="http://schemas.microsoft.com/office/drawing/2014/main" id="{055224DE-04EC-402B-B138-6BAC135BE9C8}"/>
                </a:ext>
              </a:extLst>
            </p:cNvPr>
            <p:cNvGrpSpPr/>
            <p:nvPr/>
          </p:nvGrpSpPr>
          <p:grpSpPr>
            <a:xfrm>
              <a:off x="7744151" y="3841465"/>
              <a:ext cx="1353225" cy="1353312"/>
              <a:chOff x="10729798" y="2463149"/>
              <a:chExt cx="1353225" cy="1353312"/>
            </a:xfrm>
          </p:grpSpPr>
          <p:sp>
            <p:nvSpPr>
              <p:cNvPr id="274" name="Rectangle 273">
                <a:extLst>
                  <a:ext uri="{FF2B5EF4-FFF2-40B4-BE49-F238E27FC236}">
                    <a16:creationId xmlns:a16="http://schemas.microsoft.com/office/drawing/2014/main" id="{9A3FF734-3A16-4A1E-82A2-ADFA5E014CB0}"/>
                  </a:ext>
                </a:extLst>
              </p:cNvPr>
              <p:cNvSpPr/>
              <p:nvPr/>
            </p:nvSpPr>
            <p:spPr>
              <a:xfrm rot="5400000">
                <a:off x="10729887" y="246332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5" name="Rectangle 274">
                <a:extLst>
                  <a:ext uri="{FF2B5EF4-FFF2-40B4-BE49-F238E27FC236}">
                    <a16:creationId xmlns:a16="http://schemas.microsoft.com/office/drawing/2014/main" id="{96F8AE52-4FEF-4281-9FEF-BAC71103D5D8}"/>
                  </a:ext>
                </a:extLst>
              </p:cNvPr>
              <p:cNvSpPr/>
              <p:nvPr/>
            </p:nvSpPr>
            <p:spPr>
              <a:xfrm rot="10800000">
                <a:off x="10729799" y="272430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6" name="Rectangle 275">
                <a:extLst>
                  <a:ext uri="{FF2B5EF4-FFF2-40B4-BE49-F238E27FC236}">
                    <a16:creationId xmlns:a16="http://schemas.microsoft.com/office/drawing/2014/main" id="{4968DB1B-119B-4E83-9972-7232696230EA}"/>
                  </a:ext>
                </a:extLst>
              </p:cNvPr>
              <p:cNvSpPr/>
              <p:nvPr/>
            </p:nvSpPr>
            <p:spPr>
              <a:xfrm rot="10800000">
                <a:off x="10729798" y="3169226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3" name="Octagon 272">
              <a:extLst>
                <a:ext uri="{FF2B5EF4-FFF2-40B4-BE49-F238E27FC236}">
                  <a16:creationId xmlns:a16="http://schemas.microsoft.com/office/drawing/2014/main" id="{9BBB261D-0D03-4D3C-9E2B-7DF056610F53}"/>
                </a:ext>
              </a:extLst>
            </p:cNvPr>
            <p:cNvSpPr/>
            <p:nvPr/>
          </p:nvSpPr>
          <p:spPr>
            <a:xfrm>
              <a:off x="8251648" y="4828743"/>
              <a:ext cx="365760" cy="365760"/>
            </a:xfrm>
            <a:prstGeom prst="octagon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086D4BB6-4ADD-4498-9D13-94569C30CE0A}"/>
              </a:ext>
            </a:extLst>
          </p:cNvPr>
          <p:cNvGrpSpPr/>
          <p:nvPr/>
        </p:nvGrpSpPr>
        <p:grpSpPr>
          <a:xfrm>
            <a:off x="9546976" y="2357525"/>
            <a:ext cx="521140" cy="512748"/>
            <a:chOff x="7617284" y="4008730"/>
            <a:chExt cx="1352961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7D7FDE56-FD74-4260-861E-37E2D83AB9F9}"/>
                </a:ext>
              </a:extLst>
            </p:cNvPr>
            <p:cNvSpPr/>
            <p:nvPr/>
          </p:nvSpPr>
          <p:spPr>
            <a:xfrm rot="5400000">
              <a:off x="7617109" y="4008905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3A5EE576-22DC-4E59-95C8-C99DA4DD20CC}"/>
                </a:ext>
              </a:extLst>
            </p:cNvPr>
            <p:cNvSpPr/>
            <p:nvPr/>
          </p:nvSpPr>
          <p:spPr>
            <a:xfrm rot="16200000">
              <a:off x="8420135" y="5072815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38A868DA-C8C8-44CF-BE48-1FE5C367DBC9}"/>
                </a:ext>
              </a:extLst>
            </p:cNvPr>
            <p:cNvSpPr/>
            <p:nvPr/>
          </p:nvSpPr>
          <p:spPr>
            <a:xfrm rot="16200000">
              <a:off x="7972018" y="5072815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0D5AE23A-6886-4DAA-B09D-6339B4B007C3}"/>
                </a:ext>
              </a:extLst>
            </p:cNvPr>
            <p:cNvSpPr/>
            <p:nvPr/>
          </p:nvSpPr>
          <p:spPr>
            <a:xfrm rot="10800000">
              <a:off x="8750991" y="4269793"/>
              <a:ext cx="216611" cy="36166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78D9BA99-4531-49D7-9546-410229C0AF40}"/>
                </a:ext>
              </a:extLst>
            </p:cNvPr>
            <p:cNvSpPr/>
            <p:nvPr/>
          </p:nvSpPr>
          <p:spPr>
            <a:xfrm rot="10800000">
              <a:off x="8750990" y="4714718"/>
              <a:ext cx="216611" cy="361663"/>
            </a:xfrm>
            <a:prstGeom prst="rect">
              <a:avLst/>
            </a:prstGeom>
            <a:solidFill>
              <a:srgbClr val="7030A0"/>
            </a:solidFill>
            <a:ln w="6350">
              <a:solidFill>
                <a:srgbClr val="6401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284E7565-4346-4128-B9A3-CEC608737B59}"/>
              </a:ext>
            </a:extLst>
          </p:cNvPr>
          <p:cNvGrpSpPr/>
          <p:nvPr/>
        </p:nvGrpSpPr>
        <p:grpSpPr>
          <a:xfrm>
            <a:off x="9546642" y="2870239"/>
            <a:ext cx="521141" cy="512748"/>
            <a:chOff x="5887832" y="987580"/>
            <a:chExt cx="1352962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C668E095-2C95-447C-8F55-E22F4F8845CB}"/>
                </a:ext>
              </a:extLst>
            </p:cNvPr>
            <p:cNvSpPr/>
            <p:nvPr/>
          </p:nvSpPr>
          <p:spPr>
            <a:xfrm rot="5400000">
              <a:off x="5887657" y="987755"/>
              <a:ext cx="1353312" cy="1352961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2B2C2AE9-2B8F-496F-8FF5-A2DCB1566159}"/>
                </a:ext>
              </a:extLst>
            </p:cNvPr>
            <p:cNvSpPr/>
            <p:nvPr/>
          </p:nvSpPr>
          <p:spPr>
            <a:xfrm rot="5400000">
              <a:off x="6245758" y="915315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12C9A443-3C43-4F5C-9338-1546E6918D31}"/>
                </a:ext>
              </a:extLst>
            </p:cNvPr>
            <p:cNvSpPr/>
            <p:nvPr/>
          </p:nvSpPr>
          <p:spPr>
            <a:xfrm rot="5400000">
              <a:off x="6690683" y="915144"/>
              <a:ext cx="216611" cy="361663"/>
            </a:xfrm>
            <a:prstGeom prst="rect">
              <a:avLst/>
            </a:prstGeom>
            <a:solidFill>
              <a:srgbClr val="00B050"/>
            </a:solidFill>
            <a:ln w="63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A309B45C-24FA-4C47-AA42-419E7F6CF9F6}"/>
                </a:ext>
              </a:extLst>
            </p:cNvPr>
            <p:cNvSpPr/>
            <p:nvPr/>
          </p:nvSpPr>
          <p:spPr>
            <a:xfrm rot="10800000">
              <a:off x="7024183" y="1483403"/>
              <a:ext cx="216611" cy="361663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02A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4DC237ED-CF88-4743-91F2-BC2C9D21088B}"/>
              </a:ext>
            </a:extLst>
          </p:cNvPr>
          <p:cNvGrpSpPr/>
          <p:nvPr/>
        </p:nvGrpSpPr>
        <p:grpSpPr>
          <a:xfrm>
            <a:off x="10244919" y="3012878"/>
            <a:ext cx="521140" cy="512782"/>
            <a:chOff x="7739068" y="5194594"/>
            <a:chExt cx="1352961" cy="13534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87" name="Group 286">
              <a:extLst>
                <a:ext uri="{FF2B5EF4-FFF2-40B4-BE49-F238E27FC236}">
                  <a16:creationId xmlns:a16="http://schemas.microsoft.com/office/drawing/2014/main" id="{F52CBCAD-10EF-43A5-BD35-472F7DC4356E}"/>
                </a:ext>
              </a:extLst>
            </p:cNvPr>
            <p:cNvGrpSpPr/>
            <p:nvPr/>
          </p:nvGrpSpPr>
          <p:grpSpPr>
            <a:xfrm>
              <a:off x="7739068" y="5194686"/>
              <a:ext cx="1352961" cy="1353312"/>
              <a:chOff x="10730062" y="3816461"/>
              <a:chExt cx="1352961" cy="1353312"/>
            </a:xfrm>
          </p:grpSpPr>
          <p:sp>
            <p:nvSpPr>
              <p:cNvPr id="289" name="Rectangle 288">
                <a:extLst>
                  <a:ext uri="{FF2B5EF4-FFF2-40B4-BE49-F238E27FC236}">
                    <a16:creationId xmlns:a16="http://schemas.microsoft.com/office/drawing/2014/main" id="{5E4A3218-3AAC-4E95-926F-0C3DDFE5EA9E}"/>
                  </a:ext>
                </a:extLst>
              </p:cNvPr>
              <p:cNvSpPr/>
              <p:nvPr/>
            </p:nvSpPr>
            <p:spPr>
              <a:xfrm rot="5400000">
                <a:off x="10729887" y="3816636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0" name="Rectangle 289">
                <a:extLst>
                  <a:ext uri="{FF2B5EF4-FFF2-40B4-BE49-F238E27FC236}">
                    <a16:creationId xmlns:a16="http://schemas.microsoft.com/office/drawing/2014/main" id="{6CEE2CDB-3472-4E9B-9154-DE3DE6E989CE}"/>
                  </a:ext>
                </a:extLst>
              </p:cNvPr>
              <p:cNvSpPr/>
              <p:nvPr/>
            </p:nvSpPr>
            <p:spPr>
              <a:xfrm rot="10800000">
                <a:off x="10732943" y="4310556"/>
                <a:ext cx="216611" cy="361663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02A7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8" name="Octagon 287">
              <a:extLst>
                <a:ext uri="{FF2B5EF4-FFF2-40B4-BE49-F238E27FC236}">
                  <a16:creationId xmlns:a16="http://schemas.microsoft.com/office/drawing/2014/main" id="{21D9161B-8102-4923-B1CB-450181189BA8}"/>
                </a:ext>
              </a:extLst>
            </p:cNvPr>
            <p:cNvSpPr/>
            <p:nvPr/>
          </p:nvSpPr>
          <p:spPr>
            <a:xfrm>
              <a:off x="8251648" y="5194594"/>
              <a:ext cx="365760" cy="365760"/>
            </a:xfrm>
            <a:prstGeom prst="octagon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9B2347FC-E8B1-4E75-B3AA-FD14D0B7C66C}"/>
              </a:ext>
            </a:extLst>
          </p:cNvPr>
          <p:cNvGrpSpPr/>
          <p:nvPr/>
        </p:nvGrpSpPr>
        <p:grpSpPr>
          <a:xfrm>
            <a:off x="10069349" y="2357491"/>
            <a:ext cx="521242" cy="512748"/>
            <a:chOff x="7744151" y="3841465"/>
            <a:chExt cx="1353225" cy="135331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82" name="Group 281">
              <a:extLst>
                <a:ext uri="{FF2B5EF4-FFF2-40B4-BE49-F238E27FC236}">
                  <a16:creationId xmlns:a16="http://schemas.microsoft.com/office/drawing/2014/main" id="{02750D6E-FA9A-46B0-AE14-F1469EAA8228}"/>
                </a:ext>
              </a:extLst>
            </p:cNvPr>
            <p:cNvGrpSpPr/>
            <p:nvPr/>
          </p:nvGrpSpPr>
          <p:grpSpPr>
            <a:xfrm>
              <a:off x="7744151" y="3841465"/>
              <a:ext cx="1353225" cy="1353312"/>
              <a:chOff x="10729798" y="2463149"/>
              <a:chExt cx="1353225" cy="1353312"/>
            </a:xfrm>
          </p:grpSpPr>
          <p:sp>
            <p:nvSpPr>
              <p:cNvPr id="284" name="Rectangle 283">
                <a:extLst>
                  <a:ext uri="{FF2B5EF4-FFF2-40B4-BE49-F238E27FC236}">
                    <a16:creationId xmlns:a16="http://schemas.microsoft.com/office/drawing/2014/main" id="{FDDDA025-7AC2-430D-9AD8-3761C565A9EC}"/>
                  </a:ext>
                </a:extLst>
              </p:cNvPr>
              <p:cNvSpPr/>
              <p:nvPr/>
            </p:nvSpPr>
            <p:spPr>
              <a:xfrm rot="5400000">
                <a:off x="10729887" y="2463324"/>
                <a:ext cx="1353312" cy="1352961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5" name="Rectangle 284">
                <a:extLst>
                  <a:ext uri="{FF2B5EF4-FFF2-40B4-BE49-F238E27FC236}">
                    <a16:creationId xmlns:a16="http://schemas.microsoft.com/office/drawing/2014/main" id="{F387369F-CFA8-4291-B71C-CFCBED485D5F}"/>
                  </a:ext>
                </a:extLst>
              </p:cNvPr>
              <p:cNvSpPr/>
              <p:nvPr/>
            </p:nvSpPr>
            <p:spPr>
              <a:xfrm rot="10800000">
                <a:off x="10729799" y="2724301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6" name="Rectangle 285">
                <a:extLst>
                  <a:ext uri="{FF2B5EF4-FFF2-40B4-BE49-F238E27FC236}">
                    <a16:creationId xmlns:a16="http://schemas.microsoft.com/office/drawing/2014/main" id="{3548FD07-D3AE-4972-8DDD-8C0018ADFDB2}"/>
                  </a:ext>
                </a:extLst>
              </p:cNvPr>
              <p:cNvSpPr/>
              <p:nvPr/>
            </p:nvSpPr>
            <p:spPr>
              <a:xfrm rot="10800000">
                <a:off x="10729798" y="3169226"/>
                <a:ext cx="216611" cy="361663"/>
              </a:xfrm>
              <a:prstGeom prst="rect">
                <a:avLst/>
              </a:prstGeom>
              <a:solidFill>
                <a:srgbClr val="7030A0"/>
              </a:solidFill>
              <a:ln w="6350">
                <a:solidFill>
                  <a:srgbClr val="6401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83" name="Octagon 282">
              <a:extLst>
                <a:ext uri="{FF2B5EF4-FFF2-40B4-BE49-F238E27FC236}">
                  <a16:creationId xmlns:a16="http://schemas.microsoft.com/office/drawing/2014/main" id="{B47969A6-5D84-4487-AE0E-97E461A87AE0}"/>
                </a:ext>
              </a:extLst>
            </p:cNvPr>
            <p:cNvSpPr/>
            <p:nvPr/>
          </p:nvSpPr>
          <p:spPr>
            <a:xfrm>
              <a:off x="8251648" y="4828743"/>
              <a:ext cx="365760" cy="365760"/>
            </a:xfrm>
            <a:prstGeom prst="octagon">
              <a:avLst/>
            </a:prstGeom>
            <a:solidFill>
              <a:srgbClr val="FF0000"/>
            </a:solidFill>
            <a:ln w="63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994813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67"/>
          <p:cNvSpPr txBox="1"/>
          <p:nvPr/>
        </p:nvSpPr>
        <p:spPr>
          <a:xfrm>
            <a:off x="4488208" y="373996"/>
            <a:ext cx="30444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Negative Glues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D3865-0569-4EC7-A065-FF1AF16EBE90}"/>
              </a:ext>
            </a:extLst>
          </p:cNvPr>
          <p:cNvSpPr txBox="1"/>
          <p:nvPr/>
        </p:nvSpPr>
        <p:spPr>
          <a:xfrm>
            <a:off x="4311879" y="3560313"/>
            <a:ext cx="32207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Simply adding negative glues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We want the ability to </a:t>
            </a:r>
          </a:p>
          <a:p>
            <a:r>
              <a:rPr lang="en-US" sz="2000" dirty="0">
                <a:solidFill>
                  <a:schemeClr val="bg1"/>
                </a:solidFill>
              </a:rPr>
              <a:t>      break things apart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B03B7C-0512-4A75-846A-36965BCD6744}"/>
              </a:ext>
            </a:extLst>
          </p:cNvPr>
          <p:cNvSpPr txBox="1"/>
          <p:nvPr/>
        </p:nvSpPr>
        <p:spPr>
          <a:xfrm>
            <a:off x="1349801" y="1753074"/>
            <a:ext cx="17110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 stages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CB41265-9AD4-4FA7-A2C9-080C49D7F444}"/>
              </a:ext>
            </a:extLst>
          </p:cNvPr>
          <p:cNvGrpSpPr/>
          <p:nvPr/>
        </p:nvGrpSpPr>
        <p:grpSpPr>
          <a:xfrm>
            <a:off x="276367" y="2488916"/>
            <a:ext cx="3515990" cy="3454968"/>
            <a:chOff x="276367" y="2488916"/>
            <a:chExt cx="3515990" cy="345496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08C54F3-C5AA-4844-8A29-3307B326DB74}"/>
                </a:ext>
              </a:extLst>
            </p:cNvPr>
            <p:cNvGrpSpPr/>
            <p:nvPr/>
          </p:nvGrpSpPr>
          <p:grpSpPr>
            <a:xfrm>
              <a:off x="276367" y="2488916"/>
              <a:ext cx="1382344" cy="1240875"/>
              <a:chOff x="352028" y="2040522"/>
              <a:chExt cx="1538514" cy="1371600"/>
            </a:xfrm>
          </p:grpSpPr>
          <p:grpSp>
            <p:nvGrpSpPr>
              <p:cNvPr id="103" name="Group 102">
                <a:extLst>
                  <a:ext uri="{FF2B5EF4-FFF2-40B4-BE49-F238E27FC236}">
                    <a16:creationId xmlns:a16="http://schemas.microsoft.com/office/drawing/2014/main" id="{00A43FE8-BC7F-4AE4-94F4-170EDE8665EE}"/>
                  </a:ext>
                </a:extLst>
              </p:cNvPr>
              <p:cNvGrpSpPr/>
              <p:nvPr/>
            </p:nvGrpSpPr>
            <p:grpSpPr>
              <a:xfrm>
                <a:off x="517171" y="2245658"/>
                <a:ext cx="1116685" cy="905871"/>
                <a:chOff x="820157" y="1458258"/>
                <a:chExt cx="1116685" cy="905871"/>
              </a:xfrm>
            </p:grpSpPr>
            <p:grpSp>
              <p:nvGrpSpPr>
                <p:cNvPr id="104" name="Group 103">
                  <a:extLst>
                    <a:ext uri="{FF2B5EF4-FFF2-40B4-BE49-F238E27FC236}">
                      <a16:creationId xmlns:a16="http://schemas.microsoft.com/office/drawing/2014/main" id="{1332BEDD-3ED3-471E-A75F-77BC418DD2C0}"/>
                    </a:ext>
                  </a:extLst>
                </p:cNvPr>
                <p:cNvGrpSpPr/>
                <p:nvPr/>
              </p:nvGrpSpPr>
              <p:grpSpPr>
                <a:xfrm>
                  <a:off x="1762596" y="1698281"/>
                  <a:ext cx="174246" cy="165734"/>
                  <a:chOff x="3374524" y="3961948"/>
                  <a:chExt cx="521293" cy="512749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197" name="Rectangle 196">
                    <a:extLst>
                      <a:ext uri="{FF2B5EF4-FFF2-40B4-BE49-F238E27FC236}">
                        <a16:creationId xmlns:a16="http://schemas.microsoft.com/office/drawing/2014/main" id="{F7EB661A-C31C-4F60-AA50-F1ADB3AFCD1E}"/>
                      </a:ext>
                    </a:extLst>
                  </p:cNvPr>
                  <p:cNvSpPr/>
                  <p:nvPr/>
                </p:nvSpPr>
                <p:spPr>
                  <a:xfrm>
                    <a:off x="3374524" y="3961949"/>
                    <a:ext cx="521293" cy="512748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</a:schemeClr>
                  </a:solidFill>
                  <a:ln w="6350">
                    <a:solidFill>
                      <a:schemeClr val="bg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98" name="Rectangle 197">
                    <a:extLst>
                      <a:ext uri="{FF2B5EF4-FFF2-40B4-BE49-F238E27FC236}">
                        <a16:creationId xmlns:a16="http://schemas.microsoft.com/office/drawing/2014/main" id="{B4357A58-6F3C-4BAE-862D-98A5C6E5110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594070" y="3862042"/>
                    <a:ext cx="82199" cy="282011"/>
                  </a:xfrm>
                  <a:prstGeom prst="rect">
                    <a:avLst/>
                  </a:prstGeom>
                  <a:solidFill>
                    <a:srgbClr val="015AAB"/>
                  </a:solidFill>
                  <a:ln w="6350">
                    <a:solidFill>
                      <a:srgbClr val="01377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99" name="Rectangle 198">
                    <a:extLst>
                      <a:ext uri="{FF2B5EF4-FFF2-40B4-BE49-F238E27FC236}">
                        <a16:creationId xmlns:a16="http://schemas.microsoft.com/office/drawing/2014/main" id="{C6E2E4DB-AB14-4B2A-BFF5-F66009DA88F2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594070" y="4292592"/>
                    <a:ext cx="82199" cy="282011"/>
                  </a:xfrm>
                  <a:prstGeom prst="rect">
                    <a:avLst/>
                  </a:prstGeom>
                  <a:solidFill>
                    <a:srgbClr val="015AAB"/>
                  </a:solidFill>
                  <a:ln w="6350">
                    <a:solidFill>
                      <a:srgbClr val="01377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00" name="Rectangle 199">
                    <a:extLst>
                      <a:ext uri="{FF2B5EF4-FFF2-40B4-BE49-F238E27FC236}">
                        <a16:creationId xmlns:a16="http://schemas.microsoft.com/office/drawing/2014/main" id="{F9B1A798-CC3F-4251-B3BF-799C502B0857}"/>
                      </a:ext>
                    </a:extLst>
                  </p:cNvPr>
                  <p:cNvSpPr/>
                  <p:nvPr/>
                </p:nvSpPr>
                <p:spPr>
                  <a:xfrm>
                    <a:off x="3374524" y="4079529"/>
                    <a:ext cx="82199" cy="282011"/>
                  </a:xfrm>
                  <a:prstGeom prst="rect">
                    <a:avLst/>
                  </a:prstGeom>
                  <a:solidFill>
                    <a:srgbClr val="9148C8"/>
                  </a:solidFill>
                  <a:ln w="6350"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01" name="Rectangle 200">
                    <a:extLst>
                      <a:ext uri="{FF2B5EF4-FFF2-40B4-BE49-F238E27FC236}">
                        <a16:creationId xmlns:a16="http://schemas.microsoft.com/office/drawing/2014/main" id="{02D95280-29DF-458D-9AA9-D910D61DAD19}"/>
                      </a:ext>
                    </a:extLst>
                  </p:cNvPr>
                  <p:cNvSpPr/>
                  <p:nvPr/>
                </p:nvSpPr>
                <p:spPr>
                  <a:xfrm>
                    <a:off x="3813618" y="4079529"/>
                    <a:ext cx="82199" cy="282011"/>
                  </a:xfrm>
                  <a:prstGeom prst="rect">
                    <a:avLst/>
                  </a:prstGeom>
                  <a:solidFill>
                    <a:srgbClr val="9148C8"/>
                  </a:solidFill>
                  <a:ln w="6350"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105" name="Group 104">
                  <a:extLst>
                    <a:ext uri="{FF2B5EF4-FFF2-40B4-BE49-F238E27FC236}">
                      <a16:creationId xmlns:a16="http://schemas.microsoft.com/office/drawing/2014/main" id="{EAD68B53-F889-4E4C-AA5D-F8C3D31EAE9A}"/>
                    </a:ext>
                  </a:extLst>
                </p:cNvPr>
                <p:cNvGrpSpPr/>
                <p:nvPr/>
              </p:nvGrpSpPr>
              <p:grpSpPr>
                <a:xfrm>
                  <a:off x="1337149" y="1458258"/>
                  <a:ext cx="174246" cy="165734"/>
                  <a:chOff x="1960978" y="2290824"/>
                  <a:chExt cx="521293" cy="512748"/>
                </a:xfrm>
              </p:grpSpPr>
              <p:grpSp>
                <p:nvGrpSpPr>
                  <p:cNvPr id="190" name="Group 189">
                    <a:extLst>
                      <a:ext uri="{FF2B5EF4-FFF2-40B4-BE49-F238E27FC236}">
                        <a16:creationId xmlns:a16="http://schemas.microsoft.com/office/drawing/2014/main" id="{A2CFA7D7-0E5C-4C34-8EFD-9293539ED7A7}"/>
                      </a:ext>
                    </a:extLst>
                  </p:cNvPr>
                  <p:cNvGrpSpPr/>
                  <p:nvPr/>
                </p:nvGrpSpPr>
                <p:grpSpPr>
                  <a:xfrm>
                    <a:off x="1960978" y="2290824"/>
                    <a:ext cx="521293" cy="512748"/>
                    <a:chOff x="1378086" y="2546788"/>
                    <a:chExt cx="521293" cy="512748"/>
                  </a:xfr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grpSpPr>
                <p:sp>
                  <p:nvSpPr>
                    <p:cNvPr id="193" name="Rectangle 192">
                      <a:extLst>
                        <a:ext uri="{FF2B5EF4-FFF2-40B4-BE49-F238E27FC236}">
                          <a16:creationId xmlns:a16="http://schemas.microsoft.com/office/drawing/2014/main" id="{FDE3A45B-43D5-40D3-97A0-D6F6E870C2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78086" y="2546788"/>
                      <a:ext cx="521293" cy="512748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</a:schemeClr>
                    </a:solidFill>
                    <a:ln w="6350">
                      <a:solidFill>
                        <a:schemeClr val="bg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94" name="Rectangle 193">
                      <a:extLst>
                        <a:ext uri="{FF2B5EF4-FFF2-40B4-BE49-F238E27FC236}">
                          <a16:creationId xmlns:a16="http://schemas.microsoft.com/office/drawing/2014/main" id="{D499C797-D3F7-4C0B-B558-F5181577C75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1597632" y="2446882"/>
                      <a:ext cx="82199" cy="282011"/>
                    </a:xfrm>
                    <a:prstGeom prst="rect">
                      <a:avLst/>
                    </a:prstGeom>
                    <a:solidFill>
                      <a:schemeClr val="accent5"/>
                    </a:solidFill>
                    <a:ln w="6350">
                      <a:solidFill>
                        <a:srgbClr val="B6A20A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95" name="Rectangle 194">
                      <a:extLst>
                        <a:ext uri="{FF2B5EF4-FFF2-40B4-BE49-F238E27FC236}">
                          <a16:creationId xmlns:a16="http://schemas.microsoft.com/office/drawing/2014/main" id="{EC43FA73-61DF-4345-BDBC-6F07F7F544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17180" y="2662156"/>
                      <a:ext cx="82199" cy="282011"/>
                    </a:xfrm>
                    <a:prstGeom prst="rect">
                      <a:avLst/>
                    </a:prstGeom>
                    <a:solidFill>
                      <a:srgbClr val="9148C8"/>
                    </a:solidFill>
                    <a:ln w="6350">
                      <a:solidFill>
                        <a:srgbClr val="7030A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96" name="Rectangle 195">
                      <a:extLst>
                        <a:ext uri="{FF2B5EF4-FFF2-40B4-BE49-F238E27FC236}">
                          <a16:creationId xmlns:a16="http://schemas.microsoft.com/office/drawing/2014/main" id="{DD0F6F4D-1193-4D83-BA6E-C58111F40647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1597632" y="2877431"/>
                      <a:ext cx="82199" cy="282011"/>
                    </a:xfrm>
                    <a:prstGeom prst="rect">
                      <a:avLst/>
                    </a:prstGeom>
                    <a:solidFill>
                      <a:schemeClr val="accent4"/>
                    </a:solidFill>
                    <a:ln w="63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191" name="Straight Connector 190">
                    <a:extLst>
                      <a:ext uri="{FF2B5EF4-FFF2-40B4-BE49-F238E27FC236}">
                        <a16:creationId xmlns:a16="http://schemas.microsoft.com/office/drawing/2014/main" id="{DE5861CE-F1E1-45D2-8300-9FB4DB665516}"/>
                      </a:ext>
                    </a:extLst>
                  </p:cNvPr>
                  <p:cNvCxnSpPr/>
                  <p:nvPr/>
                </p:nvCxnSpPr>
                <p:spPr>
                  <a:xfrm>
                    <a:off x="2224880" y="2290824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2" name="Straight Connector 191">
                    <a:extLst>
                      <a:ext uri="{FF2B5EF4-FFF2-40B4-BE49-F238E27FC236}">
                        <a16:creationId xmlns:a16="http://schemas.microsoft.com/office/drawing/2014/main" id="{E4155468-137E-4319-8BFF-B5937A3D3152}"/>
                      </a:ext>
                    </a:extLst>
                  </p:cNvPr>
                  <p:cNvCxnSpPr/>
                  <p:nvPr/>
                </p:nvCxnSpPr>
                <p:spPr>
                  <a:xfrm>
                    <a:off x="2224880" y="2721373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7" name="Group 106">
                  <a:extLst>
                    <a:ext uri="{FF2B5EF4-FFF2-40B4-BE49-F238E27FC236}">
                      <a16:creationId xmlns:a16="http://schemas.microsoft.com/office/drawing/2014/main" id="{ED5D8F9D-5558-4707-927C-7E5C23CA0CC6}"/>
                    </a:ext>
                  </a:extLst>
                </p:cNvPr>
                <p:cNvGrpSpPr/>
                <p:nvPr/>
              </p:nvGrpSpPr>
              <p:grpSpPr>
                <a:xfrm>
                  <a:off x="1326550" y="1901632"/>
                  <a:ext cx="174246" cy="165734"/>
                  <a:chOff x="1960976" y="2992945"/>
                  <a:chExt cx="521293" cy="512748"/>
                </a:xfrm>
              </p:grpSpPr>
              <p:grpSp>
                <p:nvGrpSpPr>
                  <p:cNvPr id="185" name="Group 184">
                    <a:extLst>
                      <a:ext uri="{FF2B5EF4-FFF2-40B4-BE49-F238E27FC236}">
                        <a16:creationId xmlns:a16="http://schemas.microsoft.com/office/drawing/2014/main" id="{55AED95B-8E40-41F8-8390-5AF4980902C3}"/>
                      </a:ext>
                    </a:extLst>
                  </p:cNvPr>
                  <p:cNvGrpSpPr/>
                  <p:nvPr/>
                </p:nvGrpSpPr>
                <p:grpSpPr>
                  <a:xfrm>
                    <a:off x="1960976" y="2992945"/>
                    <a:ext cx="521293" cy="512748"/>
                    <a:chOff x="3603126" y="3395374"/>
                    <a:chExt cx="521293" cy="512748"/>
                  </a:xfr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grpSpPr>
                <p:sp>
                  <p:nvSpPr>
                    <p:cNvPr id="187" name="Rectangle 186">
                      <a:extLst>
                        <a:ext uri="{FF2B5EF4-FFF2-40B4-BE49-F238E27FC236}">
                          <a16:creationId xmlns:a16="http://schemas.microsoft.com/office/drawing/2014/main" id="{4AC6F915-C0F0-44CA-AEDD-A10134ECE0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03126" y="3395374"/>
                      <a:ext cx="521293" cy="512748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</a:schemeClr>
                    </a:solidFill>
                    <a:ln w="6350">
                      <a:solidFill>
                        <a:schemeClr val="bg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88" name="Rectangle 187">
                      <a:extLst>
                        <a:ext uri="{FF2B5EF4-FFF2-40B4-BE49-F238E27FC236}">
                          <a16:creationId xmlns:a16="http://schemas.microsoft.com/office/drawing/2014/main" id="{048A9340-9BA6-40AF-9E3F-C56319921A5A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3822672" y="3726017"/>
                      <a:ext cx="82199" cy="282011"/>
                    </a:xfrm>
                    <a:prstGeom prst="rect">
                      <a:avLst/>
                    </a:prstGeom>
                    <a:solidFill>
                      <a:schemeClr val="accent5"/>
                    </a:solidFill>
                    <a:ln w="6350">
                      <a:solidFill>
                        <a:srgbClr val="B6A20A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89" name="Rectangle 188">
                      <a:extLst>
                        <a:ext uri="{FF2B5EF4-FFF2-40B4-BE49-F238E27FC236}">
                          <a16:creationId xmlns:a16="http://schemas.microsoft.com/office/drawing/2014/main" id="{21BA778D-441B-4BDE-AAB8-CA2D875FF7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42220" y="3510742"/>
                      <a:ext cx="82199" cy="282011"/>
                    </a:xfrm>
                    <a:prstGeom prst="rect">
                      <a:avLst/>
                    </a:prstGeom>
                    <a:solidFill>
                      <a:srgbClr val="9148C8"/>
                    </a:solidFill>
                    <a:ln w="6350">
                      <a:solidFill>
                        <a:srgbClr val="7030A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186" name="Straight Connector 185">
                    <a:extLst>
                      <a:ext uri="{FF2B5EF4-FFF2-40B4-BE49-F238E27FC236}">
                        <a16:creationId xmlns:a16="http://schemas.microsoft.com/office/drawing/2014/main" id="{AD09FEC2-A8B3-4DFC-ACE7-556DB5467492}"/>
                      </a:ext>
                    </a:extLst>
                  </p:cNvPr>
                  <p:cNvCxnSpPr/>
                  <p:nvPr/>
                </p:nvCxnSpPr>
                <p:spPr>
                  <a:xfrm>
                    <a:off x="2224880" y="3423494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3" name="Group 112">
                  <a:extLst>
                    <a:ext uri="{FF2B5EF4-FFF2-40B4-BE49-F238E27FC236}">
                      <a16:creationId xmlns:a16="http://schemas.microsoft.com/office/drawing/2014/main" id="{3CA30B5C-F5F2-47E2-8CF3-D3C5FEF706AF}"/>
                    </a:ext>
                  </a:extLst>
                </p:cNvPr>
                <p:cNvGrpSpPr/>
                <p:nvPr/>
              </p:nvGrpSpPr>
              <p:grpSpPr>
                <a:xfrm>
                  <a:off x="820157" y="1617725"/>
                  <a:ext cx="174246" cy="165734"/>
                  <a:chOff x="1205410" y="2290825"/>
                  <a:chExt cx="521293" cy="512748"/>
                </a:xfrm>
              </p:grpSpPr>
              <p:grpSp>
                <p:nvGrpSpPr>
                  <p:cNvPr id="179" name="Group 178">
                    <a:extLst>
                      <a:ext uri="{FF2B5EF4-FFF2-40B4-BE49-F238E27FC236}">
                        <a16:creationId xmlns:a16="http://schemas.microsoft.com/office/drawing/2014/main" id="{1B1D8A4A-1764-4D8D-84A1-5F50AEDD904D}"/>
                      </a:ext>
                    </a:extLst>
                  </p:cNvPr>
                  <p:cNvGrpSpPr/>
                  <p:nvPr/>
                </p:nvGrpSpPr>
                <p:grpSpPr>
                  <a:xfrm>
                    <a:off x="1205410" y="2290825"/>
                    <a:ext cx="521293" cy="512748"/>
                    <a:chOff x="3737574" y="3110669"/>
                    <a:chExt cx="521293" cy="512748"/>
                  </a:xfr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grpSpPr>
                <p:sp>
                  <p:nvSpPr>
                    <p:cNvPr id="182" name="Rectangle 181">
                      <a:extLst>
                        <a:ext uri="{FF2B5EF4-FFF2-40B4-BE49-F238E27FC236}">
                          <a16:creationId xmlns:a16="http://schemas.microsoft.com/office/drawing/2014/main" id="{BEEC3F3E-F08B-4F92-86F0-CF465046A0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37574" y="3110669"/>
                      <a:ext cx="521293" cy="512748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</a:schemeClr>
                    </a:solidFill>
                    <a:ln w="6350">
                      <a:solidFill>
                        <a:schemeClr val="bg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83" name="Rectangle 182">
                      <a:extLst>
                        <a:ext uri="{FF2B5EF4-FFF2-40B4-BE49-F238E27FC236}">
                          <a16:creationId xmlns:a16="http://schemas.microsoft.com/office/drawing/2014/main" id="{47D084DD-ABED-4838-B6F7-8F9E2C096841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3957120" y="3010763"/>
                      <a:ext cx="82199" cy="282011"/>
                    </a:xfrm>
                    <a:prstGeom prst="rect">
                      <a:avLst/>
                    </a:prstGeom>
                    <a:solidFill>
                      <a:schemeClr val="accent4"/>
                    </a:solidFill>
                    <a:ln w="63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84" name="Rectangle 183">
                      <a:extLst>
                        <a:ext uri="{FF2B5EF4-FFF2-40B4-BE49-F238E27FC236}">
                          <a16:creationId xmlns:a16="http://schemas.microsoft.com/office/drawing/2014/main" id="{239BC950-7B81-4625-A21D-E729CFECE9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71308" y="3226037"/>
                      <a:ext cx="82199" cy="282011"/>
                    </a:xfrm>
                    <a:prstGeom prst="rect">
                      <a:avLst/>
                    </a:prstGeom>
                    <a:solidFill>
                      <a:srgbClr val="FC711C"/>
                    </a:solidFill>
                    <a:ln w="6350">
                      <a:solidFill>
                        <a:schemeClr val="accent6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180" name="Straight Connector 179">
                    <a:extLst>
                      <a:ext uri="{FF2B5EF4-FFF2-40B4-BE49-F238E27FC236}">
                        <a16:creationId xmlns:a16="http://schemas.microsoft.com/office/drawing/2014/main" id="{6E9C9393-5FC8-4764-A217-64D204584991}"/>
                      </a:ext>
                    </a:extLst>
                  </p:cNvPr>
                  <p:cNvCxnSpPr>
                    <a:stCxn id="183" idx="1"/>
                    <a:endCxn id="183" idx="3"/>
                  </p:cNvCxnSpPr>
                  <p:nvPr/>
                </p:nvCxnSpPr>
                <p:spPr>
                  <a:xfrm>
                    <a:off x="1466055" y="2290825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1" name="Straight Connector 180">
                    <a:extLst>
                      <a:ext uri="{FF2B5EF4-FFF2-40B4-BE49-F238E27FC236}">
                        <a16:creationId xmlns:a16="http://schemas.microsoft.com/office/drawing/2014/main" id="{3081A736-A963-4798-909C-CD30E81F35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1680241" y="2498948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4" name="Group 113">
                  <a:extLst>
                    <a:ext uri="{FF2B5EF4-FFF2-40B4-BE49-F238E27FC236}">
                      <a16:creationId xmlns:a16="http://schemas.microsoft.com/office/drawing/2014/main" id="{1C8251E7-AD14-4F52-8FFD-53E745E40705}"/>
                    </a:ext>
                  </a:extLst>
                </p:cNvPr>
                <p:cNvGrpSpPr/>
                <p:nvPr/>
              </p:nvGrpSpPr>
              <p:grpSpPr>
                <a:xfrm>
                  <a:off x="957605" y="2084005"/>
                  <a:ext cx="174247" cy="165734"/>
                  <a:chOff x="1200047" y="2998405"/>
                  <a:chExt cx="521296" cy="512748"/>
                </a:xfrm>
              </p:grpSpPr>
              <p:grpSp>
                <p:nvGrpSpPr>
                  <p:cNvPr id="174" name="Group 173">
                    <a:extLst>
                      <a:ext uri="{FF2B5EF4-FFF2-40B4-BE49-F238E27FC236}">
                        <a16:creationId xmlns:a16="http://schemas.microsoft.com/office/drawing/2014/main" id="{39C6DEF2-90AC-4595-87FD-AAAF02BD26E9}"/>
                      </a:ext>
                    </a:extLst>
                  </p:cNvPr>
                  <p:cNvGrpSpPr/>
                  <p:nvPr/>
                </p:nvGrpSpPr>
                <p:grpSpPr>
                  <a:xfrm>
                    <a:off x="1200050" y="2998405"/>
                    <a:ext cx="521293" cy="512748"/>
                    <a:chOff x="3515961" y="3443740"/>
                    <a:chExt cx="521293" cy="512748"/>
                  </a:xfr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grpSpPr>
                <p:sp>
                  <p:nvSpPr>
                    <p:cNvPr id="176" name="Rectangle 175">
                      <a:extLst>
                        <a:ext uri="{FF2B5EF4-FFF2-40B4-BE49-F238E27FC236}">
                          <a16:creationId xmlns:a16="http://schemas.microsoft.com/office/drawing/2014/main" id="{17D7CDED-1507-44A6-BAA1-29DF8D79E1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15961" y="3443740"/>
                      <a:ext cx="521293" cy="512748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</a:schemeClr>
                    </a:solidFill>
                    <a:ln w="6350">
                      <a:solidFill>
                        <a:schemeClr val="bg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7" name="Rectangle 176">
                      <a:extLst>
                        <a:ext uri="{FF2B5EF4-FFF2-40B4-BE49-F238E27FC236}">
                          <a16:creationId xmlns:a16="http://schemas.microsoft.com/office/drawing/2014/main" id="{DBA67912-42DD-48A3-82BB-55AF005DE2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15961" y="3559108"/>
                      <a:ext cx="82199" cy="282011"/>
                    </a:xfrm>
                    <a:prstGeom prst="rect">
                      <a:avLst/>
                    </a:prstGeom>
                    <a:solidFill>
                      <a:srgbClr val="F81818"/>
                    </a:solidFill>
                    <a:ln w="6350">
                      <a:solidFill>
                        <a:srgbClr val="9D050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8" name="Rectangle 177">
                      <a:extLst>
                        <a:ext uri="{FF2B5EF4-FFF2-40B4-BE49-F238E27FC236}">
                          <a16:creationId xmlns:a16="http://schemas.microsoft.com/office/drawing/2014/main" id="{0FF2360D-BE34-479F-B845-5374D4C939D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3735507" y="3343834"/>
                      <a:ext cx="82199" cy="282011"/>
                    </a:xfrm>
                    <a:prstGeom prst="rect">
                      <a:avLst/>
                    </a:prstGeom>
                    <a:solidFill>
                      <a:srgbClr val="015AAB"/>
                    </a:solidFill>
                    <a:ln w="6350">
                      <a:solidFill>
                        <a:srgbClr val="01377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175" name="Straight Connector 174">
                    <a:extLst>
                      <a:ext uri="{FF2B5EF4-FFF2-40B4-BE49-F238E27FC236}">
                        <a16:creationId xmlns:a16="http://schemas.microsoft.com/office/drawing/2014/main" id="{9D3A9268-6007-4EDF-9E3F-3804C34DC41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1241147" y="3206974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15" name="Group 114">
                  <a:extLst>
                    <a:ext uri="{FF2B5EF4-FFF2-40B4-BE49-F238E27FC236}">
                      <a16:creationId xmlns:a16="http://schemas.microsoft.com/office/drawing/2014/main" id="{3EFFC2B1-0924-4AAF-AADA-25FF96A8BFCD}"/>
                    </a:ext>
                  </a:extLst>
                </p:cNvPr>
                <p:cNvGrpSpPr/>
                <p:nvPr/>
              </p:nvGrpSpPr>
              <p:grpSpPr>
                <a:xfrm>
                  <a:off x="1602087" y="2197680"/>
                  <a:ext cx="174247" cy="166449"/>
                  <a:chOff x="1200046" y="3705985"/>
                  <a:chExt cx="521295" cy="514960"/>
                </a:xfrm>
              </p:grpSpPr>
              <p:grpSp>
                <p:nvGrpSpPr>
                  <p:cNvPr id="116" name="Group 115">
                    <a:extLst>
                      <a:ext uri="{FF2B5EF4-FFF2-40B4-BE49-F238E27FC236}">
                        <a16:creationId xmlns:a16="http://schemas.microsoft.com/office/drawing/2014/main" id="{9B670C73-98DE-4A26-ADF7-E5CF1B17CC80}"/>
                      </a:ext>
                    </a:extLst>
                  </p:cNvPr>
                  <p:cNvGrpSpPr/>
                  <p:nvPr/>
                </p:nvGrpSpPr>
                <p:grpSpPr>
                  <a:xfrm>
                    <a:off x="1200048" y="3705985"/>
                    <a:ext cx="521293" cy="514960"/>
                    <a:chOff x="3519304" y="3703188"/>
                    <a:chExt cx="521293" cy="514960"/>
                  </a:xfr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grpSpPr>
                <p:sp>
                  <p:nvSpPr>
                    <p:cNvPr id="170" name="Rectangle 169">
                      <a:extLst>
                        <a:ext uri="{FF2B5EF4-FFF2-40B4-BE49-F238E27FC236}">
                          <a16:creationId xmlns:a16="http://schemas.microsoft.com/office/drawing/2014/main" id="{7E6FEBDC-3D4E-4D8F-ADB3-6F287EF03B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19304" y="3705400"/>
                      <a:ext cx="521293" cy="512748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</a:schemeClr>
                    </a:solidFill>
                    <a:ln w="6350">
                      <a:solidFill>
                        <a:schemeClr val="bg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1" name="Rectangle 170">
                      <a:extLst>
                        <a:ext uri="{FF2B5EF4-FFF2-40B4-BE49-F238E27FC236}">
                          <a16:creationId xmlns:a16="http://schemas.microsoft.com/office/drawing/2014/main" id="{FBC381F0-BE10-4AD9-86FA-229985C1C4E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3734549" y="3603282"/>
                      <a:ext cx="82199" cy="282011"/>
                    </a:xfrm>
                    <a:prstGeom prst="rect">
                      <a:avLst/>
                    </a:prstGeom>
                    <a:solidFill>
                      <a:srgbClr val="015AAB"/>
                    </a:solidFill>
                    <a:ln w="6350">
                      <a:solidFill>
                        <a:srgbClr val="01377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2" name="Rectangle 171">
                      <a:extLst>
                        <a:ext uri="{FF2B5EF4-FFF2-40B4-BE49-F238E27FC236}">
                          <a16:creationId xmlns:a16="http://schemas.microsoft.com/office/drawing/2014/main" id="{7B1632CF-B7E8-48EE-94BA-BE5417E9F6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19304" y="3820768"/>
                      <a:ext cx="82199" cy="282011"/>
                    </a:xfrm>
                    <a:prstGeom prst="rect">
                      <a:avLst/>
                    </a:prstGeom>
                    <a:solidFill>
                      <a:srgbClr val="FC711C"/>
                    </a:solidFill>
                    <a:ln w="6350">
                      <a:solidFill>
                        <a:schemeClr val="accent6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3" name="Rectangle 172">
                      <a:extLst>
                        <a:ext uri="{FF2B5EF4-FFF2-40B4-BE49-F238E27FC236}">
                          <a16:creationId xmlns:a16="http://schemas.microsoft.com/office/drawing/2014/main" id="{16646A1E-61A2-4275-B1E6-50B5ED2020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8398" y="3820768"/>
                      <a:ext cx="82199" cy="282011"/>
                    </a:xfrm>
                    <a:prstGeom prst="rect">
                      <a:avLst/>
                    </a:prstGeom>
                    <a:solidFill>
                      <a:srgbClr val="F81818"/>
                    </a:solidFill>
                    <a:ln w="6350">
                      <a:solidFill>
                        <a:srgbClr val="9D050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133" name="Straight Connector 132">
                    <a:extLst>
                      <a:ext uri="{FF2B5EF4-FFF2-40B4-BE49-F238E27FC236}">
                        <a16:creationId xmlns:a16="http://schemas.microsoft.com/office/drawing/2014/main" id="{14B7CDAA-DBD6-4B9D-AD96-6812FAE334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1680240" y="3921349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C525D63A-58AE-4C2B-92EC-162A97BC2F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1241146" y="3924572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81F64B8C-E486-419C-AAC8-88294376BA27}"/>
                  </a:ext>
                </a:extLst>
              </p:cNvPr>
              <p:cNvSpPr/>
              <p:nvPr/>
            </p:nvSpPr>
            <p:spPr>
              <a:xfrm>
                <a:off x="352028" y="2040522"/>
                <a:ext cx="1538514" cy="137160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2CE6996-CA75-477E-9C27-E63B64DC158D}"/>
                </a:ext>
              </a:extLst>
            </p:cNvPr>
            <p:cNvGrpSpPr/>
            <p:nvPr/>
          </p:nvGrpSpPr>
          <p:grpSpPr>
            <a:xfrm>
              <a:off x="2410013" y="2488916"/>
              <a:ext cx="1382344" cy="1240875"/>
              <a:chOff x="2420422" y="2040522"/>
              <a:chExt cx="1538514" cy="1371600"/>
            </a:xfrm>
          </p:grpSpPr>
          <p:grpSp>
            <p:nvGrpSpPr>
              <p:cNvPr id="203" name="Group 202">
                <a:extLst>
                  <a:ext uri="{FF2B5EF4-FFF2-40B4-BE49-F238E27FC236}">
                    <a16:creationId xmlns:a16="http://schemas.microsoft.com/office/drawing/2014/main" id="{85DF17B8-F23E-4F3D-863E-B8619888D9C5}"/>
                  </a:ext>
                </a:extLst>
              </p:cNvPr>
              <p:cNvGrpSpPr/>
              <p:nvPr/>
            </p:nvGrpSpPr>
            <p:grpSpPr>
              <a:xfrm rot="5400000">
                <a:off x="2585565" y="2245658"/>
                <a:ext cx="1116685" cy="905871"/>
                <a:chOff x="820157" y="1458258"/>
                <a:chExt cx="1116685" cy="905871"/>
              </a:xfrm>
            </p:grpSpPr>
            <p:grpSp>
              <p:nvGrpSpPr>
                <p:cNvPr id="205" name="Group 204">
                  <a:extLst>
                    <a:ext uri="{FF2B5EF4-FFF2-40B4-BE49-F238E27FC236}">
                      <a16:creationId xmlns:a16="http://schemas.microsoft.com/office/drawing/2014/main" id="{DE85A237-A75E-4572-A2DD-9A8ACFCD5BB7}"/>
                    </a:ext>
                  </a:extLst>
                </p:cNvPr>
                <p:cNvGrpSpPr/>
                <p:nvPr/>
              </p:nvGrpSpPr>
              <p:grpSpPr>
                <a:xfrm>
                  <a:off x="1762596" y="1698281"/>
                  <a:ext cx="174246" cy="165734"/>
                  <a:chOff x="3374524" y="3961948"/>
                  <a:chExt cx="521293" cy="512749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241" name="Rectangle 240">
                    <a:extLst>
                      <a:ext uri="{FF2B5EF4-FFF2-40B4-BE49-F238E27FC236}">
                        <a16:creationId xmlns:a16="http://schemas.microsoft.com/office/drawing/2014/main" id="{2C1540A0-8C33-456F-9611-F2B1BCD6D121}"/>
                      </a:ext>
                    </a:extLst>
                  </p:cNvPr>
                  <p:cNvSpPr/>
                  <p:nvPr/>
                </p:nvSpPr>
                <p:spPr>
                  <a:xfrm>
                    <a:off x="3374524" y="3961949"/>
                    <a:ext cx="521293" cy="512748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</a:schemeClr>
                  </a:solidFill>
                  <a:ln w="6350">
                    <a:solidFill>
                      <a:schemeClr val="bg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42" name="Rectangle 241">
                    <a:extLst>
                      <a:ext uri="{FF2B5EF4-FFF2-40B4-BE49-F238E27FC236}">
                        <a16:creationId xmlns:a16="http://schemas.microsoft.com/office/drawing/2014/main" id="{6A831F95-0DDA-4DE0-BE43-9637B76014A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594070" y="3862042"/>
                    <a:ext cx="82199" cy="282011"/>
                  </a:xfrm>
                  <a:prstGeom prst="rect">
                    <a:avLst/>
                  </a:prstGeom>
                  <a:solidFill>
                    <a:srgbClr val="015AAB"/>
                  </a:solidFill>
                  <a:ln w="6350">
                    <a:solidFill>
                      <a:srgbClr val="01377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43" name="Rectangle 242">
                    <a:extLst>
                      <a:ext uri="{FF2B5EF4-FFF2-40B4-BE49-F238E27FC236}">
                        <a16:creationId xmlns:a16="http://schemas.microsoft.com/office/drawing/2014/main" id="{91C4BCCB-5BA7-45C7-9317-C5BEF94CC27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594070" y="4292592"/>
                    <a:ext cx="82199" cy="282011"/>
                  </a:xfrm>
                  <a:prstGeom prst="rect">
                    <a:avLst/>
                  </a:prstGeom>
                  <a:solidFill>
                    <a:srgbClr val="015AAB"/>
                  </a:solidFill>
                  <a:ln w="6350">
                    <a:solidFill>
                      <a:srgbClr val="01377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44" name="Rectangle 243">
                    <a:extLst>
                      <a:ext uri="{FF2B5EF4-FFF2-40B4-BE49-F238E27FC236}">
                        <a16:creationId xmlns:a16="http://schemas.microsoft.com/office/drawing/2014/main" id="{82DEC6CA-36BA-4D57-B36E-36D98208CDB6}"/>
                      </a:ext>
                    </a:extLst>
                  </p:cNvPr>
                  <p:cNvSpPr/>
                  <p:nvPr/>
                </p:nvSpPr>
                <p:spPr>
                  <a:xfrm>
                    <a:off x="3374524" y="4079529"/>
                    <a:ext cx="82199" cy="282011"/>
                  </a:xfrm>
                  <a:prstGeom prst="rect">
                    <a:avLst/>
                  </a:prstGeom>
                  <a:solidFill>
                    <a:srgbClr val="9148C8"/>
                  </a:solidFill>
                  <a:ln w="6350"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245" name="Rectangle 244">
                    <a:extLst>
                      <a:ext uri="{FF2B5EF4-FFF2-40B4-BE49-F238E27FC236}">
                        <a16:creationId xmlns:a16="http://schemas.microsoft.com/office/drawing/2014/main" id="{4C8475AD-007A-482A-B07A-541929E5F36B}"/>
                      </a:ext>
                    </a:extLst>
                  </p:cNvPr>
                  <p:cNvSpPr/>
                  <p:nvPr/>
                </p:nvSpPr>
                <p:spPr>
                  <a:xfrm>
                    <a:off x="3813618" y="4079529"/>
                    <a:ext cx="82199" cy="282011"/>
                  </a:xfrm>
                  <a:prstGeom prst="rect">
                    <a:avLst/>
                  </a:prstGeom>
                  <a:solidFill>
                    <a:srgbClr val="9148C8"/>
                  </a:solidFill>
                  <a:ln w="6350"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206" name="Group 205">
                  <a:extLst>
                    <a:ext uri="{FF2B5EF4-FFF2-40B4-BE49-F238E27FC236}">
                      <a16:creationId xmlns:a16="http://schemas.microsoft.com/office/drawing/2014/main" id="{A192C568-811F-46B4-B546-978362291604}"/>
                    </a:ext>
                  </a:extLst>
                </p:cNvPr>
                <p:cNvGrpSpPr/>
                <p:nvPr/>
              </p:nvGrpSpPr>
              <p:grpSpPr>
                <a:xfrm>
                  <a:off x="1337149" y="1458258"/>
                  <a:ext cx="174246" cy="165734"/>
                  <a:chOff x="1960978" y="2290824"/>
                  <a:chExt cx="521293" cy="512748"/>
                </a:xfrm>
              </p:grpSpPr>
              <p:grpSp>
                <p:nvGrpSpPr>
                  <p:cNvPr id="234" name="Group 233">
                    <a:extLst>
                      <a:ext uri="{FF2B5EF4-FFF2-40B4-BE49-F238E27FC236}">
                        <a16:creationId xmlns:a16="http://schemas.microsoft.com/office/drawing/2014/main" id="{B503A11D-DA81-42CB-8BF2-1C2210A3C047}"/>
                      </a:ext>
                    </a:extLst>
                  </p:cNvPr>
                  <p:cNvGrpSpPr/>
                  <p:nvPr/>
                </p:nvGrpSpPr>
                <p:grpSpPr>
                  <a:xfrm>
                    <a:off x="1960978" y="2290824"/>
                    <a:ext cx="521293" cy="512748"/>
                    <a:chOff x="1378086" y="2546788"/>
                    <a:chExt cx="521293" cy="512748"/>
                  </a:xfr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grpSpPr>
                <p:sp>
                  <p:nvSpPr>
                    <p:cNvPr id="237" name="Rectangle 236">
                      <a:extLst>
                        <a:ext uri="{FF2B5EF4-FFF2-40B4-BE49-F238E27FC236}">
                          <a16:creationId xmlns:a16="http://schemas.microsoft.com/office/drawing/2014/main" id="{CF2106CA-2428-45A3-9224-1B3EB51577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78086" y="2546788"/>
                      <a:ext cx="521293" cy="512748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</a:schemeClr>
                    </a:solidFill>
                    <a:ln w="6350">
                      <a:solidFill>
                        <a:schemeClr val="bg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38" name="Rectangle 237">
                      <a:extLst>
                        <a:ext uri="{FF2B5EF4-FFF2-40B4-BE49-F238E27FC236}">
                          <a16:creationId xmlns:a16="http://schemas.microsoft.com/office/drawing/2014/main" id="{E9FA446C-5468-4DC4-87A8-2DE72FD3C12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1597632" y="2446882"/>
                      <a:ext cx="82199" cy="282011"/>
                    </a:xfrm>
                    <a:prstGeom prst="rect">
                      <a:avLst/>
                    </a:prstGeom>
                    <a:solidFill>
                      <a:schemeClr val="accent5"/>
                    </a:solidFill>
                    <a:ln w="6350">
                      <a:solidFill>
                        <a:srgbClr val="B6A20A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39" name="Rectangle 238">
                      <a:extLst>
                        <a:ext uri="{FF2B5EF4-FFF2-40B4-BE49-F238E27FC236}">
                          <a16:creationId xmlns:a16="http://schemas.microsoft.com/office/drawing/2014/main" id="{EF9F6069-9998-41E2-9EF8-6808880F63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17180" y="2662156"/>
                      <a:ext cx="82199" cy="282011"/>
                    </a:xfrm>
                    <a:prstGeom prst="rect">
                      <a:avLst/>
                    </a:prstGeom>
                    <a:solidFill>
                      <a:srgbClr val="9148C8"/>
                    </a:solidFill>
                    <a:ln w="6350">
                      <a:solidFill>
                        <a:srgbClr val="7030A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40" name="Rectangle 239">
                      <a:extLst>
                        <a:ext uri="{FF2B5EF4-FFF2-40B4-BE49-F238E27FC236}">
                          <a16:creationId xmlns:a16="http://schemas.microsoft.com/office/drawing/2014/main" id="{9C8B9CF9-5F6B-4C8E-BAC5-69A58AF1153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1597632" y="2877431"/>
                      <a:ext cx="82199" cy="282011"/>
                    </a:xfrm>
                    <a:prstGeom prst="rect">
                      <a:avLst/>
                    </a:prstGeom>
                    <a:solidFill>
                      <a:schemeClr val="accent4"/>
                    </a:solidFill>
                    <a:ln w="63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235" name="Straight Connector 234">
                    <a:extLst>
                      <a:ext uri="{FF2B5EF4-FFF2-40B4-BE49-F238E27FC236}">
                        <a16:creationId xmlns:a16="http://schemas.microsoft.com/office/drawing/2014/main" id="{ADE9175B-EB6A-4F2B-B5BF-1EBC079D901C}"/>
                      </a:ext>
                    </a:extLst>
                  </p:cNvPr>
                  <p:cNvCxnSpPr/>
                  <p:nvPr/>
                </p:nvCxnSpPr>
                <p:spPr>
                  <a:xfrm>
                    <a:off x="2224880" y="2290824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6" name="Straight Connector 235">
                    <a:extLst>
                      <a:ext uri="{FF2B5EF4-FFF2-40B4-BE49-F238E27FC236}">
                        <a16:creationId xmlns:a16="http://schemas.microsoft.com/office/drawing/2014/main" id="{45F63A82-F8A9-4501-AD5C-8552DC16FC09}"/>
                      </a:ext>
                    </a:extLst>
                  </p:cNvPr>
                  <p:cNvCxnSpPr/>
                  <p:nvPr/>
                </p:nvCxnSpPr>
                <p:spPr>
                  <a:xfrm>
                    <a:off x="2224880" y="2721373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7" name="Group 206">
                  <a:extLst>
                    <a:ext uri="{FF2B5EF4-FFF2-40B4-BE49-F238E27FC236}">
                      <a16:creationId xmlns:a16="http://schemas.microsoft.com/office/drawing/2014/main" id="{9E065F0B-B89F-44D4-A799-62B61A2805D2}"/>
                    </a:ext>
                  </a:extLst>
                </p:cNvPr>
                <p:cNvGrpSpPr/>
                <p:nvPr/>
              </p:nvGrpSpPr>
              <p:grpSpPr>
                <a:xfrm>
                  <a:off x="1326550" y="1901632"/>
                  <a:ext cx="174246" cy="165734"/>
                  <a:chOff x="1960976" y="2992945"/>
                  <a:chExt cx="521293" cy="512748"/>
                </a:xfrm>
              </p:grpSpPr>
              <p:grpSp>
                <p:nvGrpSpPr>
                  <p:cNvPr id="229" name="Group 228">
                    <a:extLst>
                      <a:ext uri="{FF2B5EF4-FFF2-40B4-BE49-F238E27FC236}">
                        <a16:creationId xmlns:a16="http://schemas.microsoft.com/office/drawing/2014/main" id="{9E955180-48EA-4D0F-9BB5-E1E932302669}"/>
                      </a:ext>
                    </a:extLst>
                  </p:cNvPr>
                  <p:cNvGrpSpPr/>
                  <p:nvPr/>
                </p:nvGrpSpPr>
                <p:grpSpPr>
                  <a:xfrm>
                    <a:off x="1960976" y="2992945"/>
                    <a:ext cx="521293" cy="512748"/>
                    <a:chOff x="3603126" y="3395374"/>
                    <a:chExt cx="521293" cy="512748"/>
                  </a:xfr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grpSpPr>
                <p:sp>
                  <p:nvSpPr>
                    <p:cNvPr id="231" name="Rectangle 230">
                      <a:extLst>
                        <a:ext uri="{FF2B5EF4-FFF2-40B4-BE49-F238E27FC236}">
                          <a16:creationId xmlns:a16="http://schemas.microsoft.com/office/drawing/2014/main" id="{59F4036D-3E08-4D88-B3E6-3B75000CFD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03126" y="3395374"/>
                      <a:ext cx="521293" cy="512748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</a:schemeClr>
                    </a:solidFill>
                    <a:ln w="6350">
                      <a:solidFill>
                        <a:schemeClr val="bg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32" name="Rectangle 231">
                      <a:extLst>
                        <a:ext uri="{FF2B5EF4-FFF2-40B4-BE49-F238E27FC236}">
                          <a16:creationId xmlns:a16="http://schemas.microsoft.com/office/drawing/2014/main" id="{372573D5-EE15-4434-A24F-A081E35642E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3822672" y="3726017"/>
                      <a:ext cx="82199" cy="282011"/>
                    </a:xfrm>
                    <a:prstGeom prst="rect">
                      <a:avLst/>
                    </a:prstGeom>
                    <a:solidFill>
                      <a:schemeClr val="accent5"/>
                    </a:solidFill>
                    <a:ln w="6350">
                      <a:solidFill>
                        <a:srgbClr val="B6A20A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33" name="Rectangle 232">
                      <a:extLst>
                        <a:ext uri="{FF2B5EF4-FFF2-40B4-BE49-F238E27FC236}">
                          <a16:creationId xmlns:a16="http://schemas.microsoft.com/office/drawing/2014/main" id="{86D9B24E-2C08-4576-B93C-45F52DF79E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42220" y="3510742"/>
                      <a:ext cx="82199" cy="282011"/>
                    </a:xfrm>
                    <a:prstGeom prst="rect">
                      <a:avLst/>
                    </a:prstGeom>
                    <a:solidFill>
                      <a:srgbClr val="9148C8"/>
                    </a:solidFill>
                    <a:ln w="6350">
                      <a:solidFill>
                        <a:srgbClr val="7030A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230" name="Straight Connector 229">
                    <a:extLst>
                      <a:ext uri="{FF2B5EF4-FFF2-40B4-BE49-F238E27FC236}">
                        <a16:creationId xmlns:a16="http://schemas.microsoft.com/office/drawing/2014/main" id="{77778E66-2051-40F0-BC09-44F7D89B6D0C}"/>
                      </a:ext>
                    </a:extLst>
                  </p:cNvPr>
                  <p:cNvCxnSpPr/>
                  <p:nvPr/>
                </p:nvCxnSpPr>
                <p:spPr>
                  <a:xfrm>
                    <a:off x="2224880" y="3423494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8" name="Group 207">
                  <a:extLst>
                    <a:ext uri="{FF2B5EF4-FFF2-40B4-BE49-F238E27FC236}">
                      <a16:creationId xmlns:a16="http://schemas.microsoft.com/office/drawing/2014/main" id="{F21B52DC-4BBD-4823-B7A0-66CE770C00E7}"/>
                    </a:ext>
                  </a:extLst>
                </p:cNvPr>
                <p:cNvGrpSpPr/>
                <p:nvPr/>
              </p:nvGrpSpPr>
              <p:grpSpPr>
                <a:xfrm>
                  <a:off x="820157" y="1617725"/>
                  <a:ext cx="174246" cy="165734"/>
                  <a:chOff x="1205410" y="2290825"/>
                  <a:chExt cx="521293" cy="512748"/>
                </a:xfrm>
              </p:grpSpPr>
              <p:grpSp>
                <p:nvGrpSpPr>
                  <p:cNvPr id="223" name="Group 222">
                    <a:extLst>
                      <a:ext uri="{FF2B5EF4-FFF2-40B4-BE49-F238E27FC236}">
                        <a16:creationId xmlns:a16="http://schemas.microsoft.com/office/drawing/2014/main" id="{0DB5F4B1-7D05-44FA-9B55-AE39D0310BB3}"/>
                      </a:ext>
                    </a:extLst>
                  </p:cNvPr>
                  <p:cNvGrpSpPr/>
                  <p:nvPr/>
                </p:nvGrpSpPr>
                <p:grpSpPr>
                  <a:xfrm>
                    <a:off x="1205410" y="2290825"/>
                    <a:ext cx="521293" cy="512748"/>
                    <a:chOff x="3737574" y="3110669"/>
                    <a:chExt cx="521293" cy="512748"/>
                  </a:xfr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grpSpPr>
                <p:sp>
                  <p:nvSpPr>
                    <p:cNvPr id="226" name="Rectangle 225">
                      <a:extLst>
                        <a:ext uri="{FF2B5EF4-FFF2-40B4-BE49-F238E27FC236}">
                          <a16:creationId xmlns:a16="http://schemas.microsoft.com/office/drawing/2014/main" id="{9DDF4B4C-1F60-42A3-AE76-14B209C5D8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37574" y="3110669"/>
                      <a:ext cx="521293" cy="512748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</a:schemeClr>
                    </a:solidFill>
                    <a:ln w="6350">
                      <a:solidFill>
                        <a:schemeClr val="bg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27" name="Rectangle 226">
                      <a:extLst>
                        <a:ext uri="{FF2B5EF4-FFF2-40B4-BE49-F238E27FC236}">
                          <a16:creationId xmlns:a16="http://schemas.microsoft.com/office/drawing/2014/main" id="{D541FF02-8D22-42E9-B8BD-91468D8ED04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3957120" y="3010763"/>
                      <a:ext cx="82199" cy="282011"/>
                    </a:xfrm>
                    <a:prstGeom prst="rect">
                      <a:avLst/>
                    </a:prstGeom>
                    <a:solidFill>
                      <a:schemeClr val="accent4"/>
                    </a:solidFill>
                    <a:ln w="63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28" name="Rectangle 227">
                      <a:extLst>
                        <a:ext uri="{FF2B5EF4-FFF2-40B4-BE49-F238E27FC236}">
                          <a16:creationId xmlns:a16="http://schemas.microsoft.com/office/drawing/2014/main" id="{146A7C90-81D0-4667-9015-DD132A2159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71308" y="3226037"/>
                      <a:ext cx="82199" cy="282011"/>
                    </a:xfrm>
                    <a:prstGeom prst="rect">
                      <a:avLst/>
                    </a:prstGeom>
                    <a:solidFill>
                      <a:srgbClr val="FC711C"/>
                    </a:solidFill>
                    <a:ln w="6350">
                      <a:solidFill>
                        <a:schemeClr val="accent6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224" name="Straight Connector 223">
                    <a:extLst>
                      <a:ext uri="{FF2B5EF4-FFF2-40B4-BE49-F238E27FC236}">
                        <a16:creationId xmlns:a16="http://schemas.microsoft.com/office/drawing/2014/main" id="{751E8CF8-F43C-4079-AA95-F66195CF1D75}"/>
                      </a:ext>
                    </a:extLst>
                  </p:cNvPr>
                  <p:cNvCxnSpPr>
                    <a:stCxn id="227" idx="1"/>
                    <a:endCxn id="227" idx="3"/>
                  </p:cNvCxnSpPr>
                  <p:nvPr/>
                </p:nvCxnSpPr>
                <p:spPr>
                  <a:xfrm>
                    <a:off x="1466055" y="2290825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Straight Connector 224">
                    <a:extLst>
                      <a:ext uri="{FF2B5EF4-FFF2-40B4-BE49-F238E27FC236}">
                        <a16:creationId xmlns:a16="http://schemas.microsoft.com/office/drawing/2014/main" id="{00A84D2B-529D-44EE-84B3-94009BACC9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1680241" y="2498948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09" name="Group 208">
                  <a:extLst>
                    <a:ext uri="{FF2B5EF4-FFF2-40B4-BE49-F238E27FC236}">
                      <a16:creationId xmlns:a16="http://schemas.microsoft.com/office/drawing/2014/main" id="{94ECCAB0-D702-4D1C-A410-BCCB2A3CBDF6}"/>
                    </a:ext>
                  </a:extLst>
                </p:cNvPr>
                <p:cNvGrpSpPr/>
                <p:nvPr/>
              </p:nvGrpSpPr>
              <p:grpSpPr>
                <a:xfrm>
                  <a:off x="957605" y="2084005"/>
                  <a:ext cx="174247" cy="165734"/>
                  <a:chOff x="1200047" y="2998405"/>
                  <a:chExt cx="521296" cy="512748"/>
                </a:xfrm>
              </p:grpSpPr>
              <p:grpSp>
                <p:nvGrpSpPr>
                  <p:cNvPr id="218" name="Group 217">
                    <a:extLst>
                      <a:ext uri="{FF2B5EF4-FFF2-40B4-BE49-F238E27FC236}">
                        <a16:creationId xmlns:a16="http://schemas.microsoft.com/office/drawing/2014/main" id="{B39DC847-7D12-4813-86F5-DBEEAA805710}"/>
                      </a:ext>
                    </a:extLst>
                  </p:cNvPr>
                  <p:cNvGrpSpPr/>
                  <p:nvPr/>
                </p:nvGrpSpPr>
                <p:grpSpPr>
                  <a:xfrm>
                    <a:off x="1200050" y="2998405"/>
                    <a:ext cx="521293" cy="512748"/>
                    <a:chOff x="3515961" y="3443740"/>
                    <a:chExt cx="521293" cy="512748"/>
                  </a:xfr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grpSpPr>
                <p:sp>
                  <p:nvSpPr>
                    <p:cNvPr id="220" name="Rectangle 219">
                      <a:extLst>
                        <a:ext uri="{FF2B5EF4-FFF2-40B4-BE49-F238E27FC236}">
                          <a16:creationId xmlns:a16="http://schemas.microsoft.com/office/drawing/2014/main" id="{D1046FBE-6C68-4425-9727-FB4CC506F49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15961" y="3443740"/>
                      <a:ext cx="521293" cy="512748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</a:schemeClr>
                    </a:solidFill>
                    <a:ln w="6350">
                      <a:solidFill>
                        <a:schemeClr val="bg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21" name="Rectangle 220">
                      <a:extLst>
                        <a:ext uri="{FF2B5EF4-FFF2-40B4-BE49-F238E27FC236}">
                          <a16:creationId xmlns:a16="http://schemas.microsoft.com/office/drawing/2014/main" id="{9497EBEC-A9DF-46D6-90AD-6F0D7E40C4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15961" y="3559108"/>
                      <a:ext cx="82199" cy="282011"/>
                    </a:xfrm>
                    <a:prstGeom prst="rect">
                      <a:avLst/>
                    </a:prstGeom>
                    <a:solidFill>
                      <a:srgbClr val="F81818"/>
                    </a:solidFill>
                    <a:ln w="6350">
                      <a:solidFill>
                        <a:srgbClr val="9D050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22" name="Rectangle 221">
                      <a:extLst>
                        <a:ext uri="{FF2B5EF4-FFF2-40B4-BE49-F238E27FC236}">
                          <a16:creationId xmlns:a16="http://schemas.microsoft.com/office/drawing/2014/main" id="{9C468648-4B13-4069-8796-B2156B8AB8A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3735507" y="3343834"/>
                      <a:ext cx="82199" cy="282011"/>
                    </a:xfrm>
                    <a:prstGeom prst="rect">
                      <a:avLst/>
                    </a:prstGeom>
                    <a:solidFill>
                      <a:srgbClr val="015AAB"/>
                    </a:solidFill>
                    <a:ln w="6350">
                      <a:solidFill>
                        <a:srgbClr val="01377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219" name="Straight Connector 218">
                    <a:extLst>
                      <a:ext uri="{FF2B5EF4-FFF2-40B4-BE49-F238E27FC236}">
                        <a16:creationId xmlns:a16="http://schemas.microsoft.com/office/drawing/2014/main" id="{863FF58D-B52B-4DE6-84E4-CD2AC20058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1241147" y="3206974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0" name="Group 209">
                  <a:extLst>
                    <a:ext uri="{FF2B5EF4-FFF2-40B4-BE49-F238E27FC236}">
                      <a16:creationId xmlns:a16="http://schemas.microsoft.com/office/drawing/2014/main" id="{61D6C58F-89AE-44C5-981B-61EE7A9EEEE9}"/>
                    </a:ext>
                  </a:extLst>
                </p:cNvPr>
                <p:cNvGrpSpPr/>
                <p:nvPr/>
              </p:nvGrpSpPr>
              <p:grpSpPr>
                <a:xfrm>
                  <a:off x="1602087" y="2197680"/>
                  <a:ext cx="174247" cy="166449"/>
                  <a:chOff x="1200046" y="3705985"/>
                  <a:chExt cx="521295" cy="514960"/>
                </a:xfrm>
              </p:grpSpPr>
              <p:grpSp>
                <p:nvGrpSpPr>
                  <p:cNvPr id="211" name="Group 210">
                    <a:extLst>
                      <a:ext uri="{FF2B5EF4-FFF2-40B4-BE49-F238E27FC236}">
                        <a16:creationId xmlns:a16="http://schemas.microsoft.com/office/drawing/2014/main" id="{2E442D87-394E-4AAF-8A81-BBCFBB260D42}"/>
                      </a:ext>
                    </a:extLst>
                  </p:cNvPr>
                  <p:cNvGrpSpPr/>
                  <p:nvPr/>
                </p:nvGrpSpPr>
                <p:grpSpPr>
                  <a:xfrm>
                    <a:off x="1200048" y="3705985"/>
                    <a:ext cx="521293" cy="514960"/>
                    <a:chOff x="3519304" y="3703188"/>
                    <a:chExt cx="521293" cy="514960"/>
                  </a:xfr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grpSpPr>
                <p:sp>
                  <p:nvSpPr>
                    <p:cNvPr id="214" name="Rectangle 213">
                      <a:extLst>
                        <a:ext uri="{FF2B5EF4-FFF2-40B4-BE49-F238E27FC236}">
                          <a16:creationId xmlns:a16="http://schemas.microsoft.com/office/drawing/2014/main" id="{5C9F00B0-1669-48F1-9D87-59CD806E05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19304" y="3705400"/>
                      <a:ext cx="521293" cy="512748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</a:schemeClr>
                    </a:solidFill>
                    <a:ln w="6350">
                      <a:solidFill>
                        <a:schemeClr val="bg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15" name="Rectangle 214">
                      <a:extLst>
                        <a:ext uri="{FF2B5EF4-FFF2-40B4-BE49-F238E27FC236}">
                          <a16:creationId xmlns:a16="http://schemas.microsoft.com/office/drawing/2014/main" id="{43D1BB8A-B363-4067-B48B-BF7B3410586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3734549" y="3603282"/>
                      <a:ext cx="82199" cy="282011"/>
                    </a:xfrm>
                    <a:prstGeom prst="rect">
                      <a:avLst/>
                    </a:prstGeom>
                    <a:solidFill>
                      <a:srgbClr val="015AAB"/>
                    </a:solidFill>
                    <a:ln w="6350">
                      <a:solidFill>
                        <a:srgbClr val="01377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16" name="Rectangle 215">
                      <a:extLst>
                        <a:ext uri="{FF2B5EF4-FFF2-40B4-BE49-F238E27FC236}">
                          <a16:creationId xmlns:a16="http://schemas.microsoft.com/office/drawing/2014/main" id="{85355B05-088D-491B-B973-B1A7031456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19304" y="3820768"/>
                      <a:ext cx="82199" cy="282011"/>
                    </a:xfrm>
                    <a:prstGeom prst="rect">
                      <a:avLst/>
                    </a:prstGeom>
                    <a:solidFill>
                      <a:srgbClr val="FC711C"/>
                    </a:solidFill>
                    <a:ln w="6350">
                      <a:solidFill>
                        <a:schemeClr val="accent6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17" name="Rectangle 216">
                      <a:extLst>
                        <a:ext uri="{FF2B5EF4-FFF2-40B4-BE49-F238E27FC236}">
                          <a16:creationId xmlns:a16="http://schemas.microsoft.com/office/drawing/2014/main" id="{0744D34C-C5C0-4E5F-AC97-BD3CC22DE4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8398" y="3820768"/>
                      <a:ext cx="82199" cy="282011"/>
                    </a:xfrm>
                    <a:prstGeom prst="rect">
                      <a:avLst/>
                    </a:prstGeom>
                    <a:solidFill>
                      <a:srgbClr val="F81818"/>
                    </a:solidFill>
                    <a:ln w="6350">
                      <a:solidFill>
                        <a:srgbClr val="9D050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212" name="Straight Connector 211">
                    <a:extLst>
                      <a:ext uri="{FF2B5EF4-FFF2-40B4-BE49-F238E27FC236}">
                        <a16:creationId xmlns:a16="http://schemas.microsoft.com/office/drawing/2014/main" id="{10C60129-4B40-47E9-8334-61B1E73B9B4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1680240" y="3921349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" name="Straight Connector 212">
                    <a:extLst>
                      <a:ext uri="{FF2B5EF4-FFF2-40B4-BE49-F238E27FC236}">
                        <a16:creationId xmlns:a16="http://schemas.microsoft.com/office/drawing/2014/main" id="{65B55F8E-3229-415A-AB51-FF8C54E9F8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1241146" y="3924572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CB3689F8-A177-4509-A778-E47C8D142116}"/>
                  </a:ext>
                </a:extLst>
              </p:cNvPr>
              <p:cNvSpPr/>
              <p:nvPr/>
            </p:nvSpPr>
            <p:spPr>
              <a:xfrm>
                <a:off x="2420422" y="2040522"/>
                <a:ext cx="1538514" cy="137160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8D093E2B-0CCA-4CBF-887D-3E00461794B7}"/>
                </a:ext>
              </a:extLst>
            </p:cNvPr>
            <p:cNvGrpSpPr/>
            <p:nvPr/>
          </p:nvGrpSpPr>
          <p:grpSpPr>
            <a:xfrm>
              <a:off x="1304260" y="4703009"/>
              <a:ext cx="1382344" cy="1240875"/>
              <a:chOff x="1224442" y="4674718"/>
              <a:chExt cx="1538514" cy="1371600"/>
            </a:xfrm>
          </p:grpSpPr>
          <p:grpSp>
            <p:nvGrpSpPr>
              <p:cNvPr id="292" name="Group 291">
                <a:extLst>
                  <a:ext uri="{FF2B5EF4-FFF2-40B4-BE49-F238E27FC236}">
                    <a16:creationId xmlns:a16="http://schemas.microsoft.com/office/drawing/2014/main" id="{401BF88D-5BC6-4A4B-8982-50537394AE86}"/>
                  </a:ext>
                </a:extLst>
              </p:cNvPr>
              <p:cNvGrpSpPr/>
              <p:nvPr/>
            </p:nvGrpSpPr>
            <p:grpSpPr>
              <a:xfrm rot="16200000" flipH="1">
                <a:off x="1428629" y="4894868"/>
                <a:ext cx="1116685" cy="905871"/>
                <a:chOff x="820157" y="1458258"/>
                <a:chExt cx="1116685" cy="905871"/>
              </a:xfrm>
            </p:grpSpPr>
            <p:grpSp>
              <p:nvGrpSpPr>
                <p:cNvPr id="294" name="Group 293">
                  <a:extLst>
                    <a:ext uri="{FF2B5EF4-FFF2-40B4-BE49-F238E27FC236}">
                      <a16:creationId xmlns:a16="http://schemas.microsoft.com/office/drawing/2014/main" id="{531AD535-AFBC-4AF5-81D0-12DE4960F070}"/>
                    </a:ext>
                  </a:extLst>
                </p:cNvPr>
                <p:cNvGrpSpPr/>
                <p:nvPr/>
              </p:nvGrpSpPr>
              <p:grpSpPr>
                <a:xfrm>
                  <a:off x="1762596" y="1698281"/>
                  <a:ext cx="174246" cy="165734"/>
                  <a:chOff x="3374524" y="3961948"/>
                  <a:chExt cx="521293" cy="512749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330" name="Rectangle 329">
                    <a:extLst>
                      <a:ext uri="{FF2B5EF4-FFF2-40B4-BE49-F238E27FC236}">
                        <a16:creationId xmlns:a16="http://schemas.microsoft.com/office/drawing/2014/main" id="{42519C6F-E93F-4542-B6AC-0BAAC1121E1D}"/>
                      </a:ext>
                    </a:extLst>
                  </p:cNvPr>
                  <p:cNvSpPr/>
                  <p:nvPr/>
                </p:nvSpPr>
                <p:spPr>
                  <a:xfrm>
                    <a:off x="3374524" y="3961949"/>
                    <a:ext cx="521293" cy="512748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</a:schemeClr>
                  </a:solidFill>
                  <a:ln w="6350">
                    <a:solidFill>
                      <a:schemeClr val="bg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31" name="Rectangle 330">
                    <a:extLst>
                      <a:ext uri="{FF2B5EF4-FFF2-40B4-BE49-F238E27FC236}">
                        <a16:creationId xmlns:a16="http://schemas.microsoft.com/office/drawing/2014/main" id="{425523E3-D48D-4395-A43E-24B25DCF366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594070" y="3862042"/>
                    <a:ext cx="82199" cy="282011"/>
                  </a:xfrm>
                  <a:prstGeom prst="rect">
                    <a:avLst/>
                  </a:prstGeom>
                  <a:solidFill>
                    <a:srgbClr val="015AAB"/>
                  </a:solidFill>
                  <a:ln w="6350">
                    <a:solidFill>
                      <a:srgbClr val="01377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32" name="Rectangle 331">
                    <a:extLst>
                      <a:ext uri="{FF2B5EF4-FFF2-40B4-BE49-F238E27FC236}">
                        <a16:creationId xmlns:a16="http://schemas.microsoft.com/office/drawing/2014/main" id="{4A169764-51A5-40A0-A93F-2A553ED753A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594070" y="4292592"/>
                    <a:ext cx="82199" cy="282011"/>
                  </a:xfrm>
                  <a:prstGeom prst="rect">
                    <a:avLst/>
                  </a:prstGeom>
                  <a:solidFill>
                    <a:srgbClr val="015AAB"/>
                  </a:solidFill>
                  <a:ln w="6350">
                    <a:solidFill>
                      <a:srgbClr val="01377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33" name="Rectangle 332">
                    <a:extLst>
                      <a:ext uri="{FF2B5EF4-FFF2-40B4-BE49-F238E27FC236}">
                        <a16:creationId xmlns:a16="http://schemas.microsoft.com/office/drawing/2014/main" id="{D3201A9D-A2DB-400D-9CC3-9997D7939681}"/>
                      </a:ext>
                    </a:extLst>
                  </p:cNvPr>
                  <p:cNvSpPr/>
                  <p:nvPr/>
                </p:nvSpPr>
                <p:spPr>
                  <a:xfrm>
                    <a:off x="3374524" y="4079529"/>
                    <a:ext cx="82199" cy="282011"/>
                  </a:xfrm>
                  <a:prstGeom prst="rect">
                    <a:avLst/>
                  </a:prstGeom>
                  <a:solidFill>
                    <a:srgbClr val="9148C8"/>
                  </a:solidFill>
                  <a:ln w="6350"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34" name="Rectangle 333">
                    <a:extLst>
                      <a:ext uri="{FF2B5EF4-FFF2-40B4-BE49-F238E27FC236}">
                        <a16:creationId xmlns:a16="http://schemas.microsoft.com/office/drawing/2014/main" id="{E0729B5B-4AFC-4E0B-9748-D5E2E4EF47BE}"/>
                      </a:ext>
                    </a:extLst>
                  </p:cNvPr>
                  <p:cNvSpPr/>
                  <p:nvPr/>
                </p:nvSpPr>
                <p:spPr>
                  <a:xfrm>
                    <a:off x="3813618" y="4079529"/>
                    <a:ext cx="82199" cy="282011"/>
                  </a:xfrm>
                  <a:prstGeom prst="rect">
                    <a:avLst/>
                  </a:prstGeom>
                  <a:solidFill>
                    <a:srgbClr val="9148C8"/>
                  </a:solidFill>
                  <a:ln w="6350"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295" name="Group 294">
                  <a:extLst>
                    <a:ext uri="{FF2B5EF4-FFF2-40B4-BE49-F238E27FC236}">
                      <a16:creationId xmlns:a16="http://schemas.microsoft.com/office/drawing/2014/main" id="{88B548D4-0EDF-4903-AF0C-1A96769E02B9}"/>
                    </a:ext>
                  </a:extLst>
                </p:cNvPr>
                <p:cNvGrpSpPr/>
                <p:nvPr/>
              </p:nvGrpSpPr>
              <p:grpSpPr>
                <a:xfrm>
                  <a:off x="1337149" y="1458258"/>
                  <a:ext cx="174246" cy="165734"/>
                  <a:chOff x="1960978" y="2290824"/>
                  <a:chExt cx="521293" cy="512748"/>
                </a:xfrm>
              </p:grpSpPr>
              <p:grpSp>
                <p:nvGrpSpPr>
                  <p:cNvPr id="323" name="Group 322">
                    <a:extLst>
                      <a:ext uri="{FF2B5EF4-FFF2-40B4-BE49-F238E27FC236}">
                        <a16:creationId xmlns:a16="http://schemas.microsoft.com/office/drawing/2014/main" id="{8835BBCE-8876-4D1D-95B8-841B24A3DBF0}"/>
                      </a:ext>
                    </a:extLst>
                  </p:cNvPr>
                  <p:cNvGrpSpPr/>
                  <p:nvPr/>
                </p:nvGrpSpPr>
                <p:grpSpPr>
                  <a:xfrm>
                    <a:off x="1960978" y="2290824"/>
                    <a:ext cx="521293" cy="512748"/>
                    <a:chOff x="1378086" y="2546788"/>
                    <a:chExt cx="521293" cy="512748"/>
                  </a:xfr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grpSpPr>
                <p:sp>
                  <p:nvSpPr>
                    <p:cNvPr id="326" name="Rectangle 325">
                      <a:extLst>
                        <a:ext uri="{FF2B5EF4-FFF2-40B4-BE49-F238E27FC236}">
                          <a16:creationId xmlns:a16="http://schemas.microsoft.com/office/drawing/2014/main" id="{9F2CE640-9B71-4C46-AF9B-17E43D8D39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378086" y="2546788"/>
                      <a:ext cx="521293" cy="512748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</a:schemeClr>
                    </a:solidFill>
                    <a:ln w="6350">
                      <a:solidFill>
                        <a:schemeClr val="bg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27" name="Rectangle 326">
                      <a:extLst>
                        <a:ext uri="{FF2B5EF4-FFF2-40B4-BE49-F238E27FC236}">
                          <a16:creationId xmlns:a16="http://schemas.microsoft.com/office/drawing/2014/main" id="{E1E67226-EBE4-4AE7-8392-73B901842425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1597632" y="2446882"/>
                      <a:ext cx="82199" cy="282011"/>
                    </a:xfrm>
                    <a:prstGeom prst="rect">
                      <a:avLst/>
                    </a:prstGeom>
                    <a:solidFill>
                      <a:schemeClr val="accent5"/>
                    </a:solidFill>
                    <a:ln w="6350">
                      <a:solidFill>
                        <a:srgbClr val="B6A20A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28" name="Rectangle 327">
                      <a:extLst>
                        <a:ext uri="{FF2B5EF4-FFF2-40B4-BE49-F238E27FC236}">
                          <a16:creationId xmlns:a16="http://schemas.microsoft.com/office/drawing/2014/main" id="{A2DAC016-D4D9-440B-8844-1E55DE23D4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17180" y="2662156"/>
                      <a:ext cx="82199" cy="282011"/>
                    </a:xfrm>
                    <a:prstGeom prst="rect">
                      <a:avLst/>
                    </a:prstGeom>
                    <a:solidFill>
                      <a:srgbClr val="9148C8"/>
                    </a:solidFill>
                    <a:ln w="6350">
                      <a:solidFill>
                        <a:srgbClr val="7030A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29" name="Rectangle 328">
                      <a:extLst>
                        <a:ext uri="{FF2B5EF4-FFF2-40B4-BE49-F238E27FC236}">
                          <a16:creationId xmlns:a16="http://schemas.microsoft.com/office/drawing/2014/main" id="{2C4E04D3-46B6-47EF-A981-47D1D514210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1597632" y="2877431"/>
                      <a:ext cx="82199" cy="282011"/>
                    </a:xfrm>
                    <a:prstGeom prst="rect">
                      <a:avLst/>
                    </a:prstGeom>
                    <a:solidFill>
                      <a:schemeClr val="accent4"/>
                    </a:solidFill>
                    <a:ln w="63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324" name="Straight Connector 323">
                    <a:extLst>
                      <a:ext uri="{FF2B5EF4-FFF2-40B4-BE49-F238E27FC236}">
                        <a16:creationId xmlns:a16="http://schemas.microsoft.com/office/drawing/2014/main" id="{012575DE-ADCA-45A4-B4C2-53315DE3ABD9}"/>
                      </a:ext>
                    </a:extLst>
                  </p:cNvPr>
                  <p:cNvCxnSpPr/>
                  <p:nvPr/>
                </p:nvCxnSpPr>
                <p:spPr>
                  <a:xfrm>
                    <a:off x="2224880" y="2290824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5" name="Straight Connector 324">
                    <a:extLst>
                      <a:ext uri="{FF2B5EF4-FFF2-40B4-BE49-F238E27FC236}">
                        <a16:creationId xmlns:a16="http://schemas.microsoft.com/office/drawing/2014/main" id="{60D6C0AE-9DEF-4FAD-977D-9D6B21105EF7}"/>
                      </a:ext>
                    </a:extLst>
                  </p:cNvPr>
                  <p:cNvCxnSpPr/>
                  <p:nvPr/>
                </p:nvCxnSpPr>
                <p:spPr>
                  <a:xfrm>
                    <a:off x="2224880" y="2721373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6" name="Group 295">
                  <a:extLst>
                    <a:ext uri="{FF2B5EF4-FFF2-40B4-BE49-F238E27FC236}">
                      <a16:creationId xmlns:a16="http://schemas.microsoft.com/office/drawing/2014/main" id="{87CB434E-241A-4EB4-B41A-53B0A990E0BA}"/>
                    </a:ext>
                  </a:extLst>
                </p:cNvPr>
                <p:cNvGrpSpPr/>
                <p:nvPr/>
              </p:nvGrpSpPr>
              <p:grpSpPr>
                <a:xfrm>
                  <a:off x="1326550" y="1901632"/>
                  <a:ext cx="174246" cy="165734"/>
                  <a:chOff x="1960976" y="2992945"/>
                  <a:chExt cx="521293" cy="512748"/>
                </a:xfrm>
              </p:grpSpPr>
              <p:grpSp>
                <p:nvGrpSpPr>
                  <p:cNvPr id="318" name="Group 317">
                    <a:extLst>
                      <a:ext uri="{FF2B5EF4-FFF2-40B4-BE49-F238E27FC236}">
                        <a16:creationId xmlns:a16="http://schemas.microsoft.com/office/drawing/2014/main" id="{B6F64572-2CD7-4802-AECA-C053A86EA031}"/>
                      </a:ext>
                    </a:extLst>
                  </p:cNvPr>
                  <p:cNvGrpSpPr/>
                  <p:nvPr/>
                </p:nvGrpSpPr>
                <p:grpSpPr>
                  <a:xfrm>
                    <a:off x="1960976" y="2992945"/>
                    <a:ext cx="521293" cy="512748"/>
                    <a:chOff x="3603126" y="3395374"/>
                    <a:chExt cx="521293" cy="512748"/>
                  </a:xfr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grpSpPr>
                <p:sp>
                  <p:nvSpPr>
                    <p:cNvPr id="320" name="Rectangle 319">
                      <a:extLst>
                        <a:ext uri="{FF2B5EF4-FFF2-40B4-BE49-F238E27FC236}">
                          <a16:creationId xmlns:a16="http://schemas.microsoft.com/office/drawing/2014/main" id="{0516C3F0-71E7-41D1-82A3-10696D1FD18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03126" y="3395374"/>
                      <a:ext cx="521293" cy="512748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</a:schemeClr>
                    </a:solidFill>
                    <a:ln w="6350">
                      <a:solidFill>
                        <a:schemeClr val="bg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21" name="Rectangle 320">
                      <a:extLst>
                        <a:ext uri="{FF2B5EF4-FFF2-40B4-BE49-F238E27FC236}">
                          <a16:creationId xmlns:a16="http://schemas.microsoft.com/office/drawing/2014/main" id="{6E4AFDF4-E0A8-4915-92BF-957C273E045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3822672" y="3726017"/>
                      <a:ext cx="82199" cy="282011"/>
                    </a:xfrm>
                    <a:prstGeom prst="rect">
                      <a:avLst/>
                    </a:prstGeom>
                    <a:solidFill>
                      <a:schemeClr val="accent5"/>
                    </a:solidFill>
                    <a:ln w="6350">
                      <a:solidFill>
                        <a:srgbClr val="B6A20A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22" name="Rectangle 321">
                      <a:extLst>
                        <a:ext uri="{FF2B5EF4-FFF2-40B4-BE49-F238E27FC236}">
                          <a16:creationId xmlns:a16="http://schemas.microsoft.com/office/drawing/2014/main" id="{24E6FAF1-FCDD-4A46-95D5-CF35D50FD7C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42220" y="3510742"/>
                      <a:ext cx="82199" cy="282011"/>
                    </a:xfrm>
                    <a:prstGeom prst="rect">
                      <a:avLst/>
                    </a:prstGeom>
                    <a:solidFill>
                      <a:srgbClr val="9148C8"/>
                    </a:solidFill>
                    <a:ln w="6350">
                      <a:solidFill>
                        <a:srgbClr val="7030A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319" name="Straight Connector 318">
                    <a:extLst>
                      <a:ext uri="{FF2B5EF4-FFF2-40B4-BE49-F238E27FC236}">
                        <a16:creationId xmlns:a16="http://schemas.microsoft.com/office/drawing/2014/main" id="{CE5C72A1-4DC8-4DD0-8F5C-C66996EBB8C2}"/>
                      </a:ext>
                    </a:extLst>
                  </p:cNvPr>
                  <p:cNvCxnSpPr/>
                  <p:nvPr/>
                </p:nvCxnSpPr>
                <p:spPr>
                  <a:xfrm>
                    <a:off x="2224880" y="3423494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7" name="Group 296">
                  <a:extLst>
                    <a:ext uri="{FF2B5EF4-FFF2-40B4-BE49-F238E27FC236}">
                      <a16:creationId xmlns:a16="http://schemas.microsoft.com/office/drawing/2014/main" id="{9EC7C791-624D-47BA-B46A-5F59F46EBFF7}"/>
                    </a:ext>
                  </a:extLst>
                </p:cNvPr>
                <p:cNvGrpSpPr/>
                <p:nvPr/>
              </p:nvGrpSpPr>
              <p:grpSpPr>
                <a:xfrm>
                  <a:off x="820157" y="1617725"/>
                  <a:ext cx="174246" cy="165734"/>
                  <a:chOff x="1205410" y="2290825"/>
                  <a:chExt cx="521293" cy="512748"/>
                </a:xfrm>
              </p:grpSpPr>
              <p:grpSp>
                <p:nvGrpSpPr>
                  <p:cNvPr id="312" name="Group 311">
                    <a:extLst>
                      <a:ext uri="{FF2B5EF4-FFF2-40B4-BE49-F238E27FC236}">
                        <a16:creationId xmlns:a16="http://schemas.microsoft.com/office/drawing/2014/main" id="{1D99F277-B7A4-45E8-977C-5AD07442FAD7}"/>
                      </a:ext>
                    </a:extLst>
                  </p:cNvPr>
                  <p:cNvGrpSpPr/>
                  <p:nvPr/>
                </p:nvGrpSpPr>
                <p:grpSpPr>
                  <a:xfrm>
                    <a:off x="1205410" y="2290825"/>
                    <a:ext cx="521293" cy="512748"/>
                    <a:chOff x="3737574" y="3110669"/>
                    <a:chExt cx="521293" cy="512748"/>
                  </a:xfr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grpSpPr>
                <p:sp>
                  <p:nvSpPr>
                    <p:cNvPr id="315" name="Rectangle 314">
                      <a:extLst>
                        <a:ext uri="{FF2B5EF4-FFF2-40B4-BE49-F238E27FC236}">
                          <a16:creationId xmlns:a16="http://schemas.microsoft.com/office/drawing/2014/main" id="{84C83840-E65F-4FC6-B7E3-DA71569B83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37574" y="3110669"/>
                      <a:ext cx="521293" cy="512748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</a:schemeClr>
                    </a:solidFill>
                    <a:ln w="6350">
                      <a:solidFill>
                        <a:schemeClr val="bg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16" name="Rectangle 315">
                      <a:extLst>
                        <a:ext uri="{FF2B5EF4-FFF2-40B4-BE49-F238E27FC236}">
                          <a16:creationId xmlns:a16="http://schemas.microsoft.com/office/drawing/2014/main" id="{CD65BBE4-A737-458D-9D98-266AA97DD8AE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3957120" y="3010763"/>
                      <a:ext cx="82199" cy="282011"/>
                    </a:xfrm>
                    <a:prstGeom prst="rect">
                      <a:avLst/>
                    </a:prstGeom>
                    <a:solidFill>
                      <a:schemeClr val="accent4"/>
                    </a:solidFill>
                    <a:ln w="6350">
                      <a:solidFill>
                        <a:schemeClr val="accent4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17" name="Rectangle 316">
                      <a:extLst>
                        <a:ext uri="{FF2B5EF4-FFF2-40B4-BE49-F238E27FC236}">
                          <a16:creationId xmlns:a16="http://schemas.microsoft.com/office/drawing/2014/main" id="{87719E3E-E9B9-4D6F-9BDC-A2A9996B73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171308" y="3226037"/>
                      <a:ext cx="82199" cy="282011"/>
                    </a:xfrm>
                    <a:prstGeom prst="rect">
                      <a:avLst/>
                    </a:prstGeom>
                    <a:solidFill>
                      <a:srgbClr val="FC711C"/>
                    </a:solidFill>
                    <a:ln w="6350">
                      <a:solidFill>
                        <a:schemeClr val="accent6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313" name="Straight Connector 312">
                    <a:extLst>
                      <a:ext uri="{FF2B5EF4-FFF2-40B4-BE49-F238E27FC236}">
                        <a16:creationId xmlns:a16="http://schemas.microsoft.com/office/drawing/2014/main" id="{1ABCDE3C-5BA3-4EA9-9A86-6E8B4430B9F9}"/>
                      </a:ext>
                    </a:extLst>
                  </p:cNvPr>
                  <p:cNvCxnSpPr>
                    <a:stCxn id="316" idx="1"/>
                    <a:endCxn id="316" idx="3"/>
                  </p:cNvCxnSpPr>
                  <p:nvPr/>
                </p:nvCxnSpPr>
                <p:spPr>
                  <a:xfrm>
                    <a:off x="1466055" y="2290825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4" name="Straight Connector 313">
                    <a:extLst>
                      <a:ext uri="{FF2B5EF4-FFF2-40B4-BE49-F238E27FC236}">
                        <a16:creationId xmlns:a16="http://schemas.microsoft.com/office/drawing/2014/main" id="{07C7B7F4-46A9-413A-A982-3A427576DE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1680241" y="2498948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8" name="Group 297">
                  <a:extLst>
                    <a:ext uri="{FF2B5EF4-FFF2-40B4-BE49-F238E27FC236}">
                      <a16:creationId xmlns:a16="http://schemas.microsoft.com/office/drawing/2014/main" id="{D153577F-E01F-4CE1-8DD3-FE49DD97B394}"/>
                    </a:ext>
                  </a:extLst>
                </p:cNvPr>
                <p:cNvGrpSpPr/>
                <p:nvPr/>
              </p:nvGrpSpPr>
              <p:grpSpPr>
                <a:xfrm>
                  <a:off x="957605" y="2084005"/>
                  <a:ext cx="174247" cy="165734"/>
                  <a:chOff x="1200047" y="2998405"/>
                  <a:chExt cx="521296" cy="512748"/>
                </a:xfrm>
              </p:grpSpPr>
              <p:grpSp>
                <p:nvGrpSpPr>
                  <p:cNvPr id="307" name="Group 306">
                    <a:extLst>
                      <a:ext uri="{FF2B5EF4-FFF2-40B4-BE49-F238E27FC236}">
                        <a16:creationId xmlns:a16="http://schemas.microsoft.com/office/drawing/2014/main" id="{382E6DF7-5E86-40C9-98E7-161E368F6EAE}"/>
                      </a:ext>
                    </a:extLst>
                  </p:cNvPr>
                  <p:cNvGrpSpPr/>
                  <p:nvPr/>
                </p:nvGrpSpPr>
                <p:grpSpPr>
                  <a:xfrm>
                    <a:off x="1200050" y="2998405"/>
                    <a:ext cx="521293" cy="512748"/>
                    <a:chOff x="3515961" y="3443740"/>
                    <a:chExt cx="521293" cy="512748"/>
                  </a:xfr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grpSpPr>
                <p:sp>
                  <p:nvSpPr>
                    <p:cNvPr id="309" name="Rectangle 308">
                      <a:extLst>
                        <a:ext uri="{FF2B5EF4-FFF2-40B4-BE49-F238E27FC236}">
                          <a16:creationId xmlns:a16="http://schemas.microsoft.com/office/drawing/2014/main" id="{CB5C0228-AD47-410B-8B01-6C95082569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15961" y="3443740"/>
                      <a:ext cx="521293" cy="512748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</a:schemeClr>
                    </a:solidFill>
                    <a:ln w="6350">
                      <a:solidFill>
                        <a:schemeClr val="bg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10" name="Rectangle 309">
                      <a:extLst>
                        <a:ext uri="{FF2B5EF4-FFF2-40B4-BE49-F238E27FC236}">
                          <a16:creationId xmlns:a16="http://schemas.microsoft.com/office/drawing/2014/main" id="{3AA65743-63DB-4D67-8001-AF5243E351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15961" y="3559108"/>
                      <a:ext cx="82199" cy="282011"/>
                    </a:xfrm>
                    <a:prstGeom prst="rect">
                      <a:avLst/>
                    </a:prstGeom>
                    <a:solidFill>
                      <a:srgbClr val="F81818"/>
                    </a:solidFill>
                    <a:ln w="6350">
                      <a:solidFill>
                        <a:srgbClr val="9D050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11" name="Rectangle 310">
                      <a:extLst>
                        <a:ext uri="{FF2B5EF4-FFF2-40B4-BE49-F238E27FC236}">
                          <a16:creationId xmlns:a16="http://schemas.microsoft.com/office/drawing/2014/main" id="{FF43081A-2489-42D8-9614-2A3FA907621F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3735507" y="3343834"/>
                      <a:ext cx="82199" cy="282011"/>
                    </a:xfrm>
                    <a:prstGeom prst="rect">
                      <a:avLst/>
                    </a:prstGeom>
                    <a:solidFill>
                      <a:srgbClr val="015AAB"/>
                    </a:solidFill>
                    <a:ln w="6350">
                      <a:solidFill>
                        <a:srgbClr val="01377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308" name="Straight Connector 307">
                    <a:extLst>
                      <a:ext uri="{FF2B5EF4-FFF2-40B4-BE49-F238E27FC236}">
                        <a16:creationId xmlns:a16="http://schemas.microsoft.com/office/drawing/2014/main" id="{E05EE60D-4775-4FF8-9FDE-AF29A613E7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1241147" y="3206974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9" name="Group 298">
                  <a:extLst>
                    <a:ext uri="{FF2B5EF4-FFF2-40B4-BE49-F238E27FC236}">
                      <a16:creationId xmlns:a16="http://schemas.microsoft.com/office/drawing/2014/main" id="{9596C5BD-F4DC-4C40-9791-CD7563ACDD77}"/>
                    </a:ext>
                  </a:extLst>
                </p:cNvPr>
                <p:cNvGrpSpPr/>
                <p:nvPr/>
              </p:nvGrpSpPr>
              <p:grpSpPr>
                <a:xfrm>
                  <a:off x="1602087" y="2197680"/>
                  <a:ext cx="174247" cy="166449"/>
                  <a:chOff x="1200046" y="3705985"/>
                  <a:chExt cx="521295" cy="514960"/>
                </a:xfrm>
              </p:grpSpPr>
              <p:grpSp>
                <p:nvGrpSpPr>
                  <p:cNvPr id="300" name="Group 299">
                    <a:extLst>
                      <a:ext uri="{FF2B5EF4-FFF2-40B4-BE49-F238E27FC236}">
                        <a16:creationId xmlns:a16="http://schemas.microsoft.com/office/drawing/2014/main" id="{D6B390CC-1278-4AA1-8452-078BD2B42CF5}"/>
                      </a:ext>
                    </a:extLst>
                  </p:cNvPr>
                  <p:cNvGrpSpPr/>
                  <p:nvPr/>
                </p:nvGrpSpPr>
                <p:grpSpPr>
                  <a:xfrm>
                    <a:off x="1200048" y="3705985"/>
                    <a:ext cx="521293" cy="514960"/>
                    <a:chOff x="3519304" y="3703188"/>
                    <a:chExt cx="521293" cy="514960"/>
                  </a:xfrm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grpSpPr>
                <p:sp>
                  <p:nvSpPr>
                    <p:cNvPr id="303" name="Rectangle 302">
                      <a:extLst>
                        <a:ext uri="{FF2B5EF4-FFF2-40B4-BE49-F238E27FC236}">
                          <a16:creationId xmlns:a16="http://schemas.microsoft.com/office/drawing/2014/main" id="{81AA4B1A-249D-43B5-B950-E72DC6B974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19304" y="3705400"/>
                      <a:ext cx="521293" cy="512748"/>
                    </a:xfrm>
                    <a:prstGeom prst="rect">
                      <a:avLst/>
                    </a:prstGeom>
                    <a:solidFill>
                      <a:schemeClr val="tx1">
                        <a:lumMod val="50000"/>
                      </a:schemeClr>
                    </a:solidFill>
                    <a:ln w="6350">
                      <a:solidFill>
                        <a:schemeClr val="bg1">
                          <a:lumMod val="65000"/>
                          <a:lumOff val="3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04" name="Rectangle 303">
                      <a:extLst>
                        <a:ext uri="{FF2B5EF4-FFF2-40B4-BE49-F238E27FC236}">
                          <a16:creationId xmlns:a16="http://schemas.microsoft.com/office/drawing/2014/main" id="{C23EC7BD-FFFE-4EE6-96D8-7FB07D7B78F3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3734549" y="3603282"/>
                      <a:ext cx="82199" cy="282011"/>
                    </a:xfrm>
                    <a:prstGeom prst="rect">
                      <a:avLst/>
                    </a:prstGeom>
                    <a:solidFill>
                      <a:srgbClr val="015AAB"/>
                    </a:solidFill>
                    <a:ln w="6350">
                      <a:solidFill>
                        <a:srgbClr val="013773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05" name="Rectangle 304">
                      <a:extLst>
                        <a:ext uri="{FF2B5EF4-FFF2-40B4-BE49-F238E27FC236}">
                          <a16:creationId xmlns:a16="http://schemas.microsoft.com/office/drawing/2014/main" id="{B221DA81-4B5A-4E3B-8E28-73AD947E5D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19304" y="3820768"/>
                      <a:ext cx="82199" cy="282011"/>
                    </a:xfrm>
                    <a:prstGeom prst="rect">
                      <a:avLst/>
                    </a:prstGeom>
                    <a:solidFill>
                      <a:srgbClr val="FC711C"/>
                    </a:solidFill>
                    <a:ln w="6350">
                      <a:solidFill>
                        <a:schemeClr val="accent6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06" name="Rectangle 305">
                      <a:extLst>
                        <a:ext uri="{FF2B5EF4-FFF2-40B4-BE49-F238E27FC236}">
                          <a16:creationId xmlns:a16="http://schemas.microsoft.com/office/drawing/2014/main" id="{1E66C3DF-5E6C-4000-B149-57388F5C26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58398" y="3820768"/>
                      <a:ext cx="82199" cy="282011"/>
                    </a:xfrm>
                    <a:prstGeom prst="rect">
                      <a:avLst/>
                    </a:prstGeom>
                    <a:solidFill>
                      <a:srgbClr val="F81818"/>
                    </a:solidFill>
                    <a:ln w="6350">
                      <a:solidFill>
                        <a:srgbClr val="9D050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cxnSp>
                <p:nvCxnSpPr>
                  <p:cNvPr id="301" name="Straight Connector 300">
                    <a:extLst>
                      <a:ext uri="{FF2B5EF4-FFF2-40B4-BE49-F238E27FC236}">
                        <a16:creationId xmlns:a16="http://schemas.microsoft.com/office/drawing/2014/main" id="{B71D4FE5-14F7-47A7-9E29-C9596F9E6D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1680240" y="3921349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2" name="Straight Connector 301">
                    <a:extLst>
                      <a:ext uri="{FF2B5EF4-FFF2-40B4-BE49-F238E27FC236}">
                        <a16:creationId xmlns:a16="http://schemas.microsoft.com/office/drawing/2014/main" id="{DFEA5F9D-C611-4212-9AA0-A30E9FF7BF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1241146" y="3924572"/>
                    <a:ext cx="0" cy="82199"/>
                  </a:xfrm>
                  <a:prstGeom prst="line">
                    <a:avLst/>
                  </a:prstGeom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93" name="Oval 292">
                <a:extLst>
                  <a:ext uri="{FF2B5EF4-FFF2-40B4-BE49-F238E27FC236}">
                    <a16:creationId xmlns:a16="http://schemas.microsoft.com/office/drawing/2014/main" id="{C616F5AC-413D-4206-87A2-ADC946701F5C}"/>
                  </a:ext>
                </a:extLst>
              </p:cNvPr>
              <p:cNvSpPr/>
              <p:nvPr/>
            </p:nvSpPr>
            <p:spPr>
              <a:xfrm>
                <a:off x="1224442" y="4674718"/>
                <a:ext cx="1538514" cy="137160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E0609454-ECC6-4093-9896-61D7E79C5182}"/>
                </a:ext>
              </a:extLst>
            </p:cNvPr>
            <p:cNvCxnSpPr>
              <a:cxnSpLocks/>
            </p:cNvCxnSpPr>
            <p:nvPr/>
          </p:nvCxnSpPr>
          <p:spPr>
            <a:xfrm>
              <a:off x="1417798" y="3690177"/>
              <a:ext cx="484108" cy="993875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9" name="Straight Arrow Connector 378">
              <a:extLst>
                <a:ext uri="{FF2B5EF4-FFF2-40B4-BE49-F238E27FC236}">
                  <a16:creationId xmlns:a16="http://schemas.microsoft.com/office/drawing/2014/main" id="{CF75F3E1-4D39-42BA-9FF6-2713518935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5199" y="3635726"/>
              <a:ext cx="482298" cy="103916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81" name="TextBox 380">
            <a:extLst>
              <a:ext uri="{FF2B5EF4-FFF2-40B4-BE49-F238E27FC236}">
                <a16:creationId xmlns:a16="http://schemas.microsoft.com/office/drawing/2014/main" id="{3E94F0B0-D476-4BCA-B9A2-B52F6E530CF0}"/>
              </a:ext>
            </a:extLst>
          </p:cNvPr>
          <p:cNvSpPr txBox="1"/>
          <p:nvPr/>
        </p:nvSpPr>
        <p:spPr>
          <a:xfrm>
            <a:off x="9067685" y="1753074"/>
            <a:ext cx="17110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No enzymes</a:t>
            </a:r>
          </a:p>
        </p:txBody>
      </p:sp>
      <p:sp>
        <p:nvSpPr>
          <p:cNvPr id="382" name="Multiplication Sign 381">
            <a:extLst>
              <a:ext uri="{FF2B5EF4-FFF2-40B4-BE49-F238E27FC236}">
                <a16:creationId xmlns:a16="http://schemas.microsoft.com/office/drawing/2014/main" id="{558B8B3A-A89B-4D51-9945-DBC1D9967209}"/>
              </a:ext>
            </a:extLst>
          </p:cNvPr>
          <p:cNvSpPr/>
          <p:nvPr/>
        </p:nvSpPr>
        <p:spPr>
          <a:xfrm>
            <a:off x="851572" y="2941692"/>
            <a:ext cx="2378668" cy="2327367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3DD9B9B6-1C77-4E74-A237-249707BE842F}"/>
              </a:ext>
            </a:extLst>
          </p:cNvPr>
          <p:cNvGrpSpPr/>
          <p:nvPr/>
        </p:nvGrpSpPr>
        <p:grpSpPr>
          <a:xfrm>
            <a:off x="9319141" y="2530149"/>
            <a:ext cx="1382344" cy="1240875"/>
            <a:chOff x="352028" y="2040522"/>
            <a:chExt cx="1538514" cy="1371600"/>
          </a:xfrm>
        </p:grpSpPr>
        <p:grpSp>
          <p:nvGrpSpPr>
            <p:cNvPr id="385" name="Group 384">
              <a:extLst>
                <a:ext uri="{FF2B5EF4-FFF2-40B4-BE49-F238E27FC236}">
                  <a16:creationId xmlns:a16="http://schemas.microsoft.com/office/drawing/2014/main" id="{B30A8A70-F62F-4D5F-AE3C-33F38EBC416C}"/>
                </a:ext>
              </a:extLst>
            </p:cNvPr>
            <p:cNvGrpSpPr/>
            <p:nvPr/>
          </p:nvGrpSpPr>
          <p:grpSpPr>
            <a:xfrm>
              <a:off x="517171" y="2245658"/>
              <a:ext cx="1116685" cy="905871"/>
              <a:chOff x="820157" y="1458258"/>
              <a:chExt cx="1116685" cy="905871"/>
            </a:xfrm>
          </p:grpSpPr>
          <p:grpSp>
            <p:nvGrpSpPr>
              <p:cNvPr id="387" name="Group 386">
                <a:extLst>
                  <a:ext uri="{FF2B5EF4-FFF2-40B4-BE49-F238E27FC236}">
                    <a16:creationId xmlns:a16="http://schemas.microsoft.com/office/drawing/2014/main" id="{0EEB748A-8776-4AC1-A986-D03EC5FC865B}"/>
                  </a:ext>
                </a:extLst>
              </p:cNvPr>
              <p:cNvGrpSpPr/>
              <p:nvPr/>
            </p:nvGrpSpPr>
            <p:grpSpPr>
              <a:xfrm>
                <a:off x="1762596" y="1698281"/>
                <a:ext cx="174246" cy="165734"/>
                <a:chOff x="3374524" y="3961948"/>
                <a:chExt cx="521293" cy="512749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423" name="Rectangle 422">
                  <a:extLst>
                    <a:ext uri="{FF2B5EF4-FFF2-40B4-BE49-F238E27FC236}">
                      <a16:creationId xmlns:a16="http://schemas.microsoft.com/office/drawing/2014/main" id="{19A403BF-6A33-4277-BA4A-85034C6EF12E}"/>
                    </a:ext>
                  </a:extLst>
                </p:cNvPr>
                <p:cNvSpPr/>
                <p:nvPr/>
              </p:nvSpPr>
              <p:spPr>
                <a:xfrm>
                  <a:off x="3374524" y="3961949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24" name="Rectangle 423">
                  <a:extLst>
                    <a:ext uri="{FF2B5EF4-FFF2-40B4-BE49-F238E27FC236}">
                      <a16:creationId xmlns:a16="http://schemas.microsoft.com/office/drawing/2014/main" id="{9B2A7237-8F2D-4F2B-AD91-8049B37BBC90}"/>
                    </a:ext>
                  </a:extLst>
                </p:cNvPr>
                <p:cNvSpPr/>
                <p:nvPr/>
              </p:nvSpPr>
              <p:spPr>
                <a:xfrm rot="5400000">
                  <a:off x="3594070" y="3862042"/>
                  <a:ext cx="82199" cy="282011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1377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25" name="Rectangle 424">
                  <a:extLst>
                    <a:ext uri="{FF2B5EF4-FFF2-40B4-BE49-F238E27FC236}">
                      <a16:creationId xmlns:a16="http://schemas.microsoft.com/office/drawing/2014/main" id="{462F248F-1CB1-44AC-BEEA-AB892DE8E486}"/>
                    </a:ext>
                  </a:extLst>
                </p:cNvPr>
                <p:cNvSpPr/>
                <p:nvPr/>
              </p:nvSpPr>
              <p:spPr>
                <a:xfrm rot="5400000">
                  <a:off x="3594070" y="4292592"/>
                  <a:ext cx="82199" cy="282011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1377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26" name="Rectangle 425">
                  <a:extLst>
                    <a:ext uri="{FF2B5EF4-FFF2-40B4-BE49-F238E27FC236}">
                      <a16:creationId xmlns:a16="http://schemas.microsoft.com/office/drawing/2014/main" id="{1418DF33-929E-49CC-B83D-F8537E35CFF4}"/>
                    </a:ext>
                  </a:extLst>
                </p:cNvPr>
                <p:cNvSpPr/>
                <p:nvPr/>
              </p:nvSpPr>
              <p:spPr>
                <a:xfrm>
                  <a:off x="3374524" y="4079529"/>
                  <a:ext cx="82199" cy="282011"/>
                </a:xfrm>
                <a:prstGeom prst="rect">
                  <a:avLst/>
                </a:prstGeom>
                <a:solidFill>
                  <a:srgbClr val="9148C8"/>
                </a:solidFill>
                <a:ln w="63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427" name="Rectangle 426">
                  <a:extLst>
                    <a:ext uri="{FF2B5EF4-FFF2-40B4-BE49-F238E27FC236}">
                      <a16:creationId xmlns:a16="http://schemas.microsoft.com/office/drawing/2014/main" id="{A0D65F8A-DB29-41A6-8D00-8EED2B7F287C}"/>
                    </a:ext>
                  </a:extLst>
                </p:cNvPr>
                <p:cNvSpPr/>
                <p:nvPr/>
              </p:nvSpPr>
              <p:spPr>
                <a:xfrm>
                  <a:off x="3813618" y="4079529"/>
                  <a:ext cx="82199" cy="282011"/>
                </a:xfrm>
                <a:prstGeom prst="rect">
                  <a:avLst/>
                </a:prstGeom>
                <a:solidFill>
                  <a:srgbClr val="9148C8"/>
                </a:solidFill>
                <a:ln w="63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388" name="Group 387">
                <a:extLst>
                  <a:ext uri="{FF2B5EF4-FFF2-40B4-BE49-F238E27FC236}">
                    <a16:creationId xmlns:a16="http://schemas.microsoft.com/office/drawing/2014/main" id="{61A72E57-3B03-4F76-A911-2443E830D9B5}"/>
                  </a:ext>
                </a:extLst>
              </p:cNvPr>
              <p:cNvGrpSpPr/>
              <p:nvPr/>
            </p:nvGrpSpPr>
            <p:grpSpPr>
              <a:xfrm>
                <a:off x="1337149" y="1458258"/>
                <a:ext cx="174246" cy="165734"/>
                <a:chOff x="1960978" y="2290824"/>
                <a:chExt cx="521293" cy="512748"/>
              </a:xfrm>
            </p:grpSpPr>
            <p:grpSp>
              <p:nvGrpSpPr>
                <p:cNvPr id="416" name="Group 415">
                  <a:extLst>
                    <a:ext uri="{FF2B5EF4-FFF2-40B4-BE49-F238E27FC236}">
                      <a16:creationId xmlns:a16="http://schemas.microsoft.com/office/drawing/2014/main" id="{85BD5130-B322-4954-BA63-8CF67217B404}"/>
                    </a:ext>
                  </a:extLst>
                </p:cNvPr>
                <p:cNvGrpSpPr/>
                <p:nvPr/>
              </p:nvGrpSpPr>
              <p:grpSpPr>
                <a:xfrm>
                  <a:off x="1960978" y="2290824"/>
                  <a:ext cx="521293" cy="512748"/>
                  <a:chOff x="1378086" y="2546788"/>
                  <a:chExt cx="521293" cy="512748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419" name="Rectangle 418">
                    <a:extLst>
                      <a:ext uri="{FF2B5EF4-FFF2-40B4-BE49-F238E27FC236}">
                        <a16:creationId xmlns:a16="http://schemas.microsoft.com/office/drawing/2014/main" id="{0973FB79-7751-4C86-AAD1-E8DF7618C2FD}"/>
                      </a:ext>
                    </a:extLst>
                  </p:cNvPr>
                  <p:cNvSpPr/>
                  <p:nvPr/>
                </p:nvSpPr>
                <p:spPr>
                  <a:xfrm>
                    <a:off x="1378086" y="2546788"/>
                    <a:ext cx="521293" cy="512748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</a:schemeClr>
                  </a:solidFill>
                  <a:ln w="6350">
                    <a:solidFill>
                      <a:schemeClr val="bg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20" name="Rectangle 419">
                    <a:extLst>
                      <a:ext uri="{FF2B5EF4-FFF2-40B4-BE49-F238E27FC236}">
                        <a16:creationId xmlns:a16="http://schemas.microsoft.com/office/drawing/2014/main" id="{BD828004-9D92-4E5F-8C25-F1FEC5D68E9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597632" y="2446882"/>
                    <a:ext cx="82199" cy="282011"/>
                  </a:xfrm>
                  <a:prstGeom prst="rect">
                    <a:avLst/>
                  </a:prstGeom>
                  <a:solidFill>
                    <a:schemeClr val="accent5"/>
                  </a:solidFill>
                  <a:ln w="6350">
                    <a:solidFill>
                      <a:srgbClr val="B6A20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21" name="Rectangle 420">
                    <a:extLst>
                      <a:ext uri="{FF2B5EF4-FFF2-40B4-BE49-F238E27FC236}">
                        <a16:creationId xmlns:a16="http://schemas.microsoft.com/office/drawing/2014/main" id="{61781545-F4F7-454E-89C5-55C7DF2AA5A7}"/>
                      </a:ext>
                    </a:extLst>
                  </p:cNvPr>
                  <p:cNvSpPr/>
                  <p:nvPr/>
                </p:nvSpPr>
                <p:spPr>
                  <a:xfrm>
                    <a:off x="1817180" y="2662156"/>
                    <a:ext cx="82199" cy="282011"/>
                  </a:xfrm>
                  <a:prstGeom prst="rect">
                    <a:avLst/>
                  </a:prstGeom>
                  <a:solidFill>
                    <a:srgbClr val="9148C8"/>
                  </a:solidFill>
                  <a:ln w="6350"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22" name="Rectangle 421">
                    <a:extLst>
                      <a:ext uri="{FF2B5EF4-FFF2-40B4-BE49-F238E27FC236}">
                        <a16:creationId xmlns:a16="http://schemas.microsoft.com/office/drawing/2014/main" id="{ABC5F0D9-4848-488D-B40A-35F384B2194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597632" y="2877431"/>
                    <a:ext cx="82199" cy="282011"/>
                  </a:xfrm>
                  <a:prstGeom prst="rect">
                    <a:avLst/>
                  </a:prstGeom>
                  <a:solidFill>
                    <a:schemeClr val="accent4"/>
                  </a:solidFill>
                  <a:ln w="63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cxnSp>
              <p:nvCxnSpPr>
                <p:cNvPr id="417" name="Straight Connector 416">
                  <a:extLst>
                    <a:ext uri="{FF2B5EF4-FFF2-40B4-BE49-F238E27FC236}">
                      <a16:creationId xmlns:a16="http://schemas.microsoft.com/office/drawing/2014/main" id="{E3320BD4-6CFB-41D1-B74A-27EA5FA3503D}"/>
                    </a:ext>
                  </a:extLst>
                </p:cNvPr>
                <p:cNvCxnSpPr/>
                <p:nvPr/>
              </p:nvCxnSpPr>
              <p:spPr>
                <a:xfrm>
                  <a:off x="2224880" y="2290824"/>
                  <a:ext cx="0" cy="8219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8" name="Straight Connector 417">
                  <a:extLst>
                    <a:ext uri="{FF2B5EF4-FFF2-40B4-BE49-F238E27FC236}">
                      <a16:creationId xmlns:a16="http://schemas.microsoft.com/office/drawing/2014/main" id="{05C5729B-198B-42BD-A53D-9DD92AA03E45}"/>
                    </a:ext>
                  </a:extLst>
                </p:cNvPr>
                <p:cNvCxnSpPr/>
                <p:nvPr/>
              </p:nvCxnSpPr>
              <p:spPr>
                <a:xfrm>
                  <a:off x="2224880" y="2721373"/>
                  <a:ext cx="0" cy="8219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9" name="Group 388">
                <a:extLst>
                  <a:ext uri="{FF2B5EF4-FFF2-40B4-BE49-F238E27FC236}">
                    <a16:creationId xmlns:a16="http://schemas.microsoft.com/office/drawing/2014/main" id="{1533BE3B-6A1B-4232-8093-F4EBC87E061F}"/>
                  </a:ext>
                </a:extLst>
              </p:cNvPr>
              <p:cNvGrpSpPr/>
              <p:nvPr/>
            </p:nvGrpSpPr>
            <p:grpSpPr>
              <a:xfrm>
                <a:off x="1326550" y="1901632"/>
                <a:ext cx="174246" cy="165734"/>
                <a:chOff x="1960976" y="2992945"/>
                <a:chExt cx="521293" cy="512748"/>
              </a:xfrm>
            </p:grpSpPr>
            <p:grpSp>
              <p:nvGrpSpPr>
                <p:cNvPr id="411" name="Group 410">
                  <a:extLst>
                    <a:ext uri="{FF2B5EF4-FFF2-40B4-BE49-F238E27FC236}">
                      <a16:creationId xmlns:a16="http://schemas.microsoft.com/office/drawing/2014/main" id="{BA4DF361-1337-4405-85D4-A8964B2CAC93}"/>
                    </a:ext>
                  </a:extLst>
                </p:cNvPr>
                <p:cNvGrpSpPr/>
                <p:nvPr/>
              </p:nvGrpSpPr>
              <p:grpSpPr>
                <a:xfrm>
                  <a:off x="1960976" y="2992945"/>
                  <a:ext cx="521293" cy="512748"/>
                  <a:chOff x="3603126" y="3395374"/>
                  <a:chExt cx="521293" cy="512748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413" name="Rectangle 412">
                    <a:extLst>
                      <a:ext uri="{FF2B5EF4-FFF2-40B4-BE49-F238E27FC236}">
                        <a16:creationId xmlns:a16="http://schemas.microsoft.com/office/drawing/2014/main" id="{793C8839-6FFB-44CB-AC0D-625D7A20B7E5}"/>
                      </a:ext>
                    </a:extLst>
                  </p:cNvPr>
                  <p:cNvSpPr/>
                  <p:nvPr/>
                </p:nvSpPr>
                <p:spPr>
                  <a:xfrm>
                    <a:off x="3603126" y="3395374"/>
                    <a:ext cx="521293" cy="512748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</a:schemeClr>
                  </a:solidFill>
                  <a:ln w="6350">
                    <a:solidFill>
                      <a:schemeClr val="bg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14" name="Rectangle 413">
                    <a:extLst>
                      <a:ext uri="{FF2B5EF4-FFF2-40B4-BE49-F238E27FC236}">
                        <a16:creationId xmlns:a16="http://schemas.microsoft.com/office/drawing/2014/main" id="{A34CA4DD-3A48-4AD6-ABBC-A13C6E7AA5C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822672" y="3726017"/>
                    <a:ext cx="82199" cy="282011"/>
                  </a:xfrm>
                  <a:prstGeom prst="rect">
                    <a:avLst/>
                  </a:prstGeom>
                  <a:solidFill>
                    <a:schemeClr val="accent5"/>
                  </a:solidFill>
                  <a:ln w="6350">
                    <a:solidFill>
                      <a:srgbClr val="B6A20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15" name="Rectangle 414">
                    <a:extLst>
                      <a:ext uri="{FF2B5EF4-FFF2-40B4-BE49-F238E27FC236}">
                        <a16:creationId xmlns:a16="http://schemas.microsoft.com/office/drawing/2014/main" id="{554EFF21-6FE7-4FBA-8E00-7E85C1F2DFAC}"/>
                      </a:ext>
                    </a:extLst>
                  </p:cNvPr>
                  <p:cNvSpPr/>
                  <p:nvPr/>
                </p:nvSpPr>
                <p:spPr>
                  <a:xfrm>
                    <a:off x="4042220" y="3510742"/>
                    <a:ext cx="82199" cy="282011"/>
                  </a:xfrm>
                  <a:prstGeom prst="rect">
                    <a:avLst/>
                  </a:prstGeom>
                  <a:solidFill>
                    <a:srgbClr val="9148C8"/>
                  </a:solidFill>
                  <a:ln w="6350"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cxnSp>
              <p:nvCxnSpPr>
                <p:cNvPr id="412" name="Straight Connector 411">
                  <a:extLst>
                    <a:ext uri="{FF2B5EF4-FFF2-40B4-BE49-F238E27FC236}">
                      <a16:creationId xmlns:a16="http://schemas.microsoft.com/office/drawing/2014/main" id="{F7EE535C-B8D8-44F7-8717-C702138F5A7B}"/>
                    </a:ext>
                  </a:extLst>
                </p:cNvPr>
                <p:cNvCxnSpPr/>
                <p:nvPr/>
              </p:nvCxnSpPr>
              <p:spPr>
                <a:xfrm>
                  <a:off x="2224880" y="3423494"/>
                  <a:ext cx="0" cy="8219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90" name="Group 389">
                <a:extLst>
                  <a:ext uri="{FF2B5EF4-FFF2-40B4-BE49-F238E27FC236}">
                    <a16:creationId xmlns:a16="http://schemas.microsoft.com/office/drawing/2014/main" id="{6A5F8F9F-1C2D-4F4B-8209-F955464E08AA}"/>
                  </a:ext>
                </a:extLst>
              </p:cNvPr>
              <p:cNvGrpSpPr/>
              <p:nvPr/>
            </p:nvGrpSpPr>
            <p:grpSpPr>
              <a:xfrm>
                <a:off x="820157" y="1617725"/>
                <a:ext cx="174246" cy="165734"/>
                <a:chOff x="1205410" y="2290825"/>
                <a:chExt cx="521293" cy="512748"/>
              </a:xfrm>
            </p:grpSpPr>
            <p:grpSp>
              <p:nvGrpSpPr>
                <p:cNvPr id="405" name="Group 404">
                  <a:extLst>
                    <a:ext uri="{FF2B5EF4-FFF2-40B4-BE49-F238E27FC236}">
                      <a16:creationId xmlns:a16="http://schemas.microsoft.com/office/drawing/2014/main" id="{9D965FE7-D72F-4EC6-8CF8-7BF292A78C8F}"/>
                    </a:ext>
                  </a:extLst>
                </p:cNvPr>
                <p:cNvGrpSpPr/>
                <p:nvPr/>
              </p:nvGrpSpPr>
              <p:grpSpPr>
                <a:xfrm>
                  <a:off x="1205410" y="2290825"/>
                  <a:ext cx="521293" cy="512748"/>
                  <a:chOff x="3737574" y="3110669"/>
                  <a:chExt cx="521293" cy="512748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408" name="Rectangle 407">
                    <a:extLst>
                      <a:ext uri="{FF2B5EF4-FFF2-40B4-BE49-F238E27FC236}">
                        <a16:creationId xmlns:a16="http://schemas.microsoft.com/office/drawing/2014/main" id="{6864F887-616B-49B9-8483-65ECC18397D0}"/>
                      </a:ext>
                    </a:extLst>
                  </p:cNvPr>
                  <p:cNvSpPr/>
                  <p:nvPr/>
                </p:nvSpPr>
                <p:spPr>
                  <a:xfrm>
                    <a:off x="3737574" y="3110669"/>
                    <a:ext cx="521293" cy="512748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</a:schemeClr>
                  </a:solidFill>
                  <a:ln w="6350">
                    <a:solidFill>
                      <a:schemeClr val="bg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09" name="Rectangle 408">
                    <a:extLst>
                      <a:ext uri="{FF2B5EF4-FFF2-40B4-BE49-F238E27FC236}">
                        <a16:creationId xmlns:a16="http://schemas.microsoft.com/office/drawing/2014/main" id="{464E34C9-5609-4CC0-8CC1-4B6D726E525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57120" y="3010763"/>
                    <a:ext cx="82199" cy="282011"/>
                  </a:xfrm>
                  <a:prstGeom prst="rect">
                    <a:avLst/>
                  </a:prstGeom>
                  <a:solidFill>
                    <a:schemeClr val="accent4"/>
                  </a:solidFill>
                  <a:ln w="63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10" name="Rectangle 409">
                    <a:extLst>
                      <a:ext uri="{FF2B5EF4-FFF2-40B4-BE49-F238E27FC236}">
                        <a16:creationId xmlns:a16="http://schemas.microsoft.com/office/drawing/2014/main" id="{7A0F781D-3DC8-4A4A-B1FA-5386BBE72C29}"/>
                      </a:ext>
                    </a:extLst>
                  </p:cNvPr>
                  <p:cNvSpPr/>
                  <p:nvPr/>
                </p:nvSpPr>
                <p:spPr>
                  <a:xfrm>
                    <a:off x="4171308" y="3226037"/>
                    <a:ext cx="82199" cy="282011"/>
                  </a:xfrm>
                  <a:prstGeom prst="rect">
                    <a:avLst/>
                  </a:prstGeom>
                  <a:solidFill>
                    <a:srgbClr val="FC711C"/>
                  </a:solidFill>
                  <a:ln w="63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cxnSp>
              <p:nvCxnSpPr>
                <p:cNvPr id="406" name="Straight Connector 405">
                  <a:extLst>
                    <a:ext uri="{FF2B5EF4-FFF2-40B4-BE49-F238E27FC236}">
                      <a16:creationId xmlns:a16="http://schemas.microsoft.com/office/drawing/2014/main" id="{9689A99B-5A71-49C6-84E9-86DB171AD62C}"/>
                    </a:ext>
                  </a:extLst>
                </p:cNvPr>
                <p:cNvCxnSpPr>
                  <a:stCxn id="409" idx="1"/>
                  <a:endCxn id="409" idx="3"/>
                </p:cNvCxnSpPr>
                <p:nvPr/>
              </p:nvCxnSpPr>
              <p:spPr>
                <a:xfrm>
                  <a:off x="1466055" y="2290825"/>
                  <a:ext cx="0" cy="8219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7" name="Straight Connector 406">
                  <a:extLst>
                    <a:ext uri="{FF2B5EF4-FFF2-40B4-BE49-F238E27FC236}">
                      <a16:creationId xmlns:a16="http://schemas.microsoft.com/office/drawing/2014/main" id="{03CB58FB-4A4F-4EFF-9C7E-C3CAB6AA4F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680241" y="2498948"/>
                  <a:ext cx="0" cy="8219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91" name="Group 390">
                <a:extLst>
                  <a:ext uri="{FF2B5EF4-FFF2-40B4-BE49-F238E27FC236}">
                    <a16:creationId xmlns:a16="http://schemas.microsoft.com/office/drawing/2014/main" id="{5291E347-DBF9-49F9-9228-CE5DC045E19B}"/>
                  </a:ext>
                </a:extLst>
              </p:cNvPr>
              <p:cNvGrpSpPr/>
              <p:nvPr/>
            </p:nvGrpSpPr>
            <p:grpSpPr>
              <a:xfrm>
                <a:off x="957605" y="2084005"/>
                <a:ext cx="174247" cy="165734"/>
                <a:chOff x="1200047" y="2998405"/>
                <a:chExt cx="521296" cy="512748"/>
              </a:xfrm>
            </p:grpSpPr>
            <p:grpSp>
              <p:nvGrpSpPr>
                <p:cNvPr id="400" name="Group 399">
                  <a:extLst>
                    <a:ext uri="{FF2B5EF4-FFF2-40B4-BE49-F238E27FC236}">
                      <a16:creationId xmlns:a16="http://schemas.microsoft.com/office/drawing/2014/main" id="{FEF4DF82-5B65-48F4-BE5D-5906B7F3F623}"/>
                    </a:ext>
                  </a:extLst>
                </p:cNvPr>
                <p:cNvGrpSpPr/>
                <p:nvPr/>
              </p:nvGrpSpPr>
              <p:grpSpPr>
                <a:xfrm>
                  <a:off x="1200050" y="2998405"/>
                  <a:ext cx="521293" cy="512748"/>
                  <a:chOff x="3515961" y="3443740"/>
                  <a:chExt cx="521293" cy="512748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402" name="Rectangle 401">
                    <a:extLst>
                      <a:ext uri="{FF2B5EF4-FFF2-40B4-BE49-F238E27FC236}">
                        <a16:creationId xmlns:a16="http://schemas.microsoft.com/office/drawing/2014/main" id="{E0852D14-C72C-4F7C-922E-C82C66CAE3CC}"/>
                      </a:ext>
                    </a:extLst>
                  </p:cNvPr>
                  <p:cNvSpPr/>
                  <p:nvPr/>
                </p:nvSpPr>
                <p:spPr>
                  <a:xfrm>
                    <a:off x="3515961" y="3443740"/>
                    <a:ext cx="521293" cy="512748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</a:schemeClr>
                  </a:solidFill>
                  <a:ln w="6350">
                    <a:solidFill>
                      <a:schemeClr val="bg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03" name="Rectangle 402">
                    <a:extLst>
                      <a:ext uri="{FF2B5EF4-FFF2-40B4-BE49-F238E27FC236}">
                        <a16:creationId xmlns:a16="http://schemas.microsoft.com/office/drawing/2014/main" id="{AC5B88A3-E725-4EB6-A800-A9B2465E038E}"/>
                      </a:ext>
                    </a:extLst>
                  </p:cNvPr>
                  <p:cNvSpPr/>
                  <p:nvPr/>
                </p:nvSpPr>
                <p:spPr>
                  <a:xfrm>
                    <a:off x="3515961" y="3559108"/>
                    <a:ext cx="82199" cy="282011"/>
                  </a:xfrm>
                  <a:prstGeom prst="rect">
                    <a:avLst/>
                  </a:prstGeom>
                  <a:solidFill>
                    <a:srgbClr val="F81818"/>
                  </a:solidFill>
                  <a:ln w="6350">
                    <a:solidFill>
                      <a:srgbClr val="9D050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404" name="Rectangle 403">
                    <a:extLst>
                      <a:ext uri="{FF2B5EF4-FFF2-40B4-BE49-F238E27FC236}">
                        <a16:creationId xmlns:a16="http://schemas.microsoft.com/office/drawing/2014/main" id="{8DC4EB40-7DBE-4070-B092-16CD76AA2F2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735507" y="3343834"/>
                    <a:ext cx="82199" cy="282011"/>
                  </a:xfrm>
                  <a:prstGeom prst="rect">
                    <a:avLst/>
                  </a:prstGeom>
                  <a:solidFill>
                    <a:srgbClr val="015AAB"/>
                  </a:solidFill>
                  <a:ln w="6350">
                    <a:solidFill>
                      <a:srgbClr val="01377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cxnSp>
              <p:nvCxnSpPr>
                <p:cNvPr id="401" name="Straight Connector 400">
                  <a:extLst>
                    <a:ext uri="{FF2B5EF4-FFF2-40B4-BE49-F238E27FC236}">
                      <a16:creationId xmlns:a16="http://schemas.microsoft.com/office/drawing/2014/main" id="{E6C93539-E95A-4E16-BEA0-BC1D245AF2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241147" y="3206974"/>
                  <a:ext cx="0" cy="8219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6B8EA086-EE96-4456-9527-42913EA9669A}"/>
                  </a:ext>
                </a:extLst>
              </p:cNvPr>
              <p:cNvGrpSpPr/>
              <p:nvPr/>
            </p:nvGrpSpPr>
            <p:grpSpPr>
              <a:xfrm>
                <a:off x="1602087" y="2197680"/>
                <a:ext cx="174247" cy="166449"/>
                <a:chOff x="1200046" y="3705985"/>
                <a:chExt cx="521295" cy="514960"/>
              </a:xfrm>
            </p:grpSpPr>
            <p:grpSp>
              <p:nvGrpSpPr>
                <p:cNvPr id="393" name="Group 392">
                  <a:extLst>
                    <a:ext uri="{FF2B5EF4-FFF2-40B4-BE49-F238E27FC236}">
                      <a16:creationId xmlns:a16="http://schemas.microsoft.com/office/drawing/2014/main" id="{619E3A07-E5A9-4F44-A0CF-D04B007ACD5E}"/>
                    </a:ext>
                  </a:extLst>
                </p:cNvPr>
                <p:cNvGrpSpPr/>
                <p:nvPr/>
              </p:nvGrpSpPr>
              <p:grpSpPr>
                <a:xfrm>
                  <a:off x="1200048" y="3705985"/>
                  <a:ext cx="521293" cy="514960"/>
                  <a:chOff x="3519304" y="3703188"/>
                  <a:chExt cx="521293" cy="514960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396" name="Rectangle 395">
                    <a:extLst>
                      <a:ext uri="{FF2B5EF4-FFF2-40B4-BE49-F238E27FC236}">
                        <a16:creationId xmlns:a16="http://schemas.microsoft.com/office/drawing/2014/main" id="{9D1DBDC8-E212-466A-A0F5-4B51CFF12A7B}"/>
                      </a:ext>
                    </a:extLst>
                  </p:cNvPr>
                  <p:cNvSpPr/>
                  <p:nvPr/>
                </p:nvSpPr>
                <p:spPr>
                  <a:xfrm>
                    <a:off x="3519304" y="3705400"/>
                    <a:ext cx="521293" cy="512748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</a:schemeClr>
                  </a:solidFill>
                  <a:ln w="6350">
                    <a:solidFill>
                      <a:schemeClr val="bg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97" name="Rectangle 396">
                    <a:extLst>
                      <a:ext uri="{FF2B5EF4-FFF2-40B4-BE49-F238E27FC236}">
                        <a16:creationId xmlns:a16="http://schemas.microsoft.com/office/drawing/2014/main" id="{61EDE100-D0B6-4139-84CC-014E08DD830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734549" y="3603282"/>
                    <a:ext cx="82199" cy="282011"/>
                  </a:xfrm>
                  <a:prstGeom prst="rect">
                    <a:avLst/>
                  </a:prstGeom>
                  <a:solidFill>
                    <a:srgbClr val="015AAB"/>
                  </a:solidFill>
                  <a:ln w="6350">
                    <a:solidFill>
                      <a:srgbClr val="01377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98" name="Rectangle 397">
                    <a:extLst>
                      <a:ext uri="{FF2B5EF4-FFF2-40B4-BE49-F238E27FC236}">
                        <a16:creationId xmlns:a16="http://schemas.microsoft.com/office/drawing/2014/main" id="{A2E35C71-E200-4ADB-A92F-1A1A5A8DD4E9}"/>
                      </a:ext>
                    </a:extLst>
                  </p:cNvPr>
                  <p:cNvSpPr/>
                  <p:nvPr/>
                </p:nvSpPr>
                <p:spPr>
                  <a:xfrm>
                    <a:off x="3519304" y="3820768"/>
                    <a:ext cx="82199" cy="282011"/>
                  </a:xfrm>
                  <a:prstGeom prst="rect">
                    <a:avLst/>
                  </a:prstGeom>
                  <a:solidFill>
                    <a:srgbClr val="FC711C"/>
                  </a:solidFill>
                  <a:ln w="63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99" name="Rectangle 398">
                    <a:extLst>
                      <a:ext uri="{FF2B5EF4-FFF2-40B4-BE49-F238E27FC236}">
                        <a16:creationId xmlns:a16="http://schemas.microsoft.com/office/drawing/2014/main" id="{0E578BD7-E99E-4A45-829C-437AFBC06B91}"/>
                      </a:ext>
                    </a:extLst>
                  </p:cNvPr>
                  <p:cNvSpPr/>
                  <p:nvPr/>
                </p:nvSpPr>
                <p:spPr>
                  <a:xfrm>
                    <a:off x="3958398" y="3820768"/>
                    <a:ext cx="82199" cy="282011"/>
                  </a:xfrm>
                  <a:prstGeom prst="rect">
                    <a:avLst/>
                  </a:prstGeom>
                  <a:solidFill>
                    <a:srgbClr val="F81818"/>
                  </a:solidFill>
                  <a:ln w="6350">
                    <a:solidFill>
                      <a:srgbClr val="9D050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cxnSp>
              <p:nvCxnSpPr>
                <p:cNvPr id="394" name="Straight Connector 393">
                  <a:extLst>
                    <a:ext uri="{FF2B5EF4-FFF2-40B4-BE49-F238E27FC236}">
                      <a16:creationId xmlns:a16="http://schemas.microsoft.com/office/drawing/2014/main" id="{F80D3C74-1AB7-4C33-8EA2-C5C25A5AB0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680240" y="3921349"/>
                  <a:ext cx="0" cy="8219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Straight Connector 394">
                  <a:extLst>
                    <a:ext uri="{FF2B5EF4-FFF2-40B4-BE49-F238E27FC236}">
                      <a16:creationId xmlns:a16="http://schemas.microsoft.com/office/drawing/2014/main" id="{A97BCB48-6BAC-43C5-8C4C-6274CF11A3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241146" y="3924572"/>
                  <a:ext cx="0" cy="8219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86" name="Oval 385">
              <a:extLst>
                <a:ext uri="{FF2B5EF4-FFF2-40B4-BE49-F238E27FC236}">
                  <a16:creationId xmlns:a16="http://schemas.microsoft.com/office/drawing/2014/main" id="{B776AD40-BE35-4D8D-BA9D-D36BE233DFFB}"/>
                </a:ext>
              </a:extLst>
            </p:cNvPr>
            <p:cNvSpPr/>
            <p:nvPr/>
          </p:nvSpPr>
          <p:spPr>
            <a:xfrm>
              <a:off x="352028" y="2040522"/>
              <a:ext cx="1538514" cy="13716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8" name="Rectangle 427">
            <a:extLst>
              <a:ext uri="{FF2B5EF4-FFF2-40B4-BE49-F238E27FC236}">
                <a16:creationId xmlns:a16="http://schemas.microsoft.com/office/drawing/2014/main" id="{4FED2144-15A6-4888-86C3-FE5162424FC0}"/>
              </a:ext>
            </a:extLst>
          </p:cNvPr>
          <p:cNvSpPr/>
          <p:nvPr/>
        </p:nvSpPr>
        <p:spPr>
          <a:xfrm>
            <a:off x="10565524" y="4170245"/>
            <a:ext cx="182967" cy="180386"/>
          </a:xfrm>
          <a:prstGeom prst="rect">
            <a:avLst/>
          </a:prstGeom>
          <a:solidFill>
            <a:srgbClr val="E01ED7"/>
          </a:solidFill>
          <a:ln w="6350"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8F1C5335-51B6-4D35-B4DB-B8702097B187}"/>
              </a:ext>
            </a:extLst>
          </p:cNvPr>
          <p:cNvSpPr/>
          <p:nvPr/>
        </p:nvSpPr>
        <p:spPr>
          <a:xfrm>
            <a:off x="10794299" y="4389057"/>
            <a:ext cx="182967" cy="180386"/>
          </a:xfrm>
          <a:prstGeom prst="rect">
            <a:avLst/>
          </a:prstGeom>
          <a:solidFill>
            <a:srgbClr val="E01ED7"/>
          </a:solidFill>
          <a:ln w="6350"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EDCE0241-84E5-4017-BC7E-D1643E80D845}"/>
              </a:ext>
            </a:extLst>
          </p:cNvPr>
          <p:cNvSpPr/>
          <p:nvPr/>
        </p:nvSpPr>
        <p:spPr>
          <a:xfrm>
            <a:off x="10504340" y="4494502"/>
            <a:ext cx="182967" cy="180386"/>
          </a:xfrm>
          <a:prstGeom prst="rect">
            <a:avLst/>
          </a:prstGeom>
          <a:solidFill>
            <a:srgbClr val="E01ED7"/>
          </a:solidFill>
          <a:ln w="6350">
            <a:solidFill>
              <a:schemeClr val="bg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75F8D7-97B1-42AF-8071-A4529AA9A9CC}"/>
              </a:ext>
            </a:extLst>
          </p:cNvPr>
          <p:cNvSpPr txBox="1"/>
          <p:nvPr/>
        </p:nvSpPr>
        <p:spPr>
          <a:xfrm>
            <a:off x="9680066" y="3927392"/>
            <a:ext cx="5757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+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9964AA7-FC89-48B6-A769-EE478A58F08F}"/>
              </a:ext>
            </a:extLst>
          </p:cNvPr>
          <p:cNvGrpSpPr/>
          <p:nvPr/>
        </p:nvGrpSpPr>
        <p:grpSpPr>
          <a:xfrm>
            <a:off x="9319141" y="5160454"/>
            <a:ext cx="1382344" cy="1240875"/>
            <a:chOff x="9319141" y="5160454"/>
            <a:chExt cx="1382344" cy="1240875"/>
          </a:xfrm>
        </p:grpSpPr>
        <p:sp>
          <p:nvSpPr>
            <p:cNvPr id="557" name="Rectangle 556">
              <a:extLst>
                <a:ext uri="{FF2B5EF4-FFF2-40B4-BE49-F238E27FC236}">
                  <a16:creationId xmlns:a16="http://schemas.microsoft.com/office/drawing/2014/main" id="{3165FB5A-8E52-40C2-B9CA-F0E285DC71A9}"/>
                </a:ext>
              </a:extLst>
            </p:cNvPr>
            <p:cNvSpPr/>
            <p:nvPr/>
          </p:nvSpPr>
          <p:spPr>
            <a:xfrm>
              <a:off x="10314296" y="5563186"/>
              <a:ext cx="156559" cy="149938"/>
            </a:xfrm>
            <a:prstGeom prst="rect">
              <a:avLst/>
            </a:prstGeom>
            <a:solidFill>
              <a:schemeClr val="tx1">
                <a:lumMod val="50000"/>
              </a:schemeClr>
            </a:solidFill>
            <a:ln w="6350">
              <a:solidFill>
                <a:schemeClr val="bg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8" name="Rectangle 557">
              <a:extLst>
                <a:ext uri="{FF2B5EF4-FFF2-40B4-BE49-F238E27FC236}">
                  <a16:creationId xmlns:a16="http://schemas.microsoft.com/office/drawing/2014/main" id="{7916922E-4F1F-406C-A0EE-957C4021C7FC}"/>
                </a:ext>
              </a:extLst>
            </p:cNvPr>
            <p:cNvSpPr/>
            <p:nvPr/>
          </p:nvSpPr>
          <p:spPr>
            <a:xfrm rot="5400000">
              <a:off x="10380557" y="5532856"/>
              <a:ext cx="24037" cy="84696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137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9" name="Rectangle 558">
              <a:extLst>
                <a:ext uri="{FF2B5EF4-FFF2-40B4-BE49-F238E27FC236}">
                  <a16:creationId xmlns:a16="http://schemas.microsoft.com/office/drawing/2014/main" id="{3ABCFEE8-6B23-4E42-97EB-EBCF722496D5}"/>
                </a:ext>
              </a:extLst>
            </p:cNvPr>
            <p:cNvSpPr/>
            <p:nvPr/>
          </p:nvSpPr>
          <p:spPr>
            <a:xfrm rot="5400000">
              <a:off x="10380557" y="5658758"/>
              <a:ext cx="24037" cy="84696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rgbClr val="0137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0" name="Rectangle 559">
              <a:extLst>
                <a:ext uri="{FF2B5EF4-FFF2-40B4-BE49-F238E27FC236}">
                  <a16:creationId xmlns:a16="http://schemas.microsoft.com/office/drawing/2014/main" id="{5FB94E28-2ED3-4E74-A666-043495B7AA7E}"/>
                </a:ext>
              </a:extLst>
            </p:cNvPr>
            <p:cNvSpPr/>
            <p:nvPr/>
          </p:nvSpPr>
          <p:spPr>
            <a:xfrm>
              <a:off x="10314296" y="5597569"/>
              <a:ext cx="24687" cy="82466"/>
            </a:xfrm>
            <a:prstGeom prst="rect">
              <a:avLst/>
            </a:prstGeom>
            <a:solidFill>
              <a:srgbClr val="9148C8"/>
            </a:solidFill>
            <a:ln w="63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1" name="Rectangle 560">
              <a:extLst>
                <a:ext uri="{FF2B5EF4-FFF2-40B4-BE49-F238E27FC236}">
                  <a16:creationId xmlns:a16="http://schemas.microsoft.com/office/drawing/2014/main" id="{37A2C4FB-BFA5-4DF6-A14C-A3288AF5A391}"/>
                </a:ext>
              </a:extLst>
            </p:cNvPr>
            <p:cNvSpPr/>
            <p:nvPr/>
          </p:nvSpPr>
          <p:spPr>
            <a:xfrm>
              <a:off x="10446168" y="5597569"/>
              <a:ext cx="24687" cy="82466"/>
            </a:xfrm>
            <a:prstGeom prst="rect">
              <a:avLst/>
            </a:prstGeom>
            <a:solidFill>
              <a:srgbClr val="9148C8"/>
            </a:solidFill>
            <a:ln w="635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grpSp>
          <p:nvGrpSpPr>
            <p:cNvPr id="539" name="Group 538">
              <a:extLst>
                <a:ext uri="{FF2B5EF4-FFF2-40B4-BE49-F238E27FC236}">
                  <a16:creationId xmlns:a16="http://schemas.microsoft.com/office/drawing/2014/main" id="{1B20DDFD-99D7-43E6-A055-AAF74EB22A78}"/>
                </a:ext>
              </a:extLst>
            </p:cNvPr>
            <p:cNvGrpSpPr/>
            <p:nvPr/>
          </p:nvGrpSpPr>
          <p:grpSpPr>
            <a:xfrm>
              <a:off x="9467521" y="5490307"/>
              <a:ext cx="156559" cy="149938"/>
              <a:chOff x="3737574" y="3110669"/>
              <a:chExt cx="521293" cy="51274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42" name="Rectangle 541">
                <a:extLst>
                  <a:ext uri="{FF2B5EF4-FFF2-40B4-BE49-F238E27FC236}">
                    <a16:creationId xmlns:a16="http://schemas.microsoft.com/office/drawing/2014/main" id="{DEBCC524-D180-4C6A-BA16-86D16DCD1C4F}"/>
                  </a:ext>
                </a:extLst>
              </p:cNvPr>
              <p:cNvSpPr/>
              <p:nvPr/>
            </p:nvSpPr>
            <p:spPr>
              <a:xfrm>
                <a:off x="3737574" y="3110669"/>
                <a:ext cx="521293" cy="512748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43" name="Rectangle 542">
                <a:extLst>
                  <a:ext uri="{FF2B5EF4-FFF2-40B4-BE49-F238E27FC236}">
                    <a16:creationId xmlns:a16="http://schemas.microsoft.com/office/drawing/2014/main" id="{25A1F1E0-C5BA-438F-BE11-E19FA31313F9}"/>
                  </a:ext>
                </a:extLst>
              </p:cNvPr>
              <p:cNvSpPr/>
              <p:nvPr/>
            </p:nvSpPr>
            <p:spPr>
              <a:xfrm rot="5400000">
                <a:off x="3957120" y="3010763"/>
                <a:ext cx="82199" cy="282011"/>
              </a:xfrm>
              <a:prstGeom prst="rect">
                <a:avLst/>
              </a:prstGeom>
              <a:solidFill>
                <a:schemeClr val="accent4"/>
              </a:solidFill>
              <a:ln w="635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44" name="Rectangle 543">
                <a:extLst>
                  <a:ext uri="{FF2B5EF4-FFF2-40B4-BE49-F238E27FC236}">
                    <a16:creationId xmlns:a16="http://schemas.microsoft.com/office/drawing/2014/main" id="{2635F2F4-C2F7-4BD7-9AF0-EFA500222C1E}"/>
                  </a:ext>
                </a:extLst>
              </p:cNvPr>
              <p:cNvSpPr/>
              <p:nvPr/>
            </p:nvSpPr>
            <p:spPr>
              <a:xfrm>
                <a:off x="4171308" y="3226037"/>
                <a:ext cx="82199" cy="282011"/>
              </a:xfrm>
              <a:prstGeom prst="rect">
                <a:avLst/>
              </a:prstGeom>
              <a:solidFill>
                <a:srgbClr val="FC711C"/>
              </a:solidFill>
              <a:ln w="635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540" name="Straight Connector 539">
              <a:extLst>
                <a:ext uri="{FF2B5EF4-FFF2-40B4-BE49-F238E27FC236}">
                  <a16:creationId xmlns:a16="http://schemas.microsoft.com/office/drawing/2014/main" id="{AFCADDED-C6C4-4854-90B2-EBCD7EE7EEF8}"/>
                </a:ext>
              </a:extLst>
            </p:cNvPr>
            <p:cNvCxnSpPr>
              <a:stCxn id="543" idx="1"/>
              <a:endCxn id="543" idx="3"/>
            </p:cNvCxnSpPr>
            <p:nvPr/>
          </p:nvCxnSpPr>
          <p:spPr>
            <a:xfrm>
              <a:off x="9545800" y="5490307"/>
              <a:ext cx="0" cy="2403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541" name="Straight Connector 540">
              <a:extLst>
                <a:ext uri="{FF2B5EF4-FFF2-40B4-BE49-F238E27FC236}">
                  <a16:creationId xmlns:a16="http://schemas.microsoft.com/office/drawing/2014/main" id="{8ECED897-70CC-407A-BAB8-784CDDFCE22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610126" y="5550841"/>
              <a:ext cx="0" cy="246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534" name="Group 533">
              <a:extLst>
                <a:ext uri="{FF2B5EF4-FFF2-40B4-BE49-F238E27FC236}">
                  <a16:creationId xmlns:a16="http://schemas.microsoft.com/office/drawing/2014/main" id="{22073F11-00D3-4FFC-94FF-DC4D3802B38F}"/>
                </a:ext>
              </a:extLst>
            </p:cNvPr>
            <p:cNvGrpSpPr/>
            <p:nvPr/>
          </p:nvGrpSpPr>
          <p:grpSpPr>
            <a:xfrm>
              <a:off x="9591018" y="5912147"/>
              <a:ext cx="156559" cy="149938"/>
              <a:chOff x="3515961" y="3443740"/>
              <a:chExt cx="521293" cy="512748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536" name="Rectangle 535">
                <a:extLst>
                  <a:ext uri="{FF2B5EF4-FFF2-40B4-BE49-F238E27FC236}">
                    <a16:creationId xmlns:a16="http://schemas.microsoft.com/office/drawing/2014/main" id="{BAC85355-2080-439F-A13D-8D6218370DB1}"/>
                  </a:ext>
                </a:extLst>
              </p:cNvPr>
              <p:cNvSpPr/>
              <p:nvPr/>
            </p:nvSpPr>
            <p:spPr>
              <a:xfrm>
                <a:off x="3515961" y="3443740"/>
                <a:ext cx="521293" cy="512748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37" name="Rectangle 536">
                <a:extLst>
                  <a:ext uri="{FF2B5EF4-FFF2-40B4-BE49-F238E27FC236}">
                    <a16:creationId xmlns:a16="http://schemas.microsoft.com/office/drawing/2014/main" id="{A83A2D4A-D0A2-48A7-8F69-D3CA52419830}"/>
                  </a:ext>
                </a:extLst>
              </p:cNvPr>
              <p:cNvSpPr/>
              <p:nvPr/>
            </p:nvSpPr>
            <p:spPr>
              <a:xfrm>
                <a:off x="3515961" y="3559108"/>
                <a:ext cx="82199" cy="282011"/>
              </a:xfrm>
              <a:prstGeom prst="rect">
                <a:avLst/>
              </a:prstGeom>
              <a:solidFill>
                <a:srgbClr val="F81818"/>
              </a:solidFill>
              <a:ln w="6350">
                <a:solidFill>
                  <a:srgbClr val="9D050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538" name="Rectangle 537">
                <a:extLst>
                  <a:ext uri="{FF2B5EF4-FFF2-40B4-BE49-F238E27FC236}">
                    <a16:creationId xmlns:a16="http://schemas.microsoft.com/office/drawing/2014/main" id="{FEA14F83-ACEC-42B8-9C01-BE889B42E3B7}"/>
                  </a:ext>
                </a:extLst>
              </p:cNvPr>
              <p:cNvSpPr/>
              <p:nvPr/>
            </p:nvSpPr>
            <p:spPr>
              <a:xfrm rot="5400000">
                <a:off x="3735507" y="3343834"/>
                <a:ext cx="82199" cy="282011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137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535" name="Straight Connector 534">
              <a:extLst>
                <a:ext uri="{FF2B5EF4-FFF2-40B4-BE49-F238E27FC236}">
                  <a16:creationId xmlns:a16="http://schemas.microsoft.com/office/drawing/2014/main" id="{F579A19D-37E5-4CD9-BF91-C2FFD8B7C43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603360" y="5972812"/>
              <a:ext cx="0" cy="2468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520" name="Oval 519">
              <a:extLst>
                <a:ext uri="{FF2B5EF4-FFF2-40B4-BE49-F238E27FC236}">
                  <a16:creationId xmlns:a16="http://schemas.microsoft.com/office/drawing/2014/main" id="{1591EEB9-F047-41F2-AA41-16B1BC241600}"/>
                </a:ext>
              </a:extLst>
            </p:cNvPr>
            <p:cNvSpPr/>
            <p:nvPr/>
          </p:nvSpPr>
          <p:spPr>
            <a:xfrm>
              <a:off x="9319141" y="5160454"/>
              <a:ext cx="1382344" cy="1240875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4016319-AC58-4858-9937-289FDB2CED49}"/>
              </a:ext>
            </a:extLst>
          </p:cNvPr>
          <p:cNvCxnSpPr/>
          <p:nvPr/>
        </p:nvCxnSpPr>
        <p:spPr>
          <a:xfrm>
            <a:off x="9205415" y="4885635"/>
            <a:ext cx="1680367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2" name="Multiplication Sign 561">
            <a:extLst>
              <a:ext uri="{FF2B5EF4-FFF2-40B4-BE49-F238E27FC236}">
                <a16:creationId xmlns:a16="http://schemas.microsoft.com/office/drawing/2014/main" id="{62051328-4BA5-4594-87C1-C191049102A1}"/>
              </a:ext>
            </a:extLst>
          </p:cNvPr>
          <p:cNvSpPr/>
          <p:nvPr/>
        </p:nvSpPr>
        <p:spPr>
          <a:xfrm>
            <a:off x="8742701" y="2989951"/>
            <a:ext cx="2378668" cy="2327367"/>
          </a:xfrm>
          <a:prstGeom prst="mathMultiply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2346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9484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if you wanted to assemble an arbitrary shape (S)?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84118" y="373996"/>
            <a:ext cx="4852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 of Shapes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54D951-7855-4DED-9A7D-64CF2D13C62F}"/>
              </a:ext>
            </a:extLst>
          </p:cNvPr>
          <p:cNvGrpSpPr/>
          <p:nvPr/>
        </p:nvGrpSpPr>
        <p:grpSpPr>
          <a:xfrm>
            <a:off x="1807919" y="3461555"/>
            <a:ext cx="3119060" cy="2316480"/>
            <a:chOff x="4250868" y="3495675"/>
            <a:chExt cx="3119060" cy="231648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3448" y="3495675"/>
              <a:ext cx="2316480" cy="231648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4250868" y="4469249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S  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95651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84118" y="373996"/>
            <a:ext cx="4852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 of Shapes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54D951-7855-4DED-9A7D-64CF2D13C62F}"/>
              </a:ext>
            </a:extLst>
          </p:cNvPr>
          <p:cNvGrpSpPr/>
          <p:nvPr/>
        </p:nvGrpSpPr>
        <p:grpSpPr>
          <a:xfrm>
            <a:off x="1807919" y="3461555"/>
            <a:ext cx="3119060" cy="2316480"/>
            <a:chOff x="4250868" y="3495675"/>
            <a:chExt cx="3119060" cy="231648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3448" y="3495675"/>
              <a:ext cx="2316480" cy="231648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4250868" y="4469249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S  =</a:t>
              </a: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1F0ED2-75B4-4213-98A3-9D68895887A7}"/>
              </a:ext>
            </a:extLst>
          </p:cNvPr>
          <p:cNvSpPr/>
          <p:nvPr/>
        </p:nvSpPr>
        <p:spPr>
          <a:xfrm>
            <a:off x="6584175" y="3883939"/>
            <a:ext cx="4591451" cy="1267698"/>
          </a:xfrm>
          <a:prstGeom prst="round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400" u="sng" dirty="0">
                <a:solidFill>
                  <a:srgbClr val="FF0000"/>
                </a:solidFill>
              </a:rPr>
              <a:t>Goal</a:t>
            </a:r>
            <a:r>
              <a:rPr lang="en-US" sz="2400" dirty="0">
                <a:solidFill>
                  <a:srgbClr val="FF0000"/>
                </a:solidFill>
              </a:rPr>
              <a:t>: What is the minimum tile complexity for assembling arbitrary shapes?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69399A-57B8-438B-95D0-136B1F3DE7CE}"/>
              </a:ext>
            </a:extLst>
          </p:cNvPr>
          <p:cNvSpPr txBox="1"/>
          <p:nvPr/>
        </p:nvSpPr>
        <p:spPr>
          <a:xfrm>
            <a:off x="0" y="229484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if you wanted to assemble an arbitrary shape (S)?</a:t>
            </a:r>
          </a:p>
        </p:txBody>
      </p:sp>
    </p:spTree>
    <p:extLst>
      <p:ext uri="{BB962C8B-B14F-4D97-AF65-F5344CB8AC3E}">
        <p14:creationId xmlns:p14="http://schemas.microsoft.com/office/powerpoint/2010/main" val="7653049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84118" y="373996"/>
            <a:ext cx="4852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 of Shapes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A54D951-7855-4DED-9A7D-64CF2D13C62F}"/>
              </a:ext>
            </a:extLst>
          </p:cNvPr>
          <p:cNvGrpSpPr/>
          <p:nvPr/>
        </p:nvGrpSpPr>
        <p:grpSpPr>
          <a:xfrm>
            <a:off x="1807919" y="3461555"/>
            <a:ext cx="3119060" cy="2316480"/>
            <a:chOff x="4250868" y="3495675"/>
            <a:chExt cx="3119060" cy="2316480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53448" y="3495675"/>
              <a:ext cx="2316480" cy="231648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4250868" y="4469249"/>
              <a:ext cx="5581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S  =</a:t>
              </a:r>
            </a:p>
          </p:txBody>
        </p:sp>
      </p:grp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91F0ED2-75B4-4213-98A3-9D68895887A7}"/>
              </a:ext>
            </a:extLst>
          </p:cNvPr>
          <p:cNvSpPr/>
          <p:nvPr/>
        </p:nvSpPr>
        <p:spPr>
          <a:xfrm>
            <a:off x="6584175" y="3883939"/>
            <a:ext cx="4591451" cy="1267698"/>
          </a:xfrm>
          <a:prstGeom prst="round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2400" dirty="0">
              <a:solidFill>
                <a:srgbClr val="FF0000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8BC0AA7-8F69-4C27-B625-6BC549336D42}"/>
              </a:ext>
            </a:extLst>
          </p:cNvPr>
          <p:cNvGrpSpPr/>
          <p:nvPr/>
        </p:nvGrpSpPr>
        <p:grpSpPr>
          <a:xfrm>
            <a:off x="7763933" y="4083903"/>
            <a:ext cx="2414811" cy="867770"/>
            <a:chOff x="4543200" y="4407239"/>
            <a:chExt cx="2414811" cy="86777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02E7D83-6BB0-47DE-BBE2-56D0ADD5820D}"/>
                </a:ext>
              </a:extLst>
            </p:cNvPr>
            <p:cNvGrpSpPr/>
            <p:nvPr/>
          </p:nvGrpSpPr>
          <p:grpSpPr>
            <a:xfrm>
              <a:off x="5321099" y="4474789"/>
              <a:ext cx="1636912" cy="800220"/>
              <a:chOff x="5678286" y="3403227"/>
              <a:chExt cx="1636912" cy="800220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44C2218-0439-4AE7-906A-7A35968E0713}"/>
                  </a:ext>
                </a:extLst>
              </p:cNvPr>
              <p:cNvSpPr txBox="1"/>
              <p:nvPr/>
            </p:nvSpPr>
            <p:spPr>
              <a:xfrm>
                <a:off x="5678286" y="3803337"/>
                <a:ext cx="1636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FF0000"/>
                    </a:solidFill>
                  </a:rPr>
                  <a:t>log(K(S))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D35E506-85C6-4D70-8D51-5AF09A556C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9158" y="3817867"/>
                <a:ext cx="96180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8109141-BCFB-4E3B-9335-C413D8F2EE01}"/>
                  </a:ext>
                </a:extLst>
              </p:cNvPr>
              <p:cNvSpPr txBox="1"/>
              <p:nvPr/>
            </p:nvSpPr>
            <p:spPr>
              <a:xfrm>
                <a:off x="5878726" y="3403227"/>
                <a:ext cx="11174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rgbClr val="FF0000"/>
                    </a:solidFill>
                  </a:rPr>
                  <a:t>K(S)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2BF45E-8909-48DA-9B33-F5CF76508F3B}"/>
                </a:ext>
              </a:extLst>
            </p:cNvPr>
            <p:cNvSpPr txBox="1"/>
            <p:nvPr/>
          </p:nvSpPr>
          <p:spPr>
            <a:xfrm>
              <a:off x="4543200" y="4407239"/>
              <a:ext cx="227017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l-GR" sz="4800" dirty="0">
                  <a:solidFill>
                    <a:srgbClr val="FF0000"/>
                  </a:solidFill>
                </a:rPr>
                <a:t>Ω</a:t>
              </a:r>
              <a:r>
                <a:rPr lang="en-US" sz="4800" dirty="0">
                  <a:solidFill>
                    <a:srgbClr val="FF0000"/>
                  </a:solidFill>
                </a:rPr>
                <a:t>(        )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33E9CD2-37C9-4C7A-AD1C-6204A0EF9503}"/>
              </a:ext>
            </a:extLst>
          </p:cNvPr>
          <p:cNvSpPr txBox="1"/>
          <p:nvPr/>
        </p:nvSpPr>
        <p:spPr>
          <a:xfrm>
            <a:off x="0" y="2294840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What if you wanted to assemble an arbitrary shape (S)?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4F8A66-A30A-4FAA-9C06-93303216379A}"/>
              </a:ext>
            </a:extLst>
          </p:cNvPr>
          <p:cNvSpPr txBox="1"/>
          <p:nvPr/>
        </p:nvSpPr>
        <p:spPr>
          <a:xfrm>
            <a:off x="6536690" y="5166935"/>
            <a:ext cx="2877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Soloveichik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Winfree</a:t>
            </a:r>
            <a:r>
              <a:rPr lang="en-US" dirty="0">
                <a:solidFill>
                  <a:srgbClr val="FF0000"/>
                </a:solidFill>
              </a:rPr>
              <a:t>, 2007)</a:t>
            </a:r>
            <a:endParaRPr 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90179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84118" y="373996"/>
            <a:ext cx="4852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 of Shapes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C74E98-9962-45C7-BEF8-A8FB4A02E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786016"/>
              </p:ext>
            </p:extLst>
          </p:nvPr>
        </p:nvGraphicFramePr>
        <p:xfrm>
          <a:off x="1874102" y="1801949"/>
          <a:ext cx="8127999" cy="311404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5925769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226849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33655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Tile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Scale Factor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199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</a:rPr>
                        <a:t>aTAM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Soloveichik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Winfree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2007</a:t>
                      </a:r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126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Staged </a:t>
                      </a:r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</a:rPr>
                        <a:t>RNAse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Demaine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Patitz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Schweller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and Summers, 2010</a:t>
                      </a:r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9431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Negative Glue 2HAM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905310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4C0E9DED-153D-4879-B969-154B54345376}"/>
              </a:ext>
            </a:extLst>
          </p:cNvPr>
          <p:cNvGrpSpPr/>
          <p:nvPr/>
        </p:nvGrpSpPr>
        <p:grpSpPr>
          <a:xfrm>
            <a:off x="4803017" y="2154294"/>
            <a:ext cx="2414811" cy="867770"/>
            <a:chOff x="4543200" y="4407239"/>
            <a:chExt cx="2414811" cy="86777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6B5E656-DF8B-4DD7-A1AE-6003B723F67B}"/>
                </a:ext>
              </a:extLst>
            </p:cNvPr>
            <p:cNvGrpSpPr/>
            <p:nvPr/>
          </p:nvGrpSpPr>
          <p:grpSpPr>
            <a:xfrm>
              <a:off x="5321099" y="4474789"/>
              <a:ext cx="1636912" cy="800220"/>
              <a:chOff x="5678286" y="3403227"/>
              <a:chExt cx="1636912" cy="800220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3CC1786-500B-4C8B-9FE7-55E17918C04D}"/>
                  </a:ext>
                </a:extLst>
              </p:cNvPr>
              <p:cNvSpPr txBox="1"/>
              <p:nvPr/>
            </p:nvSpPr>
            <p:spPr>
              <a:xfrm>
                <a:off x="5678286" y="3803337"/>
                <a:ext cx="1636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log(K(S))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98B2380-1241-4E53-812F-D66E9B58E1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9158" y="3817867"/>
                <a:ext cx="96180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D79B5C4-6FB9-422A-8C81-761D62F2641B}"/>
                  </a:ext>
                </a:extLst>
              </p:cNvPr>
              <p:cNvSpPr txBox="1"/>
              <p:nvPr/>
            </p:nvSpPr>
            <p:spPr>
              <a:xfrm>
                <a:off x="5878726" y="3403227"/>
                <a:ext cx="11174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K(S)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E95B950-4135-4BDF-979E-DDD874BCC880}"/>
                </a:ext>
              </a:extLst>
            </p:cNvPr>
            <p:cNvSpPr txBox="1"/>
            <p:nvPr/>
          </p:nvSpPr>
          <p:spPr>
            <a:xfrm>
              <a:off x="4543200" y="4407239"/>
              <a:ext cx="227017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</a:rPr>
                <a:t>O(        )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31E452F-C9CF-4A68-B842-A6C629F2A94F}"/>
              </a:ext>
            </a:extLst>
          </p:cNvPr>
          <p:cNvSpPr txBox="1"/>
          <p:nvPr/>
        </p:nvSpPr>
        <p:spPr>
          <a:xfrm>
            <a:off x="7899673" y="2328976"/>
            <a:ext cx="14205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arbitrary</a:t>
            </a:r>
          </a:p>
        </p:txBody>
      </p:sp>
    </p:spTree>
    <p:extLst>
      <p:ext uri="{BB962C8B-B14F-4D97-AF65-F5344CB8AC3E}">
        <p14:creationId xmlns:p14="http://schemas.microsoft.com/office/powerpoint/2010/main" val="35757768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84118" y="373996"/>
            <a:ext cx="4852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 of Shapes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C74E98-9962-45C7-BEF8-A8FB4A02E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82234"/>
              </p:ext>
            </p:extLst>
          </p:nvPr>
        </p:nvGraphicFramePr>
        <p:xfrm>
          <a:off x="1874102" y="1801949"/>
          <a:ext cx="8127999" cy="311404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5925769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226849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33655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Tile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Scale Factor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199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</a:rPr>
                        <a:t>aTAM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Soloveichik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Winfree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2007</a:t>
                      </a:r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126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Staged </a:t>
                      </a:r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</a:rPr>
                        <a:t>RNAse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Demaine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Patitz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Schweller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and Summers, 2010</a:t>
                      </a:r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9431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Negative Glue 2HAM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905310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4C0E9DED-153D-4879-B969-154B54345376}"/>
              </a:ext>
            </a:extLst>
          </p:cNvPr>
          <p:cNvGrpSpPr/>
          <p:nvPr/>
        </p:nvGrpSpPr>
        <p:grpSpPr>
          <a:xfrm>
            <a:off x="4803017" y="2154294"/>
            <a:ext cx="2414811" cy="867770"/>
            <a:chOff x="4543200" y="4407239"/>
            <a:chExt cx="2414811" cy="86777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6B5E656-DF8B-4DD7-A1AE-6003B723F67B}"/>
                </a:ext>
              </a:extLst>
            </p:cNvPr>
            <p:cNvGrpSpPr/>
            <p:nvPr/>
          </p:nvGrpSpPr>
          <p:grpSpPr>
            <a:xfrm>
              <a:off x="5321099" y="4474789"/>
              <a:ext cx="1636912" cy="800220"/>
              <a:chOff x="5678286" y="3403227"/>
              <a:chExt cx="1636912" cy="800220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3CC1786-500B-4C8B-9FE7-55E17918C04D}"/>
                  </a:ext>
                </a:extLst>
              </p:cNvPr>
              <p:cNvSpPr txBox="1"/>
              <p:nvPr/>
            </p:nvSpPr>
            <p:spPr>
              <a:xfrm>
                <a:off x="5678286" y="3803337"/>
                <a:ext cx="1636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log(K(S))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98B2380-1241-4E53-812F-D66E9B58E1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9158" y="3817867"/>
                <a:ext cx="96180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D79B5C4-6FB9-422A-8C81-761D62F2641B}"/>
                  </a:ext>
                </a:extLst>
              </p:cNvPr>
              <p:cNvSpPr txBox="1"/>
              <p:nvPr/>
            </p:nvSpPr>
            <p:spPr>
              <a:xfrm>
                <a:off x="5878726" y="3403227"/>
                <a:ext cx="11174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K(S)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E95B950-4135-4BDF-979E-DDD874BCC880}"/>
                </a:ext>
              </a:extLst>
            </p:cNvPr>
            <p:cNvSpPr txBox="1"/>
            <p:nvPr/>
          </p:nvSpPr>
          <p:spPr>
            <a:xfrm>
              <a:off x="4543200" y="4407239"/>
              <a:ext cx="227017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</a:rPr>
                <a:t>O(        )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31E452F-C9CF-4A68-B842-A6C629F2A94F}"/>
              </a:ext>
            </a:extLst>
          </p:cNvPr>
          <p:cNvSpPr txBox="1"/>
          <p:nvPr/>
        </p:nvSpPr>
        <p:spPr>
          <a:xfrm>
            <a:off x="7899673" y="2328976"/>
            <a:ext cx="14205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arbitrary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857829E-D525-4612-A017-A2257EB93784}"/>
              </a:ext>
            </a:extLst>
          </p:cNvPr>
          <p:cNvGrpSpPr/>
          <p:nvPr/>
        </p:nvGrpSpPr>
        <p:grpSpPr>
          <a:xfrm>
            <a:off x="4803017" y="3068017"/>
            <a:ext cx="2414811" cy="867770"/>
            <a:chOff x="4543200" y="4407239"/>
            <a:chExt cx="2414811" cy="86777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B99DB69-5460-4087-A30D-4498D6421853}"/>
                </a:ext>
              </a:extLst>
            </p:cNvPr>
            <p:cNvGrpSpPr/>
            <p:nvPr/>
          </p:nvGrpSpPr>
          <p:grpSpPr>
            <a:xfrm>
              <a:off x="5321099" y="4474789"/>
              <a:ext cx="1636912" cy="800220"/>
              <a:chOff x="5678286" y="3403227"/>
              <a:chExt cx="1636912" cy="800220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DFDC99F-270D-4F5E-9CC5-7ACEC5F305DA}"/>
                  </a:ext>
                </a:extLst>
              </p:cNvPr>
              <p:cNvSpPr txBox="1"/>
              <p:nvPr/>
            </p:nvSpPr>
            <p:spPr>
              <a:xfrm>
                <a:off x="5678286" y="3803337"/>
                <a:ext cx="1636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log(K(S))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B05D2E5-3A34-4CE0-817B-3763342BD4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9158" y="3817867"/>
                <a:ext cx="96180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296BD89-9DB0-4313-8055-556A6B35FE54}"/>
                  </a:ext>
                </a:extLst>
              </p:cNvPr>
              <p:cNvSpPr txBox="1"/>
              <p:nvPr/>
            </p:nvSpPr>
            <p:spPr>
              <a:xfrm>
                <a:off x="5878726" y="3403227"/>
                <a:ext cx="11174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K(S)</a:t>
                </a: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80FB7D5-77B6-45CC-B776-789AACB53962}"/>
                </a:ext>
              </a:extLst>
            </p:cNvPr>
            <p:cNvSpPr txBox="1"/>
            <p:nvPr/>
          </p:nvSpPr>
          <p:spPr>
            <a:xfrm>
              <a:off x="4543200" y="4407239"/>
              <a:ext cx="227017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</a:rPr>
                <a:t>O(        )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623C7C2-BEFC-4AFF-A15C-80580DB6DE40}"/>
              </a:ext>
            </a:extLst>
          </p:cNvPr>
          <p:cNvSpPr txBox="1"/>
          <p:nvPr/>
        </p:nvSpPr>
        <p:spPr>
          <a:xfrm>
            <a:off x="7691283" y="3221905"/>
            <a:ext cx="18373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logarithmic</a:t>
            </a:r>
          </a:p>
        </p:txBody>
      </p:sp>
    </p:spTree>
    <p:extLst>
      <p:ext uri="{BB962C8B-B14F-4D97-AF65-F5344CB8AC3E}">
        <p14:creationId xmlns:p14="http://schemas.microsoft.com/office/powerpoint/2010/main" val="7977770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84118" y="373996"/>
            <a:ext cx="4852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 of Shapes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9C74E98-9962-45C7-BEF8-A8FB4A02ED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377634"/>
              </p:ext>
            </p:extLst>
          </p:nvPr>
        </p:nvGraphicFramePr>
        <p:xfrm>
          <a:off x="1874102" y="1801949"/>
          <a:ext cx="8127999" cy="311404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5925769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226849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33655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Tile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Scale Factor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199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</a:rPr>
                        <a:t>aTAM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Soloveichik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Winfree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2007</a:t>
                      </a:r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126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Staged </a:t>
                      </a:r>
                      <a:r>
                        <a:rPr lang="en-US" sz="2000" dirty="0" err="1">
                          <a:solidFill>
                            <a:sysClr val="windowText" lastClr="000000"/>
                          </a:solidFill>
                        </a:rPr>
                        <a:t>RNAse</a:t>
                      </a:r>
                      <a:endParaRPr lang="en-US" sz="20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Demaine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Patitz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bg1"/>
                          </a:solidFill>
                        </a:rPr>
                        <a:t>Schweller</a:t>
                      </a: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, and Summers, 2010</a:t>
                      </a:r>
                      <a:r>
                        <a:rPr lang="en-US" sz="160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9431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Negative Glue 2HAM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905310"/>
                  </a:ext>
                </a:extLst>
              </a:tr>
            </a:tbl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9D2531B3-569F-4846-8FB3-DFA45C870390}"/>
              </a:ext>
            </a:extLst>
          </p:cNvPr>
          <p:cNvGrpSpPr/>
          <p:nvPr/>
        </p:nvGrpSpPr>
        <p:grpSpPr>
          <a:xfrm>
            <a:off x="4803017" y="3979141"/>
            <a:ext cx="2414811" cy="867770"/>
            <a:chOff x="4543200" y="4407239"/>
            <a:chExt cx="2414811" cy="86777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2DD30CF-8307-43DF-86E8-1D8B4E509174}"/>
                </a:ext>
              </a:extLst>
            </p:cNvPr>
            <p:cNvGrpSpPr/>
            <p:nvPr/>
          </p:nvGrpSpPr>
          <p:grpSpPr>
            <a:xfrm>
              <a:off x="5321099" y="4474789"/>
              <a:ext cx="1636912" cy="800220"/>
              <a:chOff x="5678286" y="3403227"/>
              <a:chExt cx="1636912" cy="800220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615D78A-569C-45F5-A5B4-7A4C774211FD}"/>
                  </a:ext>
                </a:extLst>
              </p:cNvPr>
              <p:cNvSpPr txBox="1"/>
              <p:nvPr/>
            </p:nvSpPr>
            <p:spPr>
              <a:xfrm>
                <a:off x="5678286" y="3803337"/>
                <a:ext cx="1636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log(K(S))</a:t>
                </a:r>
              </a:p>
            </p:txBody>
          </p: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1B784186-31A4-4A83-8BD7-3BC7959955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9158" y="3817867"/>
                <a:ext cx="96180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472E04B-4CDA-45A1-8471-13F4E046964F}"/>
                  </a:ext>
                </a:extLst>
              </p:cNvPr>
              <p:cNvSpPr txBox="1"/>
              <p:nvPr/>
            </p:nvSpPr>
            <p:spPr>
              <a:xfrm>
                <a:off x="5878726" y="3403227"/>
                <a:ext cx="11174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K(S)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DA72EB4-D60D-4039-BB14-6ACD5EFE7DBB}"/>
                </a:ext>
              </a:extLst>
            </p:cNvPr>
            <p:cNvSpPr txBox="1"/>
            <p:nvPr/>
          </p:nvSpPr>
          <p:spPr>
            <a:xfrm>
              <a:off x="4543200" y="4407239"/>
              <a:ext cx="227017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</a:rPr>
                <a:t>O(        )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0E9DED-153D-4879-B969-154B54345376}"/>
              </a:ext>
            </a:extLst>
          </p:cNvPr>
          <p:cNvGrpSpPr/>
          <p:nvPr/>
        </p:nvGrpSpPr>
        <p:grpSpPr>
          <a:xfrm>
            <a:off x="4803017" y="2154294"/>
            <a:ext cx="2414811" cy="867770"/>
            <a:chOff x="4543200" y="4407239"/>
            <a:chExt cx="2414811" cy="86777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6B5E656-DF8B-4DD7-A1AE-6003B723F67B}"/>
                </a:ext>
              </a:extLst>
            </p:cNvPr>
            <p:cNvGrpSpPr/>
            <p:nvPr/>
          </p:nvGrpSpPr>
          <p:grpSpPr>
            <a:xfrm>
              <a:off x="5321099" y="4474789"/>
              <a:ext cx="1636912" cy="800220"/>
              <a:chOff x="5678286" y="3403227"/>
              <a:chExt cx="1636912" cy="800220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3CC1786-500B-4C8B-9FE7-55E17918C04D}"/>
                  </a:ext>
                </a:extLst>
              </p:cNvPr>
              <p:cNvSpPr txBox="1"/>
              <p:nvPr/>
            </p:nvSpPr>
            <p:spPr>
              <a:xfrm>
                <a:off x="5678286" y="3803337"/>
                <a:ext cx="1636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log(K(S))</a:t>
                </a: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98B2380-1241-4E53-812F-D66E9B58E1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9158" y="3817867"/>
                <a:ext cx="96180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D79B5C4-6FB9-422A-8C81-761D62F2641B}"/>
                  </a:ext>
                </a:extLst>
              </p:cNvPr>
              <p:cNvSpPr txBox="1"/>
              <p:nvPr/>
            </p:nvSpPr>
            <p:spPr>
              <a:xfrm>
                <a:off x="5878726" y="3403227"/>
                <a:ext cx="11174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K(S)</a:t>
                </a: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E95B950-4135-4BDF-979E-DDD874BCC880}"/>
                </a:ext>
              </a:extLst>
            </p:cNvPr>
            <p:cNvSpPr txBox="1"/>
            <p:nvPr/>
          </p:nvSpPr>
          <p:spPr>
            <a:xfrm>
              <a:off x="4543200" y="4407239"/>
              <a:ext cx="227017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</a:rPr>
                <a:t>O(        )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A31E452F-C9CF-4A68-B842-A6C629F2A94F}"/>
              </a:ext>
            </a:extLst>
          </p:cNvPr>
          <p:cNvSpPr txBox="1"/>
          <p:nvPr/>
        </p:nvSpPr>
        <p:spPr>
          <a:xfrm>
            <a:off x="7899673" y="2328976"/>
            <a:ext cx="14205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arbitrary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857829E-D525-4612-A017-A2257EB93784}"/>
              </a:ext>
            </a:extLst>
          </p:cNvPr>
          <p:cNvGrpSpPr/>
          <p:nvPr/>
        </p:nvGrpSpPr>
        <p:grpSpPr>
          <a:xfrm>
            <a:off x="4803017" y="3068017"/>
            <a:ext cx="2414811" cy="867770"/>
            <a:chOff x="4543200" y="4407239"/>
            <a:chExt cx="2414811" cy="86777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B99DB69-5460-4087-A30D-4498D6421853}"/>
                </a:ext>
              </a:extLst>
            </p:cNvPr>
            <p:cNvGrpSpPr/>
            <p:nvPr/>
          </p:nvGrpSpPr>
          <p:grpSpPr>
            <a:xfrm>
              <a:off x="5321099" y="4474789"/>
              <a:ext cx="1636912" cy="800220"/>
              <a:chOff x="5678286" y="3403227"/>
              <a:chExt cx="1636912" cy="800220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DFDC99F-270D-4F5E-9CC5-7ACEC5F305DA}"/>
                  </a:ext>
                </a:extLst>
              </p:cNvPr>
              <p:cNvSpPr txBox="1"/>
              <p:nvPr/>
            </p:nvSpPr>
            <p:spPr>
              <a:xfrm>
                <a:off x="5678286" y="3803337"/>
                <a:ext cx="1636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log(K(S))</a:t>
                </a:r>
              </a:p>
            </p:txBody>
          </p: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7B05D2E5-3A34-4CE0-817B-3763342BD4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9158" y="3817867"/>
                <a:ext cx="96180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296BD89-9DB0-4313-8055-556A6B35FE54}"/>
                  </a:ext>
                </a:extLst>
              </p:cNvPr>
              <p:cNvSpPr txBox="1"/>
              <p:nvPr/>
            </p:nvSpPr>
            <p:spPr>
              <a:xfrm>
                <a:off x="5878726" y="3403227"/>
                <a:ext cx="11174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K(S)</a:t>
                </a: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80FB7D5-77B6-45CC-B776-789AACB53962}"/>
                </a:ext>
              </a:extLst>
            </p:cNvPr>
            <p:cNvSpPr txBox="1"/>
            <p:nvPr/>
          </p:nvSpPr>
          <p:spPr>
            <a:xfrm>
              <a:off x="4543200" y="4407239"/>
              <a:ext cx="227017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</a:rPr>
                <a:t>O(        )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623C7C2-BEFC-4AFF-A15C-80580DB6DE40}"/>
              </a:ext>
            </a:extLst>
          </p:cNvPr>
          <p:cNvSpPr txBox="1"/>
          <p:nvPr/>
        </p:nvSpPr>
        <p:spPr>
          <a:xfrm>
            <a:off x="7691283" y="3221905"/>
            <a:ext cx="18373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logarithmic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CE4078-9E0D-4FEC-806E-3DFA52433FBD}"/>
              </a:ext>
            </a:extLst>
          </p:cNvPr>
          <p:cNvSpPr txBox="1"/>
          <p:nvPr/>
        </p:nvSpPr>
        <p:spPr>
          <a:xfrm>
            <a:off x="7920512" y="4133029"/>
            <a:ext cx="1378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constant</a:t>
            </a:r>
          </a:p>
        </p:txBody>
      </p:sp>
    </p:spTree>
    <p:extLst>
      <p:ext uri="{BB962C8B-B14F-4D97-AF65-F5344CB8AC3E}">
        <p14:creationId xmlns:p14="http://schemas.microsoft.com/office/powerpoint/2010/main" val="4617199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860311" y="171748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Input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118" y="373996"/>
            <a:ext cx="4852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 of Shapes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B261B87-5841-4D58-973E-B4D21C621AA6}"/>
              </a:ext>
            </a:extLst>
          </p:cNvPr>
          <p:cNvGrpSpPr/>
          <p:nvPr/>
        </p:nvGrpSpPr>
        <p:grpSpPr>
          <a:xfrm>
            <a:off x="2761113" y="2485001"/>
            <a:ext cx="1281115" cy="1242017"/>
            <a:chOff x="6281735" y="3261458"/>
            <a:chExt cx="642899" cy="62285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D742C2F-E39B-466F-BD28-F308FFEC80B6}"/>
                </a:ext>
              </a:extLst>
            </p:cNvPr>
            <p:cNvSpPr/>
            <p:nvPr/>
          </p:nvSpPr>
          <p:spPr>
            <a:xfrm>
              <a:off x="6650038" y="3261458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C077B0B-8A9C-463C-A6D1-A5C58F291E8F}"/>
                </a:ext>
              </a:extLst>
            </p:cNvPr>
            <p:cNvSpPr/>
            <p:nvPr/>
          </p:nvSpPr>
          <p:spPr>
            <a:xfrm>
              <a:off x="6557963" y="3261458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AD50444-5D9C-49B0-BC50-C7D166A6D91C}"/>
                </a:ext>
              </a:extLst>
            </p:cNvPr>
            <p:cNvSpPr/>
            <p:nvPr/>
          </p:nvSpPr>
          <p:spPr>
            <a:xfrm>
              <a:off x="6650038" y="3351224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B7080D7-B039-4FD6-B4DA-257DDD4854EC}"/>
                </a:ext>
              </a:extLst>
            </p:cNvPr>
            <p:cNvSpPr/>
            <p:nvPr/>
          </p:nvSpPr>
          <p:spPr>
            <a:xfrm>
              <a:off x="6557963" y="3351224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A0451CB-5E28-486A-97E5-B16A14DF3BF5}"/>
                </a:ext>
              </a:extLst>
            </p:cNvPr>
            <p:cNvSpPr/>
            <p:nvPr/>
          </p:nvSpPr>
          <p:spPr>
            <a:xfrm>
              <a:off x="6650038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8B6A87F-3D83-4551-A863-307854AAC66B}"/>
                </a:ext>
              </a:extLst>
            </p:cNvPr>
            <p:cNvSpPr/>
            <p:nvPr/>
          </p:nvSpPr>
          <p:spPr>
            <a:xfrm>
              <a:off x="6742113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77B7B9F-3300-495A-A8B3-B202354D94BD}"/>
                </a:ext>
              </a:extLst>
            </p:cNvPr>
            <p:cNvSpPr/>
            <p:nvPr/>
          </p:nvSpPr>
          <p:spPr>
            <a:xfrm>
              <a:off x="6742112" y="3530756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32F41F9-CA23-4392-AA4D-310F509A4A0C}"/>
                </a:ext>
              </a:extLst>
            </p:cNvPr>
            <p:cNvSpPr/>
            <p:nvPr/>
          </p:nvSpPr>
          <p:spPr>
            <a:xfrm>
              <a:off x="6742112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EAF25F3-A8D4-49D4-90A6-859B56C49A86}"/>
                </a:ext>
              </a:extLst>
            </p:cNvPr>
            <p:cNvSpPr/>
            <p:nvPr/>
          </p:nvSpPr>
          <p:spPr>
            <a:xfrm>
              <a:off x="6832559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781D966-87F5-4035-B0D0-81B272B795FE}"/>
                </a:ext>
              </a:extLst>
            </p:cNvPr>
            <p:cNvSpPr/>
            <p:nvPr/>
          </p:nvSpPr>
          <p:spPr>
            <a:xfrm>
              <a:off x="6557962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F03E2BE-8D4D-4E50-A4D3-CA4EF1809271}"/>
                </a:ext>
              </a:extLst>
            </p:cNvPr>
            <p:cNvSpPr/>
            <p:nvPr/>
          </p:nvSpPr>
          <p:spPr>
            <a:xfrm>
              <a:off x="6465887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BE5864C-5C78-4A8F-A3C6-01C09CCAE6FF}"/>
                </a:ext>
              </a:extLst>
            </p:cNvPr>
            <p:cNvSpPr/>
            <p:nvPr/>
          </p:nvSpPr>
          <p:spPr>
            <a:xfrm>
              <a:off x="6373811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4222F18-342E-482E-9D29-622E3C92D3D9}"/>
                </a:ext>
              </a:extLst>
            </p:cNvPr>
            <p:cNvSpPr/>
            <p:nvPr/>
          </p:nvSpPr>
          <p:spPr>
            <a:xfrm>
              <a:off x="6281735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E23B0A5F-12D9-4F34-9163-380164FB1568}"/>
                </a:ext>
              </a:extLst>
            </p:cNvPr>
            <p:cNvSpPr/>
            <p:nvPr/>
          </p:nvSpPr>
          <p:spPr>
            <a:xfrm>
              <a:off x="6373810" y="3530756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20F3658-553B-4552-8CB1-483D3B6DB67C}"/>
                </a:ext>
              </a:extLst>
            </p:cNvPr>
            <p:cNvSpPr/>
            <p:nvPr/>
          </p:nvSpPr>
          <p:spPr>
            <a:xfrm>
              <a:off x="6373810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64CFE6B-07EE-4C6A-A4F7-81B11F4A1753}"/>
                </a:ext>
              </a:extLst>
            </p:cNvPr>
            <p:cNvSpPr/>
            <p:nvPr/>
          </p:nvSpPr>
          <p:spPr>
            <a:xfrm>
              <a:off x="6465886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E00C81E-9A8F-48B8-9FFA-29176C24E4BC}"/>
                </a:ext>
              </a:extLst>
            </p:cNvPr>
            <p:cNvSpPr/>
            <p:nvPr/>
          </p:nvSpPr>
          <p:spPr>
            <a:xfrm>
              <a:off x="6557961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B31C635-B9C6-46E9-A820-8B82FA52EB2D}"/>
                </a:ext>
              </a:extLst>
            </p:cNvPr>
            <p:cNvSpPr/>
            <p:nvPr/>
          </p:nvSpPr>
          <p:spPr>
            <a:xfrm>
              <a:off x="6650037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DE0FE32-0215-4576-A21E-2FD8A8928919}"/>
                </a:ext>
              </a:extLst>
            </p:cNvPr>
            <p:cNvSpPr/>
            <p:nvPr/>
          </p:nvSpPr>
          <p:spPr>
            <a:xfrm>
              <a:off x="6465478" y="379454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FAC3B38-7F80-4A40-BAE3-AAB650FBF49A}"/>
                </a:ext>
              </a:extLst>
            </p:cNvPr>
            <p:cNvSpPr/>
            <p:nvPr/>
          </p:nvSpPr>
          <p:spPr>
            <a:xfrm>
              <a:off x="6466125" y="370542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366496C-423F-40CC-AB32-DCC0E22FDC96}"/>
                </a:ext>
              </a:extLst>
            </p:cNvPr>
            <p:cNvSpPr/>
            <p:nvPr/>
          </p:nvSpPr>
          <p:spPr>
            <a:xfrm>
              <a:off x="6557144" y="3794543"/>
              <a:ext cx="91837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FC4E0210-7282-400E-BABD-88EDBE0F0F20}"/>
                </a:ext>
              </a:extLst>
            </p:cNvPr>
            <p:cNvSpPr/>
            <p:nvPr/>
          </p:nvSpPr>
          <p:spPr>
            <a:xfrm>
              <a:off x="6556332" y="370542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45FFAEE7-49A8-45C3-B96A-B037ACF25D31}"/>
              </a:ext>
            </a:extLst>
          </p:cNvPr>
          <p:cNvSpPr txBox="1"/>
          <p:nvPr/>
        </p:nvSpPr>
        <p:spPr>
          <a:xfrm>
            <a:off x="504998" y="2782845"/>
            <a:ext cx="2619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Optimal description </a:t>
            </a:r>
          </a:p>
          <a:p>
            <a:r>
              <a:rPr lang="en-US" dirty="0">
                <a:solidFill>
                  <a:schemeClr val="bg1"/>
                </a:solidFill>
              </a:rPr>
              <a:t>of shape S:</a:t>
            </a:r>
          </a:p>
        </p:txBody>
      </p:sp>
    </p:spTree>
    <p:extLst>
      <p:ext uri="{BB962C8B-B14F-4D97-AF65-F5344CB8AC3E}">
        <p14:creationId xmlns:p14="http://schemas.microsoft.com/office/powerpoint/2010/main" val="4544840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860311" y="171748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1413" y="4108045"/>
            <a:ext cx="7384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Tileset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954719" y="4492915"/>
            <a:ext cx="905592" cy="293391"/>
            <a:chOff x="903902" y="4801770"/>
            <a:chExt cx="905592" cy="293391"/>
          </a:xfrm>
        </p:grpSpPr>
        <p:sp>
          <p:nvSpPr>
            <p:cNvPr id="22" name="Rectangle 21"/>
            <p:cNvSpPr/>
            <p:nvPr/>
          </p:nvSpPr>
          <p:spPr>
            <a:xfrm>
              <a:off x="903902" y="4813249"/>
              <a:ext cx="91440" cy="9144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514516" y="4808467"/>
              <a:ext cx="91440" cy="91440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107440" y="4808467"/>
              <a:ext cx="91440" cy="91440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718054" y="4801770"/>
              <a:ext cx="91440" cy="91440"/>
            </a:xfrm>
            <a:prstGeom prst="rect">
              <a:avLst/>
            </a:prstGeom>
            <a:solidFill>
              <a:srgbClr val="9148C8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310978" y="4808467"/>
              <a:ext cx="91440" cy="91440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903902" y="5003721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107440" y="5003721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310978" y="4998939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514516" y="4998939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718054" y="4998939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3584118" y="373996"/>
            <a:ext cx="4852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 of Shapes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FA13E525-2E1A-47AD-B4E9-E77440B00EC9}"/>
              </a:ext>
            </a:extLst>
          </p:cNvPr>
          <p:cNvGrpSpPr/>
          <p:nvPr/>
        </p:nvGrpSpPr>
        <p:grpSpPr>
          <a:xfrm>
            <a:off x="2358750" y="4075047"/>
            <a:ext cx="1221938" cy="1305556"/>
            <a:chOff x="2358750" y="4075047"/>
            <a:chExt cx="1221938" cy="1305556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03FCCD1-60F6-49C2-AA32-137ACB71E944}"/>
                </a:ext>
              </a:extLst>
            </p:cNvPr>
            <p:cNvSpPr txBox="1"/>
            <p:nvPr/>
          </p:nvSpPr>
          <p:spPr>
            <a:xfrm>
              <a:off x="2358750" y="4075047"/>
              <a:ext cx="12219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Temperature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07C11DC-2804-43DC-8625-87B24599929D}"/>
                </a:ext>
              </a:extLst>
            </p:cNvPr>
            <p:cNvSpPr txBox="1"/>
            <p:nvPr/>
          </p:nvSpPr>
          <p:spPr>
            <a:xfrm>
              <a:off x="2934661" y="4413601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F44DBFF-5F12-41DB-924A-4E476AB4E00B}"/>
                </a:ext>
              </a:extLst>
            </p:cNvPr>
            <p:cNvSpPr/>
            <p:nvPr/>
          </p:nvSpPr>
          <p:spPr>
            <a:xfrm>
              <a:off x="2823988" y="4935436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F920BAF3-6ED0-4165-B1EF-F9DA67032EBE}"/>
                </a:ext>
              </a:extLst>
            </p:cNvPr>
            <p:cNvSpPr/>
            <p:nvPr/>
          </p:nvSpPr>
          <p:spPr>
            <a:xfrm>
              <a:off x="2823986" y="5058005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B029EC52-0106-414E-9BDF-97C7261FE1E0}"/>
                </a:ext>
              </a:extLst>
            </p:cNvPr>
            <p:cNvSpPr/>
            <p:nvPr/>
          </p:nvSpPr>
          <p:spPr>
            <a:xfrm>
              <a:off x="2823985" y="4446481"/>
              <a:ext cx="175631" cy="154928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9E238EE-757E-4304-B0F7-7CB84C17F927}"/>
                </a:ext>
              </a:extLst>
            </p:cNvPr>
            <p:cNvSpPr/>
            <p:nvPr/>
          </p:nvSpPr>
          <p:spPr>
            <a:xfrm>
              <a:off x="2783837" y="5151591"/>
              <a:ext cx="255929" cy="229012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734F4A7-3F31-4A19-8DC2-6329C6F70646}"/>
                </a:ext>
              </a:extLst>
            </p:cNvPr>
            <p:cNvSpPr/>
            <p:nvPr/>
          </p:nvSpPr>
          <p:spPr>
            <a:xfrm>
              <a:off x="2823986" y="4812868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724E035-9F25-48E3-A2B2-EBE491470A42}"/>
                </a:ext>
              </a:extLst>
            </p:cNvPr>
            <p:cNvSpPr/>
            <p:nvPr/>
          </p:nvSpPr>
          <p:spPr>
            <a:xfrm>
              <a:off x="2823986" y="4690299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4B12EE9F-44C8-4337-A20A-4324C32F1A29}"/>
                </a:ext>
              </a:extLst>
            </p:cNvPr>
            <p:cNvSpPr/>
            <p:nvPr/>
          </p:nvSpPr>
          <p:spPr>
            <a:xfrm>
              <a:off x="2823986" y="4568774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79BD8739-E48D-4D3B-A2BB-1596135E565B}"/>
              </a:ext>
            </a:extLst>
          </p:cNvPr>
          <p:cNvGrpSpPr/>
          <p:nvPr/>
        </p:nvGrpSpPr>
        <p:grpSpPr>
          <a:xfrm>
            <a:off x="2761113" y="2485001"/>
            <a:ext cx="1281115" cy="1242017"/>
            <a:chOff x="6281735" y="3261458"/>
            <a:chExt cx="642899" cy="622851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1E798FE3-8060-4558-9007-65361867ED21}"/>
                </a:ext>
              </a:extLst>
            </p:cNvPr>
            <p:cNvSpPr/>
            <p:nvPr/>
          </p:nvSpPr>
          <p:spPr>
            <a:xfrm>
              <a:off x="6650038" y="3261458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63B496D9-FCC2-419B-948D-110D77F494FE}"/>
                </a:ext>
              </a:extLst>
            </p:cNvPr>
            <p:cNvSpPr/>
            <p:nvPr/>
          </p:nvSpPr>
          <p:spPr>
            <a:xfrm>
              <a:off x="6557963" y="3261458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887F5C39-E70A-4FFA-B005-C9B2DAEF558C}"/>
                </a:ext>
              </a:extLst>
            </p:cNvPr>
            <p:cNvSpPr/>
            <p:nvPr/>
          </p:nvSpPr>
          <p:spPr>
            <a:xfrm>
              <a:off x="6650038" y="3351224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E594EDBF-1605-4D15-9087-EF7ED1F2C566}"/>
                </a:ext>
              </a:extLst>
            </p:cNvPr>
            <p:cNvSpPr/>
            <p:nvPr/>
          </p:nvSpPr>
          <p:spPr>
            <a:xfrm>
              <a:off x="6557963" y="3351224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420893D9-3EDB-4BD4-BC3B-CCE4B63EC578}"/>
                </a:ext>
              </a:extLst>
            </p:cNvPr>
            <p:cNvSpPr/>
            <p:nvPr/>
          </p:nvSpPr>
          <p:spPr>
            <a:xfrm>
              <a:off x="6650038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AF290186-7A7F-44AD-A7CF-613F598C0297}"/>
                </a:ext>
              </a:extLst>
            </p:cNvPr>
            <p:cNvSpPr/>
            <p:nvPr/>
          </p:nvSpPr>
          <p:spPr>
            <a:xfrm>
              <a:off x="6742113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C1497046-FDC0-4069-B091-4D9AFA095A2D}"/>
                </a:ext>
              </a:extLst>
            </p:cNvPr>
            <p:cNvSpPr/>
            <p:nvPr/>
          </p:nvSpPr>
          <p:spPr>
            <a:xfrm>
              <a:off x="6742112" y="3530756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36436FF5-3CBA-4A02-B1A1-AF988FFE7796}"/>
                </a:ext>
              </a:extLst>
            </p:cNvPr>
            <p:cNvSpPr/>
            <p:nvPr/>
          </p:nvSpPr>
          <p:spPr>
            <a:xfrm>
              <a:off x="6742112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C3B0C4E0-97FD-490D-AD33-5240663CCC48}"/>
                </a:ext>
              </a:extLst>
            </p:cNvPr>
            <p:cNvSpPr/>
            <p:nvPr/>
          </p:nvSpPr>
          <p:spPr>
            <a:xfrm>
              <a:off x="6832559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1608EF8F-20DE-4E1C-8A1E-4881EBB44FE9}"/>
                </a:ext>
              </a:extLst>
            </p:cNvPr>
            <p:cNvSpPr/>
            <p:nvPr/>
          </p:nvSpPr>
          <p:spPr>
            <a:xfrm>
              <a:off x="6557962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89B5318F-A672-42DA-BBC6-79FFD68F9F2B}"/>
                </a:ext>
              </a:extLst>
            </p:cNvPr>
            <p:cNvSpPr/>
            <p:nvPr/>
          </p:nvSpPr>
          <p:spPr>
            <a:xfrm>
              <a:off x="6465887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59E02EE2-726F-44E1-B59F-1F18F69A7DDB}"/>
                </a:ext>
              </a:extLst>
            </p:cNvPr>
            <p:cNvSpPr/>
            <p:nvPr/>
          </p:nvSpPr>
          <p:spPr>
            <a:xfrm>
              <a:off x="6373811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706C3A17-D223-4669-A79C-96F07A55698C}"/>
                </a:ext>
              </a:extLst>
            </p:cNvPr>
            <p:cNvSpPr/>
            <p:nvPr/>
          </p:nvSpPr>
          <p:spPr>
            <a:xfrm>
              <a:off x="6281735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F6C68EB1-7AC2-44FE-9F0B-1E00367D4819}"/>
                </a:ext>
              </a:extLst>
            </p:cNvPr>
            <p:cNvSpPr/>
            <p:nvPr/>
          </p:nvSpPr>
          <p:spPr>
            <a:xfrm>
              <a:off x="6373810" y="3530756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B5400FBC-102F-46E2-9506-31CAE2C27F69}"/>
                </a:ext>
              </a:extLst>
            </p:cNvPr>
            <p:cNvSpPr/>
            <p:nvPr/>
          </p:nvSpPr>
          <p:spPr>
            <a:xfrm>
              <a:off x="6373810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DCB77AFB-DCA6-40BD-81D7-E74F0CE4BA3B}"/>
                </a:ext>
              </a:extLst>
            </p:cNvPr>
            <p:cNvSpPr/>
            <p:nvPr/>
          </p:nvSpPr>
          <p:spPr>
            <a:xfrm>
              <a:off x="6465886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66015C1B-8252-4881-9512-DBBAFA35E426}"/>
                </a:ext>
              </a:extLst>
            </p:cNvPr>
            <p:cNvSpPr/>
            <p:nvPr/>
          </p:nvSpPr>
          <p:spPr>
            <a:xfrm>
              <a:off x="6557961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30627E27-0D80-4C5B-8826-BED7BF7646C2}"/>
                </a:ext>
              </a:extLst>
            </p:cNvPr>
            <p:cNvSpPr/>
            <p:nvPr/>
          </p:nvSpPr>
          <p:spPr>
            <a:xfrm>
              <a:off x="6650037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FF444D7B-3B1C-4773-9F18-F55D41D6359F}"/>
                </a:ext>
              </a:extLst>
            </p:cNvPr>
            <p:cNvSpPr/>
            <p:nvPr/>
          </p:nvSpPr>
          <p:spPr>
            <a:xfrm>
              <a:off x="6465478" y="379454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1FD74F4E-DA36-4FFB-8F34-10F3AE297D0F}"/>
                </a:ext>
              </a:extLst>
            </p:cNvPr>
            <p:cNvSpPr/>
            <p:nvPr/>
          </p:nvSpPr>
          <p:spPr>
            <a:xfrm>
              <a:off x="6466125" y="370542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A89513FB-7FE9-4C5F-8D0E-8EA55B7EDE92}"/>
                </a:ext>
              </a:extLst>
            </p:cNvPr>
            <p:cNvSpPr/>
            <p:nvPr/>
          </p:nvSpPr>
          <p:spPr>
            <a:xfrm>
              <a:off x="6557144" y="3794543"/>
              <a:ext cx="91837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4A9141F4-2428-4B65-9B32-C939A6E9FA6C}"/>
                </a:ext>
              </a:extLst>
            </p:cNvPr>
            <p:cNvSpPr/>
            <p:nvPr/>
          </p:nvSpPr>
          <p:spPr>
            <a:xfrm>
              <a:off x="6556332" y="370542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4" name="TextBox 173">
            <a:extLst>
              <a:ext uri="{FF2B5EF4-FFF2-40B4-BE49-F238E27FC236}">
                <a16:creationId xmlns:a16="http://schemas.microsoft.com/office/drawing/2014/main" id="{E46E6E67-C541-4DE7-A608-63928C823599}"/>
              </a:ext>
            </a:extLst>
          </p:cNvPr>
          <p:cNvSpPr txBox="1"/>
          <p:nvPr/>
        </p:nvSpPr>
        <p:spPr>
          <a:xfrm>
            <a:off x="504998" y="2782845"/>
            <a:ext cx="2619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Optimal description </a:t>
            </a:r>
          </a:p>
          <a:p>
            <a:r>
              <a:rPr lang="en-US" dirty="0">
                <a:solidFill>
                  <a:schemeClr val="bg1"/>
                </a:solidFill>
              </a:rPr>
              <a:t>of shape S:</a:t>
            </a:r>
          </a:p>
        </p:txBody>
      </p:sp>
    </p:spTree>
    <p:extLst>
      <p:ext uri="{BB962C8B-B14F-4D97-AF65-F5344CB8AC3E}">
        <p14:creationId xmlns:p14="http://schemas.microsoft.com/office/powerpoint/2010/main" val="37179209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860311" y="171748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1413" y="4108045"/>
            <a:ext cx="7384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Tileset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954719" y="4492915"/>
            <a:ext cx="905592" cy="293391"/>
            <a:chOff x="903902" y="4801770"/>
            <a:chExt cx="905592" cy="293391"/>
          </a:xfrm>
        </p:grpSpPr>
        <p:sp>
          <p:nvSpPr>
            <p:cNvPr id="22" name="Rectangle 21"/>
            <p:cNvSpPr/>
            <p:nvPr/>
          </p:nvSpPr>
          <p:spPr>
            <a:xfrm>
              <a:off x="903902" y="4813249"/>
              <a:ext cx="91440" cy="9144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514516" y="4808467"/>
              <a:ext cx="91440" cy="91440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107440" y="4808467"/>
              <a:ext cx="91440" cy="91440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718054" y="4801770"/>
              <a:ext cx="91440" cy="91440"/>
            </a:xfrm>
            <a:prstGeom prst="rect">
              <a:avLst/>
            </a:prstGeom>
            <a:solidFill>
              <a:srgbClr val="9148C8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310978" y="4808467"/>
              <a:ext cx="91440" cy="91440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903902" y="5003721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107440" y="5003721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310978" y="4998939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514516" y="4998939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718054" y="4998939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20" name="Arrow: Right 19"/>
          <p:cNvSpPr/>
          <p:nvPr/>
        </p:nvSpPr>
        <p:spPr>
          <a:xfrm>
            <a:off x="5327045" y="3166215"/>
            <a:ext cx="905854" cy="467051"/>
          </a:xfrm>
          <a:prstGeom prst="rightArrow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5248164" y="4368636"/>
            <a:ext cx="890385" cy="444831"/>
            <a:chOff x="5024362" y="4545332"/>
            <a:chExt cx="890385" cy="444831"/>
          </a:xfrm>
        </p:grpSpPr>
        <p:sp>
          <p:nvSpPr>
            <p:cNvPr id="33" name="Rectangle 32"/>
            <p:cNvSpPr/>
            <p:nvPr/>
          </p:nvSpPr>
          <p:spPr>
            <a:xfrm>
              <a:off x="5024362" y="4591052"/>
              <a:ext cx="91440" cy="9144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120284" y="4591052"/>
              <a:ext cx="91440" cy="91440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120642" y="4808466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029202" y="4808466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5029202" y="4898723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357484" y="4635554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444099" y="4635554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444099" y="4545332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5359865" y="4806085"/>
              <a:ext cx="91440" cy="91440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5358116" y="4896342"/>
              <a:ext cx="91440" cy="91440"/>
            </a:xfrm>
            <a:prstGeom prst="rect">
              <a:avLst/>
            </a:prstGeom>
            <a:solidFill>
              <a:srgbClr val="9148C8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5631368" y="4728468"/>
              <a:ext cx="91440" cy="91440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727402" y="4726994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5727402" y="4819908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823307" y="4728137"/>
              <a:ext cx="91440" cy="91440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3584118" y="373996"/>
            <a:ext cx="4852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 of Shapes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945D84BD-9E37-4ACB-B765-EE66272B9E2E}"/>
              </a:ext>
            </a:extLst>
          </p:cNvPr>
          <p:cNvGrpSpPr/>
          <p:nvPr/>
        </p:nvGrpSpPr>
        <p:grpSpPr>
          <a:xfrm>
            <a:off x="2358750" y="4075047"/>
            <a:ext cx="1221938" cy="1305556"/>
            <a:chOff x="2358750" y="4075047"/>
            <a:chExt cx="1221938" cy="1305556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31FC858F-848D-4693-AA91-ACFD7CCA70C8}"/>
                </a:ext>
              </a:extLst>
            </p:cNvPr>
            <p:cNvSpPr txBox="1"/>
            <p:nvPr/>
          </p:nvSpPr>
          <p:spPr>
            <a:xfrm>
              <a:off x="2358750" y="4075047"/>
              <a:ext cx="12219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Temperature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4F7C2C2D-BADF-4C81-B361-4460A3435F43}"/>
                </a:ext>
              </a:extLst>
            </p:cNvPr>
            <p:cNvSpPr txBox="1"/>
            <p:nvPr/>
          </p:nvSpPr>
          <p:spPr>
            <a:xfrm>
              <a:off x="2934661" y="4413601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C7F3CCCA-BE7B-416C-BC9D-53ADCB6A8B81}"/>
                </a:ext>
              </a:extLst>
            </p:cNvPr>
            <p:cNvSpPr/>
            <p:nvPr/>
          </p:nvSpPr>
          <p:spPr>
            <a:xfrm>
              <a:off x="2823988" y="4935436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54CEEEC0-0212-4C01-BEE3-BD704B5FEA34}"/>
                </a:ext>
              </a:extLst>
            </p:cNvPr>
            <p:cNvSpPr/>
            <p:nvPr/>
          </p:nvSpPr>
          <p:spPr>
            <a:xfrm>
              <a:off x="2823986" y="5058005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02C8AC2F-214C-41D6-A560-676A46DD671A}"/>
                </a:ext>
              </a:extLst>
            </p:cNvPr>
            <p:cNvSpPr/>
            <p:nvPr/>
          </p:nvSpPr>
          <p:spPr>
            <a:xfrm>
              <a:off x="2823985" y="4446481"/>
              <a:ext cx="175631" cy="154928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AA7F4D9F-F729-42D2-B291-EDCB48E047FE}"/>
                </a:ext>
              </a:extLst>
            </p:cNvPr>
            <p:cNvSpPr/>
            <p:nvPr/>
          </p:nvSpPr>
          <p:spPr>
            <a:xfrm>
              <a:off x="2783837" y="5151591"/>
              <a:ext cx="255929" cy="229012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E76AA2C1-9547-45AB-9F03-904717BA862B}"/>
                </a:ext>
              </a:extLst>
            </p:cNvPr>
            <p:cNvSpPr/>
            <p:nvPr/>
          </p:nvSpPr>
          <p:spPr>
            <a:xfrm>
              <a:off x="2823986" y="4812868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5586B701-EDE6-4DE3-AB8C-C162735289CA}"/>
                </a:ext>
              </a:extLst>
            </p:cNvPr>
            <p:cNvSpPr/>
            <p:nvPr/>
          </p:nvSpPr>
          <p:spPr>
            <a:xfrm>
              <a:off x="2823986" y="4690299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91DC705D-870F-48EC-AF6A-D4B2D6932FF2}"/>
                </a:ext>
              </a:extLst>
            </p:cNvPr>
            <p:cNvSpPr/>
            <p:nvPr/>
          </p:nvSpPr>
          <p:spPr>
            <a:xfrm>
              <a:off x="2823986" y="4568774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7450B3FB-E252-41A3-8A44-82E1B0A4B471}"/>
              </a:ext>
            </a:extLst>
          </p:cNvPr>
          <p:cNvGrpSpPr/>
          <p:nvPr/>
        </p:nvGrpSpPr>
        <p:grpSpPr>
          <a:xfrm>
            <a:off x="2761113" y="2485001"/>
            <a:ext cx="1281115" cy="1242017"/>
            <a:chOff x="6281735" y="3261458"/>
            <a:chExt cx="642899" cy="622851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24A18C9-12D1-43E9-85D2-AEEF8709BEEC}"/>
                </a:ext>
              </a:extLst>
            </p:cNvPr>
            <p:cNvSpPr/>
            <p:nvPr/>
          </p:nvSpPr>
          <p:spPr>
            <a:xfrm>
              <a:off x="6650038" y="3261458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F8E52B39-BD72-4341-85A0-72F1FBD119FE}"/>
                </a:ext>
              </a:extLst>
            </p:cNvPr>
            <p:cNvSpPr/>
            <p:nvPr/>
          </p:nvSpPr>
          <p:spPr>
            <a:xfrm>
              <a:off x="6557963" y="3261458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3E82D59F-C9B3-41C5-9236-B9141049146A}"/>
                </a:ext>
              </a:extLst>
            </p:cNvPr>
            <p:cNvSpPr/>
            <p:nvPr/>
          </p:nvSpPr>
          <p:spPr>
            <a:xfrm>
              <a:off x="6650038" y="3351224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338F49E7-21B7-4F12-A662-3ED3A311EAFB}"/>
                </a:ext>
              </a:extLst>
            </p:cNvPr>
            <p:cNvSpPr/>
            <p:nvPr/>
          </p:nvSpPr>
          <p:spPr>
            <a:xfrm>
              <a:off x="6557963" y="3351224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86BC131F-1528-4059-B71F-C0F34C65BFDF}"/>
                </a:ext>
              </a:extLst>
            </p:cNvPr>
            <p:cNvSpPr/>
            <p:nvPr/>
          </p:nvSpPr>
          <p:spPr>
            <a:xfrm>
              <a:off x="6650038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A642C8AD-D165-4B2B-91F0-B47482D700E2}"/>
                </a:ext>
              </a:extLst>
            </p:cNvPr>
            <p:cNvSpPr/>
            <p:nvPr/>
          </p:nvSpPr>
          <p:spPr>
            <a:xfrm>
              <a:off x="6742113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78BA9214-6F6D-43E6-8DA1-715E8C1A2FB0}"/>
                </a:ext>
              </a:extLst>
            </p:cNvPr>
            <p:cNvSpPr/>
            <p:nvPr/>
          </p:nvSpPr>
          <p:spPr>
            <a:xfrm>
              <a:off x="6742112" y="3530756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F23877E7-F251-4DEF-AC37-2F78BC0277F7}"/>
                </a:ext>
              </a:extLst>
            </p:cNvPr>
            <p:cNvSpPr/>
            <p:nvPr/>
          </p:nvSpPr>
          <p:spPr>
            <a:xfrm>
              <a:off x="6742112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1FA0AEA2-C482-41FF-9990-98B67F2E3499}"/>
                </a:ext>
              </a:extLst>
            </p:cNvPr>
            <p:cNvSpPr/>
            <p:nvPr/>
          </p:nvSpPr>
          <p:spPr>
            <a:xfrm>
              <a:off x="6832559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B1AEB268-A5E0-4372-8FB9-2D808C775A47}"/>
                </a:ext>
              </a:extLst>
            </p:cNvPr>
            <p:cNvSpPr/>
            <p:nvPr/>
          </p:nvSpPr>
          <p:spPr>
            <a:xfrm>
              <a:off x="6557962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53FA7354-4F50-42E3-9C35-A41A8D5E7692}"/>
                </a:ext>
              </a:extLst>
            </p:cNvPr>
            <p:cNvSpPr/>
            <p:nvPr/>
          </p:nvSpPr>
          <p:spPr>
            <a:xfrm>
              <a:off x="6465887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61050B53-FA9B-4A9E-939A-0722A8EB0B68}"/>
                </a:ext>
              </a:extLst>
            </p:cNvPr>
            <p:cNvSpPr/>
            <p:nvPr/>
          </p:nvSpPr>
          <p:spPr>
            <a:xfrm>
              <a:off x="6373811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F2407865-B636-4F3B-819C-BB533B4FA88C}"/>
                </a:ext>
              </a:extLst>
            </p:cNvPr>
            <p:cNvSpPr/>
            <p:nvPr/>
          </p:nvSpPr>
          <p:spPr>
            <a:xfrm>
              <a:off x="6281735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2786E6EA-2625-4AD5-99A4-1A1972E1F690}"/>
                </a:ext>
              </a:extLst>
            </p:cNvPr>
            <p:cNvSpPr/>
            <p:nvPr/>
          </p:nvSpPr>
          <p:spPr>
            <a:xfrm>
              <a:off x="6373810" y="3530756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0F8AFD5C-A62B-4688-AFE3-E61C00C2DDE1}"/>
                </a:ext>
              </a:extLst>
            </p:cNvPr>
            <p:cNvSpPr/>
            <p:nvPr/>
          </p:nvSpPr>
          <p:spPr>
            <a:xfrm>
              <a:off x="6373810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BA8CB8B9-515D-4628-9002-53F79A57D8CF}"/>
                </a:ext>
              </a:extLst>
            </p:cNvPr>
            <p:cNvSpPr/>
            <p:nvPr/>
          </p:nvSpPr>
          <p:spPr>
            <a:xfrm>
              <a:off x="6465886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4137D3E3-F172-47E1-88FD-A6128D8D767E}"/>
                </a:ext>
              </a:extLst>
            </p:cNvPr>
            <p:cNvSpPr/>
            <p:nvPr/>
          </p:nvSpPr>
          <p:spPr>
            <a:xfrm>
              <a:off x="6557961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85A10730-95CA-4D5E-9337-9B03C365B918}"/>
                </a:ext>
              </a:extLst>
            </p:cNvPr>
            <p:cNvSpPr/>
            <p:nvPr/>
          </p:nvSpPr>
          <p:spPr>
            <a:xfrm>
              <a:off x="6650037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23ACA1AB-79D8-4456-B884-ECE2F581D412}"/>
                </a:ext>
              </a:extLst>
            </p:cNvPr>
            <p:cNvSpPr/>
            <p:nvPr/>
          </p:nvSpPr>
          <p:spPr>
            <a:xfrm>
              <a:off x="6465478" y="379454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2B3B96F7-3C1C-4189-A274-BBE47DF5C549}"/>
                </a:ext>
              </a:extLst>
            </p:cNvPr>
            <p:cNvSpPr/>
            <p:nvPr/>
          </p:nvSpPr>
          <p:spPr>
            <a:xfrm>
              <a:off x="6466125" y="370542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F7C426EB-1ADD-4956-90C7-161230225C60}"/>
                </a:ext>
              </a:extLst>
            </p:cNvPr>
            <p:cNvSpPr/>
            <p:nvPr/>
          </p:nvSpPr>
          <p:spPr>
            <a:xfrm>
              <a:off x="6557144" y="3794543"/>
              <a:ext cx="91837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32E89512-467F-4CBC-B9C7-2DE7D007E4D7}"/>
                </a:ext>
              </a:extLst>
            </p:cNvPr>
            <p:cNvSpPr/>
            <p:nvPr/>
          </p:nvSpPr>
          <p:spPr>
            <a:xfrm>
              <a:off x="6556332" y="370542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DD68E4E1-5B8A-48DE-98B5-07EA19022714}"/>
              </a:ext>
            </a:extLst>
          </p:cNvPr>
          <p:cNvSpPr txBox="1"/>
          <p:nvPr/>
        </p:nvSpPr>
        <p:spPr>
          <a:xfrm>
            <a:off x="504998" y="2782845"/>
            <a:ext cx="2619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Optimal description </a:t>
            </a:r>
          </a:p>
          <a:p>
            <a:r>
              <a:rPr lang="en-US" dirty="0">
                <a:solidFill>
                  <a:schemeClr val="bg1"/>
                </a:solidFill>
              </a:rPr>
              <a:t>of shape S:</a:t>
            </a:r>
          </a:p>
        </p:txBody>
      </p:sp>
    </p:spTree>
    <p:extLst>
      <p:ext uri="{BB962C8B-B14F-4D97-AF65-F5344CB8AC3E}">
        <p14:creationId xmlns:p14="http://schemas.microsoft.com/office/powerpoint/2010/main" val="29637355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84118" y="373996"/>
            <a:ext cx="4852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Self-Assembly of Shapes</a:t>
            </a:r>
          </a:p>
        </p:txBody>
      </p:sp>
      <p:sp>
        <p:nvSpPr>
          <p:cNvPr id="5" name="Arrow: Right 4"/>
          <p:cNvSpPr/>
          <p:nvPr/>
        </p:nvSpPr>
        <p:spPr>
          <a:xfrm>
            <a:off x="5327045" y="3166215"/>
            <a:ext cx="905854" cy="467051"/>
          </a:xfrm>
          <a:prstGeom prst="rightArrow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08294" y="1717485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0311" y="171748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Input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7354" y="2245567"/>
            <a:ext cx="3207745" cy="32077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34143" y="5612062"/>
            <a:ext cx="3974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 assembly of shape S at constant scale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954719" y="4492915"/>
            <a:ext cx="905592" cy="293391"/>
            <a:chOff x="903902" y="4801770"/>
            <a:chExt cx="905592" cy="293391"/>
          </a:xfrm>
        </p:grpSpPr>
        <p:sp>
          <p:nvSpPr>
            <p:cNvPr id="12" name="Rectangle 11"/>
            <p:cNvSpPr/>
            <p:nvPr/>
          </p:nvSpPr>
          <p:spPr>
            <a:xfrm>
              <a:off x="903902" y="4813249"/>
              <a:ext cx="91440" cy="9144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514516" y="4808467"/>
              <a:ext cx="91440" cy="91440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107440" y="4808467"/>
              <a:ext cx="91440" cy="91440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718054" y="4801770"/>
              <a:ext cx="91440" cy="91440"/>
            </a:xfrm>
            <a:prstGeom prst="rect">
              <a:avLst/>
            </a:prstGeom>
            <a:solidFill>
              <a:srgbClr val="9148C8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310978" y="4808467"/>
              <a:ext cx="91440" cy="91440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03902" y="5003721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107440" y="5003721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310978" y="4998939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1514516" y="4998939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718054" y="4998939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901413" y="4108045"/>
            <a:ext cx="7384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Tileset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40" name="Group 39"/>
          <p:cNvGrpSpPr/>
          <p:nvPr/>
        </p:nvGrpSpPr>
        <p:grpSpPr>
          <a:xfrm>
            <a:off x="5248164" y="4368636"/>
            <a:ext cx="890385" cy="444831"/>
            <a:chOff x="5024362" y="4545332"/>
            <a:chExt cx="890385" cy="444831"/>
          </a:xfrm>
        </p:grpSpPr>
        <p:sp>
          <p:nvSpPr>
            <p:cNvPr id="24" name="Rectangle 23"/>
            <p:cNvSpPr/>
            <p:nvPr/>
          </p:nvSpPr>
          <p:spPr>
            <a:xfrm>
              <a:off x="5024362" y="4591052"/>
              <a:ext cx="91440" cy="9144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5120284" y="4591052"/>
              <a:ext cx="91440" cy="91440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120642" y="4808466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029202" y="4808466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5029202" y="4898723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357484" y="4635554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444099" y="4635554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444099" y="4545332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5359865" y="4806085"/>
              <a:ext cx="91440" cy="91440"/>
            </a:xfrm>
            <a:prstGeom prst="rect">
              <a:avLst/>
            </a:prstGeom>
            <a:solidFill>
              <a:srgbClr val="FC711C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358116" y="4896342"/>
              <a:ext cx="91440" cy="91440"/>
            </a:xfrm>
            <a:prstGeom prst="rect">
              <a:avLst/>
            </a:prstGeom>
            <a:solidFill>
              <a:srgbClr val="9148C8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631368" y="4728468"/>
              <a:ext cx="91440" cy="91440"/>
            </a:xfrm>
            <a:prstGeom prst="rect">
              <a:avLst/>
            </a:prstGeom>
            <a:solidFill>
              <a:srgbClr val="FFC000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5727402" y="4726994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5727402" y="4819908"/>
              <a:ext cx="91440" cy="91440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5823307" y="4728137"/>
              <a:ext cx="91440" cy="91440"/>
            </a:xfrm>
            <a:prstGeom prst="rect">
              <a:avLst/>
            </a:prstGeom>
            <a:solidFill>
              <a:srgbClr val="015AAB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34B8513-09FB-4EE4-BBAA-8CFE43F6EFD3}"/>
              </a:ext>
            </a:extLst>
          </p:cNvPr>
          <p:cNvGrpSpPr/>
          <p:nvPr/>
        </p:nvGrpSpPr>
        <p:grpSpPr>
          <a:xfrm>
            <a:off x="2358750" y="4075047"/>
            <a:ext cx="1221938" cy="1305556"/>
            <a:chOff x="2358750" y="4075047"/>
            <a:chExt cx="1221938" cy="1305556"/>
          </a:xfrm>
        </p:grpSpPr>
        <p:sp>
          <p:nvSpPr>
            <p:cNvPr id="56" name="TextBox 55"/>
            <p:cNvSpPr txBox="1"/>
            <p:nvPr/>
          </p:nvSpPr>
          <p:spPr>
            <a:xfrm>
              <a:off x="2358750" y="4075047"/>
              <a:ext cx="12219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Temperature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934661" y="4413601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</a:rPr>
                <a:t>10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2823988" y="4935436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AEAA2C8-0D1D-4846-BAF9-0630635A7502}"/>
                </a:ext>
              </a:extLst>
            </p:cNvPr>
            <p:cNvSpPr/>
            <p:nvPr/>
          </p:nvSpPr>
          <p:spPr>
            <a:xfrm>
              <a:off x="2823986" y="5058005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44809A22-6875-4F1D-BD35-D6305723D200}"/>
                </a:ext>
              </a:extLst>
            </p:cNvPr>
            <p:cNvSpPr/>
            <p:nvPr/>
          </p:nvSpPr>
          <p:spPr>
            <a:xfrm>
              <a:off x="2823985" y="4446481"/>
              <a:ext cx="175631" cy="154928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DC544188-6293-45A7-9FF8-26713E2D4B8E}"/>
                </a:ext>
              </a:extLst>
            </p:cNvPr>
            <p:cNvSpPr/>
            <p:nvPr/>
          </p:nvSpPr>
          <p:spPr>
            <a:xfrm>
              <a:off x="2783837" y="5151591"/>
              <a:ext cx="255929" cy="229012"/>
            </a:xfrm>
            <a:prstGeom prst="ellipse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09BD9A15-5649-4768-B52F-ECB071604B8C}"/>
                </a:ext>
              </a:extLst>
            </p:cNvPr>
            <p:cNvSpPr/>
            <p:nvPr/>
          </p:nvSpPr>
          <p:spPr>
            <a:xfrm>
              <a:off x="2823986" y="4812868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2A3241D0-3A0F-4F50-8A4E-A534576E429C}"/>
                </a:ext>
              </a:extLst>
            </p:cNvPr>
            <p:cNvSpPr/>
            <p:nvPr/>
          </p:nvSpPr>
          <p:spPr>
            <a:xfrm>
              <a:off x="2823986" y="4690299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20997B33-A23E-48C6-87DE-9F98861CB4A9}"/>
                </a:ext>
              </a:extLst>
            </p:cNvPr>
            <p:cNvSpPr/>
            <p:nvPr/>
          </p:nvSpPr>
          <p:spPr>
            <a:xfrm>
              <a:off x="2823986" y="4568774"/>
              <a:ext cx="175631" cy="122568"/>
            </a:xfrm>
            <a:prstGeom prst="rect">
              <a:avLst/>
            </a:prstGeom>
            <a:solidFill>
              <a:srgbClr val="FC711C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9CA072D2-154D-4DCD-96B3-9019FE67191B}"/>
              </a:ext>
            </a:extLst>
          </p:cNvPr>
          <p:cNvGrpSpPr/>
          <p:nvPr/>
        </p:nvGrpSpPr>
        <p:grpSpPr>
          <a:xfrm>
            <a:off x="2761113" y="2485001"/>
            <a:ext cx="1281115" cy="1242017"/>
            <a:chOff x="6281735" y="3261458"/>
            <a:chExt cx="642899" cy="622851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014F3ED-6924-4F58-BB29-F832B1957B98}"/>
                </a:ext>
              </a:extLst>
            </p:cNvPr>
            <p:cNvSpPr/>
            <p:nvPr/>
          </p:nvSpPr>
          <p:spPr>
            <a:xfrm>
              <a:off x="6650038" y="3261458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D1492E46-6D8C-4592-B648-A5B90A725200}"/>
                </a:ext>
              </a:extLst>
            </p:cNvPr>
            <p:cNvSpPr/>
            <p:nvPr/>
          </p:nvSpPr>
          <p:spPr>
            <a:xfrm>
              <a:off x="6557963" y="3261458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7D72B7DA-085F-439C-BB2D-5D32CC200066}"/>
                </a:ext>
              </a:extLst>
            </p:cNvPr>
            <p:cNvSpPr/>
            <p:nvPr/>
          </p:nvSpPr>
          <p:spPr>
            <a:xfrm>
              <a:off x="6650038" y="3351224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71BE038C-7130-49A1-9120-F17DB55E3A17}"/>
                </a:ext>
              </a:extLst>
            </p:cNvPr>
            <p:cNvSpPr/>
            <p:nvPr/>
          </p:nvSpPr>
          <p:spPr>
            <a:xfrm>
              <a:off x="6557963" y="3351224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27145192-36F3-42E5-962F-D49181A5F3BA}"/>
                </a:ext>
              </a:extLst>
            </p:cNvPr>
            <p:cNvSpPr/>
            <p:nvPr/>
          </p:nvSpPr>
          <p:spPr>
            <a:xfrm>
              <a:off x="6650038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F80F258-C2C0-48D9-B9B1-29029105DACF}"/>
                </a:ext>
              </a:extLst>
            </p:cNvPr>
            <p:cNvSpPr/>
            <p:nvPr/>
          </p:nvSpPr>
          <p:spPr>
            <a:xfrm>
              <a:off x="6742113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56FFFDD4-7280-4D90-B7B1-BCE2836EE986}"/>
                </a:ext>
              </a:extLst>
            </p:cNvPr>
            <p:cNvSpPr/>
            <p:nvPr/>
          </p:nvSpPr>
          <p:spPr>
            <a:xfrm>
              <a:off x="6742112" y="3530756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B65EC5F3-1CF2-49C5-9536-E7A64720EFCD}"/>
                </a:ext>
              </a:extLst>
            </p:cNvPr>
            <p:cNvSpPr/>
            <p:nvPr/>
          </p:nvSpPr>
          <p:spPr>
            <a:xfrm>
              <a:off x="6742112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3739D1A4-0415-4B5D-8FA4-12E836C35DE6}"/>
                </a:ext>
              </a:extLst>
            </p:cNvPr>
            <p:cNvSpPr/>
            <p:nvPr/>
          </p:nvSpPr>
          <p:spPr>
            <a:xfrm>
              <a:off x="6832559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41FF76BF-687B-4D5A-A52D-33B08A04C84C}"/>
                </a:ext>
              </a:extLst>
            </p:cNvPr>
            <p:cNvSpPr/>
            <p:nvPr/>
          </p:nvSpPr>
          <p:spPr>
            <a:xfrm>
              <a:off x="6557962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1B887501-143A-48B4-A8A7-D5AC00CB02D0}"/>
                </a:ext>
              </a:extLst>
            </p:cNvPr>
            <p:cNvSpPr/>
            <p:nvPr/>
          </p:nvSpPr>
          <p:spPr>
            <a:xfrm>
              <a:off x="6465887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5EB96E97-568B-4C6A-A5A8-D09243B5B1CF}"/>
                </a:ext>
              </a:extLst>
            </p:cNvPr>
            <p:cNvSpPr/>
            <p:nvPr/>
          </p:nvSpPr>
          <p:spPr>
            <a:xfrm>
              <a:off x="6373811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9E9BD1DC-33C6-424D-9B79-A5FB40B41C49}"/>
                </a:ext>
              </a:extLst>
            </p:cNvPr>
            <p:cNvSpPr/>
            <p:nvPr/>
          </p:nvSpPr>
          <p:spPr>
            <a:xfrm>
              <a:off x="6281735" y="3440990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4AE7C294-4AD0-45B7-A947-7F9596C294A3}"/>
                </a:ext>
              </a:extLst>
            </p:cNvPr>
            <p:cNvSpPr/>
            <p:nvPr/>
          </p:nvSpPr>
          <p:spPr>
            <a:xfrm>
              <a:off x="6373810" y="3530756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54E675BA-C619-4EBA-8569-DEB58F13A097}"/>
                </a:ext>
              </a:extLst>
            </p:cNvPr>
            <p:cNvSpPr/>
            <p:nvPr/>
          </p:nvSpPr>
          <p:spPr>
            <a:xfrm>
              <a:off x="6373810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2BFB4170-D020-48AD-B379-4D2AAB6767CD}"/>
                </a:ext>
              </a:extLst>
            </p:cNvPr>
            <p:cNvSpPr/>
            <p:nvPr/>
          </p:nvSpPr>
          <p:spPr>
            <a:xfrm>
              <a:off x="6465886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AD9ED990-6CBC-4ECE-A487-535DA840E50A}"/>
                </a:ext>
              </a:extLst>
            </p:cNvPr>
            <p:cNvSpPr/>
            <p:nvPr/>
          </p:nvSpPr>
          <p:spPr>
            <a:xfrm>
              <a:off x="6557961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AF6D1F0F-E9CF-40C4-B1E5-C0CE6D934920}"/>
                </a:ext>
              </a:extLst>
            </p:cNvPr>
            <p:cNvSpPr/>
            <p:nvPr/>
          </p:nvSpPr>
          <p:spPr>
            <a:xfrm>
              <a:off x="6650037" y="361630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08873A2F-CA8D-4A0D-B013-5992A3333D80}"/>
                </a:ext>
              </a:extLst>
            </p:cNvPr>
            <p:cNvSpPr/>
            <p:nvPr/>
          </p:nvSpPr>
          <p:spPr>
            <a:xfrm>
              <a:off x="6465478" y="379454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A055FAD0-A5B6-4799-BDE3-F8EEF7EA9E00}"/>
                </a:ext>
              </a:extLst>
            </p:cNvPr>
            <p:cNvSpPr/>
            <p:nvPr/>
          </p:nvSpPr>
          <p:spPr>
            <a:xfrm>
              <a:off x="6466125" y="370542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DF437755-A622-448A-A0F1-5204D492FCBB}"/>
                </a:ext>
              </a:extLst>
            </p:cNvPr>
            <p:cNvSpPr/>
            <p:nvPr/>
          </p:nvSpPr>
          <p:spPr>
            <a:xfrm>
              <a:off x="6557144" y="3794543"/>
              <a:ext cx="91837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02EF7A67-FB51-44B4-9342-121A4EC64DFE}"/>
                </a:ext>
              </a:extLst>
            </p:cNvPr>
            <p:cNvSpPr/>
            <p:nvPr/>
          </p:nvSpPr>
          <p:spPr>
            <a:xfrm>
              <a:off x="6556332" y="3705423"/>
              <a:ext cx="92075" cy="89766"/>
            </a:xfrm>
            <a:prstGeom prst="rect">
              <a:avLst/>
            </a:prstGeom>
            <a:solidFill>
              <a:schemeClr val="tx1">
                <a:lumMod val="65000"/>
              </a:schemeClr>
            </a:solidFill>
            <a:ln w="31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DEDBB089-77B8-4E36-8EF5-01909A218E22}"/>
              </a:ext>
            </a:extLst>
          </p:cNvPr>
          <p:cNvSpPr txBox="1"/>
          <p:nvPr/>
        </p:nvSpPr>
        <p:spPr>
          <a:xfrm>
            <a:off x="504998" y="2782845"/>
            <a:ext cx="2619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Optimal description </a:t>
            </a:r>
          </a:p>
          <a:p>
            <a:r>
              <a:rPr lang="en-US" dirty="0">
                <a:solidFill>
                  <a:schemeClr val="bg1"/>
                </a:solidFill>
              </a:rPr>
              <a:t>of shape S:</a:t>
            </a:r>
          </a:p>
        </p:txBody>
      </p:sp>
    </p:spTree>
    <p:extLst>
      <p:ext uri="{BB962C8B-B14F-4D97-AF65-F5344CB8AC3E}">
        <p14:creationId xmlns:p14="http://schemas.microsoft.com/office/powerpoint/2010/main" val="23370935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03628" y="373996"/>
            <a:ext cx="281359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Shape Scaling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Target Shape 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654" y="1554480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2473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554480"/>
            <a:ext cx="411480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03626" y="373996"/>
            <a:ext cx="281359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Shape Scaling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Spanning Tree of S</a:t>
            </a:r>
          </a:p>
        </p:txBody>
      </p:sp>
    </p:spTree>
    <p:extLst>
      <p:ext uri="{BB962C8B-B14F-4D97-AF65-F5344CB8AC3E}">
        <p14:creationId xmlns:p14="http://schemas.microsoft.com/office/powerpoint/2010/main" val="9824219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603626" y="373996"/>
            <a:ext cx="281359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Shape Scaling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Shape S at scale 2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416" y="1528842"/>
            <a:ext cx="4114800" cy="4114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27" y="1528842"/>
            <a:ext cx="4114800" cy="4114800"/>
          </a:xfrm>
          <a:prstGeom prst="rect">
            <a:avLst/>
          </a:prstGeom>
        </p:spPr>
      </p:pic>
      <p:sp>
        <p:nvSpPr>
          <p:cNvPr id="5" name="Arrow: Right 4"/>
          <p:cNvSpPr/>
          <p:nvPr/>
        </p:nvSpPr>
        <p:spPr>
          <a:xfrm>
            <a:off x="5521218" y="2803020"/>
            <a:ext cx="978408" cy="484632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38552" y="227980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10569469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55448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03626" y="373996"/>
            <a:ext cx="281359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Shape Scaling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Path around spanning tree of S</a:t>
            </a:r>
          </a:p>
        </p:txBody>
      </p:sp>
    </p:spTree>
    <p:extLst>
      <p:ext uri="{BB962C8B-B14F-4D97-AF65-F5344CB8AC3E}">
        <p14:creationId xmlns:p14="http://schemas.microsoft.com/office/powerpoint/2010/main" val="36531304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554480"/>
            <a:ext cx="41148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603626" y="373996"/>
            <a:ext cx="281359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Shape Scaling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Path around spanning tree of S</a:t>
            </a:r>
          </a:p>
        </p:txBody>
      </p:sp>
    </p:spTree>
    <p:extLst>
      <p:ext uri="{BB962C8B-B14F-4D97-AF65-F5344CB8AC3E}">
        <p14:creationId xmlns:p14="http://schemas.microsoft.com/office/powerpoint/2010/main" val="24981863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03626" y="373996"/>
            <a:ext cx="281359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Shape Scaling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Path around spanning tree of 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E87C82-0213-4F5B-94C5-FCA05DF39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554480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3247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03626" y="373996"/>
            <a:ext cx="281359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Shape Scaling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Path around spanning tree of 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EED939-19C0-44B4-95FD-27D3FDA69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554480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071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row: Right 4"/>
          <p:cNvSpPr/>
          <p:nvPr/>
        </p:nvSpPr>
        <p:spPr>
          <a:xfrm>
            <a:off x="5521218" y="2803020"/>
            <a:ext cx="978408" cy="484632"/>
          </a:xfrm>
          <a:prstGeom prst="rightArrow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38552" y="227980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x3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416" y="1528842"/>
            <a:ext cx="4114800" cy="4114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27" y="1528842"/>
            <a:ext cx="411480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03626" y="373996"/>
            <a:ext cx="281359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Shape Scaling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Shape S at scale 6</a:t>
            </a:r>
          </a:p>
        </p:txBody>
      </p:sp>
    </p:spTree>
    <p:extLst>
      <p:ext uri="{BB962C8B-B14F-4D97-AF65-F5344CB8AC3E}">
        <p14:creationId xmlns:p14="http://schemas.microsoft.com/office/powerpoint/2010/main" val="26957556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554480"/>
            <a:ext cx="41148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82105" y="373996"/>
            <a:ext cx="385663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Shape Scaling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Path around spanning tree of S with “buffer”</a:t>
            </a:r>
          </a:p>
        </p:txBody>
      </p:sp>
    </p:spTree>
    <p:extLst>
      <p:ext uri="{BB962C8B-B14F-4D97-AF65-F5344CB8AC3E}">
        <p14:creationId xmlns:p14="http://schemas.microsoft.com/office/powerpoint/2010/main" val="24117453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082105" y="373996"/>
            <a:ext cx="385663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Shape Scaling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Path around spanning tree of S with “buffer”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554480"/>
            <a:ext cx="41148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654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86387D8-2CEE-409F-B305-E3DD4010F8A0}"/>
              </a:ext>
            </a:extLst>
          </p:cNvPr>
          <p:cNvGrpSpPr/>
          <p:nvPr/>
        </p:nvGrpSpPr>
        <p:grpSpPr>
          <a:xfrm>
            <a:off x="401057" y="1331258"/>
            <a:ext cx="1116685" cy="905871"/>
            <a:chOff x="820157" y="1458258"/>
            <a:chExt cx="1116685" cy="905871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A109DD6B-581E-4A98-9B66-E18A3DF24D88}"/>
                </a:ext>
              </a:extLst>
            </p:cNvPr>
            <p:cNvGrpSpPr/>
            <p:nvPr/>
          </p:nvGrpSpPr>
          <p:grpSpPr>
            <a:xfrm>
              <a:off x="1762596" y="1698281"/>
              <a:ext cx="174246" cy="165734"/>
              <a:chOff x="3374524" y="3961948"/>
              <a:chExt cx="521293" cy="51274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D8E06A4-1420-4987-A1E6-757F29DC4EA2}"/>
                  </a:ext>
                </a:extLst>
              </p:cNvPr>
              <p:cNvSpPr/>
              <p:nvPr/>
            </p:nvSpPr>
            <p:spPr>
              <a:xfrm>
                <a:off x="3374524" y="3961949"/>
                <a:ext cx="521293" cy="512748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0255F68-D61D-48EA-BC23-FA439E3A986B}"/>
                  </a:ext>
                </a:extLst>
              </p:cNvPr>
              <p:cNvSpPr/>
              <p:nvPr/>
            </p:nvSpPr>
            <p:spPr>
              <a:xfrm rot="5400000">
                <a:off x="3594070" y="3862042"/>
                <a:ext cx="82199" cy="282011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137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6122C6E2-E643-4B9C-86B3-2914D8C74D12}"/>
                  </a:ext>
                </a:extLst>
              </p:cNvPr>
              <p:cNvSpPr/>
              <p:nvPr/>
            </p:nvSpPr>
            <p:spPr>
              <a:xfrm rot="5400000">
                <a:off x="3594070" y="4292592"/>
                <a:ext cx="82199" cy="282011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137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F16AAB8A-82A5-428C-A814-6F0A8616C33A}"/>
                  </a:ext>
                </a:extLst>
              </p:cNvPr>
              <p:cNvSpPr/>
              <p:nvPr/>
            </p:nvSpPr>
            <p:spPr>
              <a:xfrm>
                <a:off x="3374524" y="4079529"/>
                <a:ext cx="82199" cy="282011"/>
              </a:xfrm>
              <a:prstGeom prst="rect">
                <a:avLst/>
              </a:prstGeom>
              <a:solidFill>
                <a:srgbClr val="9148C8"/>
              </a:solidFill>
              <a:ln w="63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724418E0-A7AE-46D4-9A6C-CA6FF1F13EAD}"/>
                  </a:ext>
                </a:extLst>
              </p:cNvPr>
              <p:cNvSpPr/>
              <p:nvPr/>
            </p:nvSpPr>
            <p:spPr>
              <a:xfrm>
                <a:off x="3813618" y="4079529"/>
                <a:ext cx="82199" cy="282011"/>
              </a:xfrm>
              <a:prstGeom prst="rect">
                <a:avLst/>
              </a:prstGeom>
              <a:solidFill>
                <a:srgbClr val="9148C8"/>
              </a:solidFill>
              <a:ln w="63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3AC056D9-CB4A-4C81-B0B8-A1F9EC6A3A33}"/>
                </a:ext>
              </a:extLst>
            </p:cNvPr>
            <p:cNvGrpSpPr/>
            <p:nvPr/>
          </p:nvGrpSpPr>
          <p:grpSpPr>
            <a:xfrm>
              <a:off x="1337149" y="1458258"/>
              <a:ext cx="174246" cy="165734"/>
              <a:chOff x="1960978" y="2290824"/>
              <a:chExt cx="521293" cy="512748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E39300E9-1385-4A7A-9BD0-F6E863F32A0F}"/>
                  </a:ext>
                </a:extLst>
              </p:cNvPr>
              <p:cNvGrpSpPr/>
              <p:nvPr/>
            </p:nvGrpSpPr>
            <p:grpSpPr>
              <a:xfrm>
                <a:off x="1960978" y="2290824"/>
                <a:ext cx="521293" cy="512748"/>
                <a:chOff x="1378086" y="2546788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BA8FB9D5-5866-4757-BFB2-03518C0EFE9C}"/>
                    </a:ext>
                  </a:extLst>
                </p:cNvPr>
                <p:cNvSpPr/>
                <p:nvPr/>
              </p:nvSpPr>
              <p:spPr>
                <a:xfrm>
                  <a:off x="1378086" y="2546788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097F1BF0-4022-4D05-BBB8-97E13AFAF26E}"/>
                    </a:ext>
                  </a:extLst>
                </p:cNvPr>
                <p:cNvSpPr/>
                <p:nvPr/>
              </p:nvSpPr>
              <p:spPr>
                <a:xfrm rot="5400000">
                  <a:off x="1597632" y="2446882"/>
                  <a:ext cx="82199" cy="282011"/>
                </a:xfrm>
                <a:prstGeom prst="rect">
                  <a:avLst/>
                </a:prstGeom>
                <a:solidFill>
                  <a:schemeClr val="accent5"/>
                </a:solidFill>
                <a:ln w="6350">
                  <a:solidFill>
                    <a:srgbClr val="B6A20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A41DD89E-A0F1-414E-9E1D-E630DD6203CA}"/>
                    </a:ext>
                  </a:extLst>
                </p:cNvPr>
                <p:cNvSpPr/>
                <p:nvPr/>
              </p:nvSpPr>
              <p:spPr>
                <a:xfrm>
                  <a:off x="1817180" y="2662156"/>
                  <a:ext cx="82199" cy="282011"/>
                </a:xfrm>
                <a:prstGeom prst="rect">
                  <a:avLst/>
                </a:prstGeom>
                <a:solidFill>
                  <a:srgbClr val="9148C8"/>
                </a:solidFill>
                <a:ln w="63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1F6A5AC6-08BC-4DED-B689-D8D28BB595CE}"/>
                    </a:ext>
                  </a:extLst>
                </p:cNvPr>
                <p:cNvSpPr/>
                <p:nvPr/>
              </p:nvSpPr>
              <p:spPr>
                <a:xfrm rot="5400000">
                  <a:off x="1597632" y="2877431"/>
                  <a:ext cx="82199" cy="282011"/>
                </a:xfrm>
                <a:prstGeom prst="rect">
                  <a:avLst/>
                </a:prstGeom>
                <a:solidFill>
                  <a:schemeClr val="accent4"/>
                </a:solidFill>
                <a:ln w="63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6D42D8E1-4400-442D-A62C-A97E8EF82485}"/>
                  </a:ext>
                </a:extLst>
              </p:cNvPr>
              <p:cNvCxnSpPr/>
              <p:nvPr/>
            </p:nvCxnSpPr>
            <p:spPr>
              <a:xfrm>
                <a:off x="2224880" y="2290824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746C54A-A166-4ED9-99AF-373A9BA8AD46}"/>
                  </a:ext>
                </a:extLst>
              </p:cNvPr>
              <p:cNvCxnSpPr/>
              <p:nvPr/>
            </p:nvCxnSpPr>
            <p:spPr>
              <a:xfrm>
                <a:off x="2224880" y="2721373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C511A070-A94F-44F4-903E-3CBD0E616B6F}"/>
                </a:ext>
              </a:extLst>
            </p:cNvPr>
            <p:cNvGrpSpPr/>
            <p:nvPr/>
          </p:nvGrpSpPr>
          <p:grpSpPr>
            <a:xfrm>
              <a:off x="1326550" y="1901632"/>
              <a:ext cx="174246" cy="165734"/>
              <a:chOff x="1960976" y="2992945"/>
              <a:chExt cx="521293" cy="512748"/>
            </a:xfrm>
          </p:grpSpPr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99BA9C1C-627F-4D09-BBE9-93987F96AB70}"/>
                  </a:ext>
                </a:extLst>
              </p:cNvPr>
              <p:cNvGrpSpPr/>
              <p:nvPr/>
            </p:nvGrpSpPr>
            <p:grpSpPr>
              <a:xfrm>
                <a:off x="1960976" y="2992945"/>
                <a:ext cx="521293" cy="512748"/>
                <a:chOff x="3603126" y="3395374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349F4D78-9BCD-46F0-9C58-7096A8D81D15}"/>
                    </a:ext>
                  </a:extLst>
                </p:cNvPr>
                <p:cNvSpPr/>
                <p:nvPr/>
              </p:nvSpPr>
              <p:spPr>
                <a:xfrm>
                  <a:off x="3603126" y="3395374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63C53454-E589-47F4-ADCA-A1390BD178BF}"/>
                    </a:ext>
                  </a:extLst>
                </p:cNvPr>
                <p:cNvSpPr/>
                <p:nvPr/>
              </p:nvSpPr>
              <p:spPr>
                <a:xfrm rot="5400000">
                  <a:off x="3822672" y="3726017"/>
                  <a:ext cx="82199" cy="282011"/>
                </a:xfrm>
                <a:prstGeom prst="rect">
                  <a:avLst/>
                </a:prstGeom>
                <a:solidFill>
                  <a:schemeClr val="accent5"/>
                </a:solidFill>
                <a:ln w="6350">
                  <a:solidFill>
                    <a:srgbClr val="B6A20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80B85179-02A1-4139-85A5-99FBF0E5C9F3}"/>
                    </a:ext>
                  </a:extLst>
                </p:cNvPr>
                <p:cNvSpPr/>
                <p:nvPr/>
              </p:nvSpPr>
              <p:spPr>
                <a:xfrm>
                  <a:off x="4042220" y="3510742"/>
                  <a:ext cx="82199" cy="282011"/>
                </a:xfrm>
                <a:prstGeom prst="rect">
                  <a:avLst/>
                </a:prstGeom>
                <a:solidFill>
                  <a:srgbClr val="9148C8"/>
                </a:solidFill>
                <a:ln w="63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180525FF-5183-4D56-96F6-7A04A0806286}"/>
                  </a:ext>
                </a:extLst>
              </p:cNvPr>
              <p:cNvCxnSpPr/>
              <p:nvPr/>
            </p:nvCxnSpPr>
            <p:spPr>
              <a:xfrm>
                <a:off x="2224880" y="3423494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641B49C4-BB46-45AB-B54C-6EE21B2F4A39}"/>
                </a:ext>
              </a:extLst>
            </p:cNvPr>
            <p:cNvGrpSpPr/>
            <p:nvPr/>
          </p:nvGrpSpPr>
          <p:grpSpPr>
            <a:xfrm>
              <a:off x="820157" y="1617725"/>
              <a:ext cx="174246" cy="165734"/>
              <a:chOff x="1205410" y="2290825"/>
              <a:chExt cx="521293" cy="512748"/>
            </a:xfrm>
          </p:grpSpPr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1F69E409-8EE2-4ED3-806F-2F70709AC009}"/>
                  </a:ext>
                </a:extLst>
              </p:cNvPr>
              <p:cNvGrpSpPr/>
              <p:nvPr/>
            </p:nvGrpSpPr>
            <p:grpSpPr>
              <a:xfrm>
                <a:off x="1205410" y="2290825"/>
                <a:ext cx="521293" cy="512748"/>
                <a:chOff x="3737574" y="3110669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55A6CC15-FBC9-4184-949F-5620FAE319E1}"/>
                    </a:ext>
                  </a:extLst>
                </p:cNvPr>
                <p:cNvSpPr/>
                <p:nvPr/>
              </p:nvSpPr>
              <p:spPr>
                <a:xfrm>
                  <a:off x="3737574" y="3110669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CE734CE5-A136-4B05-AC58-CD52303105E8}"/>
                    </a:ext>
                  </a:extLst>
                </p:cNvPr>
                <p:cNvSpPr/>
                <p:nvPr/>
              </p:nvSpPr>
              <p:spPr>
                <a:xfrm rot="5400000">
                  <a:off x="3957120" y="3010763"/>
                  <a:ext cx="82199" cy="282011"/>
                </a:xfrm>
                <a:prstGeom prst="rect">
                  <a:avLst/>
                </a:prstGeom>
                <a:solidFill>
                  <a:schemeClr val="accent4"/>
                </a:solidFill>
                <a:ln w="63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968CD6D9-01ED-4E4A-90BF-85E2E03D738B}"/>
                    </a:ext>
                  </a:extLst>
                </p:cNvPr>
                <p:cNvSpPr/>
                <p:nvPr/>
              </p:nvSpPr>
              <p:spPr>
                <a:xfrm>
                  <a:off x="4171308" y="3226037"/>
                  <a:ext cx="82199" cy="282011"/>
                </a:xfrm>
                <a:prstGeom prst="rect">
                  <a:avLst/>
                </a:prstGeom>
                <a:solidFill>
                  <a:srgbClr val="FC711C"/>
                </a:solidFill>
                <a:ln w="63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A0E08BA6-D804-4FA9-BD7B-747088627E28}"/>
                  </a:ext>
                </a:extLst>
              </p:cNvPr>
              <p:cNvCxnSpPr>
                <a:stCxn id="138" idx="1"/>
                <a:endCxn id="138" idx="3"/>
              </p:cNvCxnSpPr>
              <p:nvPr/>
            </p:nvCxnSpPr>
            <p:spPr>
              <a:xfrm>
                <a:off x="1466055" y="2290825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D453FEB8-CD4A-4D9A-A20E-A52BEDF44DB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680241" y="2498948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2415FA2B-FB53-40FF-8F90-FCFB0BD7896A}"/>
                </a:ext>
              </a:extLst>
            </p:cNvPr>
            <p:cNvGrpSpPr/>
            <p:nvPr/>
          </p:nvGrpSpPr>
          <p:grpSpPr>
            <a:xfrm>
              <a:off x="957605" y="2084005"/>
              <a:ext cx="174247" cy="165734"/>
              <a:chOff x="1200047" y="2998405"/>
              <a:chExt cx="521296" cy="512748"/>
            </a:xfrm>
          </p:grpSpPr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09AF3B16-B491-4D01-BC26-E65F0D4665F1}"/>
                  </a:ext>
                </a:extLst>
              </p:cNvPr>
              <p:cNvGrpSpPr/>
              <p:nvPr/>
            </p:nvGrpSpPr>
            <p:grpSpPr>
              <a:xfrm>
                <a:off x="1200050" y="2998405"/>
                <a:ext cx="521293" cy="512748"/>
                <a:chOff x="3515961" y="3443740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E80C9F32-CCCC-42FC-BC9F-25467F425BAE}"/>
                    </a:ext>
                  </a:extLst>
                </p:cNvPr>
                <p:cNvSpPr/>
                <p:nvPr/>
              </p:nvSpPr>
              <p:spPr>
                <a:xfrm>
                  <a:off x="3515961" y="3443740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8BEA8A7E-46B6-4E0C-AC33-74510027E689}"/>
                    </a:ext>
                  </a:extLst>
                </p:cNvPr>
                <p:cNvSpPr/>
                <p:nvPr/>
              </p:nvSpPr>
              <p:spPr>
                <a:xfrm>
                  <a:off x="3515961" y="3559108"/>
                  <a:ext cx="82199" cy="282011"/>
                </a:xfrm>
                <a:prstGeom prst="rect">
                  <a:avLst/>
                </a:prstGeom>
                <a:solidFill>
                  <a:srgbClr val="F81818"/>
                </a:solidFill>
                <a:ln w="6350">
                  <a:solidFill>
                    <a:srgbClr val="9D050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94579CC8-273C-459C-A085-CCF3375C38AD}"/>
                    </a:ext>
                  </a:extLst>
                </p:cNvPr>
                <p:cNvSpPr/>
                <p:nvPr/>
              </p:nvSpPr>
              <p:spPr>
                <a:xfrm rot="5400000">
                  <a:off x="3735507" y="3343834"/>
                  <a:ext cx="82199" cy="282011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1377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A69F8EB1-DBEC-4493-BDCE-4FC0FDA5525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241147" y="3206974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70EA6372-A80D-422B-87A1-5D1458D6042C}"/>
                </a:ext>
              </a:extLst>
            </p:cNvPr>
            <p:cNvGrpSpPr/>
            <p:nvPr/>
          </p:nvGrpSpPr>
          <p:grpSpPr>
            <a:xfrm>
              <a:off x="1602087" y="2197680"/>
              <a:ext cx="174247" cy="166449"/>
              <a:chOff x="1200046" y="3705985"/>
              <a:chExt cx="521295" cy="514960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F1F3E3AD-B570-4384-9A9D-AA43B7A94F06}"/>
                  </a:ext>
                </a:extLst>
              </p:cNvPr>
              <p:cNvGrpSpPr/>
              <p:nvPr/>
            </p:nvGrpSpPr>
            <p:grpSpPr>
              <a:xfrm>
                <a:off x="1200048" y="3705985"/>
                <a:ext cx="521293" cy="514960"/>
                <a:chOff x="3519304" y="3703188"/>
                <a:chExt cx="521293" cy="514960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65F66145-1618-498B-990B-02CBC060762E}"/>
                    </a:ext>
                  </a:extLst>
                </p:cNvPr>
                <p:cNvSpPr/>
                <p:nvPr/>
              </p:nvSpPr>
              <p:spPr>
                <a:xfrm>
                  <a:off x="3519304" y="3705400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1E8C4CB1-D737-45BA-8411-3476ACB6B0E6}"/>
                    </a:ext>
                  </a:extLst>
                </p:cNvPr>
                <p:cNvSpPr/>
                <p:nvPr/>
              </p:nvSpPr>
              <p:spPr>
                <a:xfrm rot="5400000">
                  <a:off x="3734549" y="3603282"/>
                  <a:ext cx="82199" cy="282011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1377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6A89A705-7632-43F1-B999-336546FF2111}"/>
                    </a:ext>
                  </a:extLst>
                </p:cNvPr>
                <p:cNvSpPr/>
                <p:nvPr/>
              </p:nvSpPr>
              <p:spPr>
                <a:xfrm>
                  <a:off x="3519304" y="3820768"/>
                  <a:ext cx="82199" cy="282011"/>
                </a:xfrm>
                <a:prstGeom prst="rect">
                  <a:avLst/>
                </a:prstGeom>
                <a:solidFill>
                  <a:srgbClr val="FC711C"/>
                </a:solidFill>
                <a:ln w="63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CA862F90-4332-4EBA-BF0C-58508E0C9E60}"/>
                    </a:ext>
                  </a:extLst>
                </p:cNvPr>
                <p:cNvSpPr/>
                <p:nvPr/>
              </p:nvSpPr>
              <p:spPr>
                <a:xfrm>
                  <a:off x="3958398" y="3820768"/>
                  <a:ext cx="82199" cy="282011"/>
                </a:xfrm>
                <a:prstGeom prst="rect">
                  <a:avLst/>
                </a:prstGeom>
                <a:solidFill>
                  <a:srgbClr val="F81818"/>
                </a:solidFill>
                <a:ln w="6350">
                  <a:solidFill>
                    <a:srgbClr val="9D050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748F962E-B66F-40D6-A5E5-150D79FB1DC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680240" y="3921349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56211C4C-E289-4A13-B0E4-91AAFF162DD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241146" y="3924572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4" name="TextBox 163">
            <a:extLst>
              <a:ext uri="{FF2B5EF4-FFF2-40B4-BE49-F238E27FC236}">
                <a16:creationId xmlns:a16="http://schemas.microsoft.com/office/drawing/2014/main" id="{EA43C72D-B94D-4B68-B282-E4AB47C3EAF8}"/>
              </a:ext>
            </a:extLst>
          </p:cNvPr>
          <p:cNvSpPr txBox="1"/>
          <p:nvPr/>
        </p:nvSpPr>
        <p:spPr>
          <a:xfrm>
            <a:off x="1677472" y="788798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distinct tile types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48FC53F-9B66-496A-AF45-965340E29953}"/>
              </a:ext>
            </a:extLst>
          </p:cNvPr>
          <p:cNvGrpSpPr/>
          <p:nvPr/>
        </p:nvGrpSpPr>
        <p:grpSpPr>
          <a:xfrm>
            <a:off x="203174" y="647383"/>
            <a:ext cx="1677062" cy="584775"/>
            <a:chOff x="2877923" y="1258626"/>
            <a:chExt cx="1677062" cy="584775"/>
          </a:xfrm>
        </p:grpSpPr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0485483A-602F-42A9-A60E-BBF1EE8A6B7D}"/>
                </a:ext>
              </a:extLst>
            </p:cNvPr>
            <p:cNvGrpSpPr/>
            <p:nvPr/>
          </p:nvGrpSpPr>
          <p:grpSpPr>
            <a:xfrm>
              <a:off x="3351599" y="1301863"/>
              <a:ext cx="920445" cy="529053"/>
              <a:chOff x="1041705" y="3992508"/>
              <a:chExt cx="920445" cy="529053"/>
            </a:xfrm>
          </p:grpSpPr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5F9F15ED-962B-4FC6-ABF2-DE9CD7111237}"/>
                  </a:ext>
                </a:extLst>
              </p:cNvPr>
              <p:cNvSpPr txBox="1"/>
              <p:nvPr/>
            </p:nvSpPr>
            <p:spPr>
              <a:xfrm>
                <a:off x="1041705" y="4213784"/>
                <a:ext cx="9204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log(K(S))</a:t>
                </a:r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BEB28611-EC70-40B6-8997-241985D0D2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2295" y="4270935"/>
                <a:ext cx="81584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28A34A84-BF9D-412F-B91D-C7C8324F6DBA}"/>
                  </a:ext>
                </a:extLst>
              </p:cNvPr>
              <p:cNvSpPr txBox="1"/>
              <p:nvPr/>
            </p:nvSpPr>
            <p:spPr>
              <a:xfrm>
                <a:off x="1210464" y="3992508"/>
                <a:ext cx="6976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K(S)</a:t>
                </a: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3349DA4E-0CE9-4C02-8622-DA089EF7EF20}"/>
                </a:ext>
              </a:extLst>
            </p:cNvPr>
            <p:cNvSpPr txBox="1"/>
            <p:nvPr/>
          </p:nvSpPr>
          <p:spPr>
            <a:xfrm>
              <a:off x="2877923" y="1258626"/>
              <a:ext cx="167706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O(        ) </a:t>
              </a:r>
            </a:p>
          </p:txBody>
        </p:sp>
      </p:grp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F23FF927-B29C-4426-8D5F-29C37E4F5A5B}"/>
              </a:ext>
            </a:extLst>
          </p:cNvPr>
          <p:cNvCxnSpPr/>
          <p:nvPr/>
        </p:nvCxnSpPr>
        <p:spPr>
          <a:xfrm>
            <a:off x="282639" y="1197104"/>
            <a:ext cx="30996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7688D7A4-3F2E-4861-BF49-16A687B6AAF9}"/>
              </a:ext>
            </a:extLst>
          </p:cNvPr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9131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67FB474-A242-485E-94C3-9C8210029313}"/>
              </a:ext>
            </a:extLst>
          </p:cNvPr>
          <p:cNvGrpSpPr/>
          <p:nvPr/>
        </p:nvGrpSpPr>
        <p:grpSpPr>
          <a:xfrm>
            <a:off x="1821016" y="2678806"/>
            <a:ext cx="1405399" cy="191743"/>
            <a:chOff x="1751166" y="2678806"/>
            <a:chExt cx="1405399" cy="19174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A39304D-2C79-412C-AF0E-DF5E7E4CCEF8}"/>
                </a:ext>
              </a:extLst>
            </p:cNvPr>
            <p:cNvSpPr/>
            <p:nvPr/>
          </p:nvSpPr>
          <p:spPr>
            <a:xfrm>
              <a:off x="1762596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5ABD3F8-1B92-4A59-9674-2C87DD8622E8}"/>
                </a:ext>
              </a:extLst>
            </p:cNvPr>
            <p:cNvSpPr/>
            <p:nvPr/>
          </p:nvSpPr>
          <p:spPr>
            <a:xfrm>
              <a:off x="1936842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695E45C-3673-49B5-91D0-48D95D70E04F}"/>
                </a:ext>
              </a:extLst>
            </p:cNvPr>
            <p:cNvSpPr/>
            <p:nvPr/>
          </p:nvSpPr>
          <p:spPr>
            <a:xfrm>
              <a:off x="2111088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CB76EB5-02B7-4275-B625-A8A76866CA7E}"/>
                </a:ext>
              </a:extLst>
            </p:cNvPr>
            <p:cNvSpPr/>
            <p:nvPr/>
          </p:nvSpPr>
          <p:spPr>
            <a:xfrm>
              <a:off x="2285335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3C424E9-654B-4BBE-A411-F37A64728457}"/>
                </a:ext>
              </a:extLst>
            </p:cNvPr>
            <p:cNvSpPr/>
            <p:nvPr/>
          </p:nvSpPr>
          <p:spPr>
            <a:xfrm>
              <a:off x="2459581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AF93879-7E1E-4330-A9FD-C223333FD215}"/>
                </a:ext>
              </a:extLst>
            </p:cNvPr>
            <p:cNvSpPr/>
            <p:nvPr/>
          </p:nvSpPr>
          <p:spPr>
            <a:xfrm>
              <a:off x="2633827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6B1D2D0-A1B2-40B7-AF7A-8330D5DFDF76}"/>
                </a:ext>
              </a:extLst>
            </p:cNvPr>
            <p:cNvSpPr/>
            <p:nvPr/>
          </p:nvSpPr>
          <p:spPr>
            <a:xfrm>
              <a:off x="2808073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2D5B89A-BB9C-4098-AECB-64E45C4659DF}"/>
                </a:ext>
              </a:extLst>
            </p:cNvPr>
            <p:cNvSpPr/>
            <p:nvPr/>
          </p:nvSpPr>
          <p:spPr>
            <a:xfrm>
              <a:off x="2982319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E611F69-AC64-4F48-8231-179B604CF7AF}"/>
                </a:ext>
              </a:extLst>
            </p:cNvPr>
            <p:cNvSpPr/>
            <p:nvPr/>
          </p:nvSpPr>
          <p:spPr>
            <a:xfrm>
              <a:off x="1751166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2081729-137B-444D-AF41-F99295DCCDA9}"/>
                </a:ext>
              </a:extLst>
            </p:cNvPr>
            <p:cNvSpPr/>
            <p:nvPr/>
          </p:nvSpPr>
          <p:spPr>
            <a:xfrm>
              <a:off x="1925412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0FD16AC-3DA8-467D-AE04-4427FAF55691}"/>
                </a:ext>
              </a:extLst>
            </p:cNvPr>
            <p:cNvSpPr/>
            <p:nvPr/>
          </p:nvSpPr>
          <p:spPr>
            <a:xfrm>
              <a:off x="2099658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FC90D57-1F44-42DE-BFFF-79BFB251FD79}"/>
                </a:ext>
              </a:extLst>
            </p:cNvPr>
            <p:cNvSpPr/>
            <p:nvPr/>
          </p:nvSpPr>
          <p:spPr>
            <a:xfrm>
              <a:off x="2273905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C328A41-2E3D-491C-9343-23B321CA68C2}"/>
                </a:ext>
              </a:extLst>
            </p:cNvPr>
            <p:cNvSpPr/>
            <p:nvPr/>
          </p:nvSpPr>
          <p:spPr>
            <a:xfrm>
              <a:off x="2448151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5F09A19-3A08-4C3C-9CFA-6C4B5BAD1A89}"/>
                </a:ext>
              </a:extLst>
            </p:cNvPr>
            <p:cNvSpPr/>
            <p:nvPr/>
          </p:nvSpPr>
          <p:spPr>
            <a:xfrm>
              <a:off x="2622397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97658C4-68D2-4F74-BD2C-85BA9E3FD7D0}"/>
                </a:ext>
              </a:extLst>
            </p:cNvPr>
            <p:cNvSpPr/>
            <p:nvPr/>
          </p:nvSpPr>
          <p:spPr>
            <a:xfrm>
              <a:off x="2796643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1AFD046-01C5-4F4E-956B-F2D336EBFD35}"/>
                </a:ext>
              </a:extLst>
            </p:cNvPr>
            <p:cNvSpPr/>
            <p:nvPr/>
          </p:nvSpPr>
          <p:spPr>
            <a:xfrm>
              <a:off x="2970889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86387D8-2CEE-409F-B305-E3DD4010F8A0}"/>
              </a:ext>
            </a:extLst>
          </p:cNvPr>
          <p:cNvGrpSpPr/>
          <p:nvPr/>
        </p:nvGrpSpPr>
        <p:grpSpPr>
          <a:xfrm>
            <a:off x="401057" y="1331258"/>
            <a:ext cx="1116685" cy="905871"/>
            <a:chOff x="820157" y="1458258"/>
            <a:chExt cx="1116685" cy="905871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A109DD6B-581E-4A98-9B66-E18A3DF24D88}"/>
                </a:ext>
              </a:extLst>
            </p:cNvPr>
            <p:cNvGrpSpPr/>
            <p:nvPr/>
          </p:nvGrpSpPr>
          <p:grpSpPr>
            <a:xfrm>
              <a:off x="1762596" y="1698281"/>
              <a:ext cx="174246" cy="165734"/>
              <a:chOff x="3374524" y="3961948"/>
              <a:chExt cx="521293" cy="51274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D8E06A4-1420-4987-A1E6-757F29DC4EA2}"/>
                  </a:ext>
                </a:extLst>
              </p:cNvPr>
              <p:cNvSpPr/>
              <p:nvPr/>
            </p:nvSpPr>
            <p:spPr>
              <a:xfrm>
                <a:off x="3374524" y="3961949"/>
                <a:ext cx="521293" cy="512748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0255F68-D61D-48EA-BC23-FA439E3A986B}"/>
                  </a:ext>
                </a:extLst>
              </p:cNvPr>
              <p:cNvSpPr/>
              <p:nvPr/>
            </p:nvSpPr>
            <p:spPr>
              <a:xfrm rot="5400000">
                <a:off x="3594070" y="3862042"/>
                <a:ext cx="82199" cy="282011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137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6122C6E2-E643-4B9C-86B3-2914D8C74D12}"/>
                  </a:ext>
                </a:extLst>
              </p:cNvPr>
              <p:cNvSpPr/>
              <p:nvPr/>
            </p:nvSpPr>
            <p:spPr>
              <a:xfrm rot="5400000">
                <a:off x="3594070" y="4292592"/>
                <a:ext cx="82199" cy="282011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137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F16AAB8A-82A5-428C-A814-6F0A8616C33A}"/>
                  </a:ext>
                </a:extLst>
              </p:cNvPr>
              <p:cNvSpPr/>
              <p:nvPr/>
            </p:nvSpPr>
            <p:spPr>
              <a:xfrm>
                <a:off x="3374524" y="4079529"/>
                <a:ext cx="82199" cy="282011"/>
              </a:xfrm>
              <a:prstGeom prst="rect">
                <a:avLst/>
              </a:prstGeom>
              <a:solidFill>
                <a:srgbClr val="9148C8"/>
              </a:solidFill>
              <a:ln w="63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724418E0-A7AE-46D4-9A6C-CA6FF1F13EAD}"/>
                  </a:ext>
                </a:extLst>
              </p:cNvPr>
              <p:cNvSpPr/>
              <p:nvPr/>
            </p:nvSpPr>
            <p:spPr>
              <a:xfrm>
                <a:off x="3813618" y="4079529"/>
                <a:ext cx="82199" cy="282011"/>
              </a:xfrm>
              <a:prstGeom prst="rect">
                <a:avLst/>
              </a:prstGeom>
              <a:solidFill>
                <a:srgbClr val="9148C8"/>
              </a:solidFill>
              <a:ln w="63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3AC056D9-CB4A-4C81-B0B8-A1F9EC6A3A33}"/>
                </a:ext>
              </a:extLst>
            </p:cNvPr>
            <p:cNvGrpSpPr/>
            <p:nvPr/>
          </p:nvGrpSpPr>
          <p:grpSpPr>
            <a:xfrm>
              <a:off x="1337149" y="1458258"/>
              <a:ext cx="174246" cy="165734"/>
              <a:chOff x="1960978" y="2290824"/>
              <a:chExt cx="521293" cy="512748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E39300E9-1385-4A7A-9BD0-F6E863F32A0F}"/>
                  </a:ext>
                </a:extLst>
              </p:cNvPr>
              <p:cNvGrpSpPr/>
              <p:nvPr/>
            </p:nvGrpSpPr>
            <p:grpSpPr>
              <a:xfrm>
                <a:off x="1960978" y="2290824"/>
                <a:ext cx="521293" cy="512748"/>
                <a:chOff x="1378086" y="2546788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BA8FB9D5-5866-4757-BFB2-03518C0EFE9C}"/>
                    </a:ext>
                  </a:extLst>
                </p:cNvPr>
                <p:cNvSpPr/>
                <p:nvPr/>
              </p:nvSpPr>
              <p:spPr>
                <a:xfrm>
                  <a:off x="1378086" y="2546788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097F1BF0-4022-4D05-BBB8-97E13AFAF26E}"/>
                    </a:ext>
                  </a:extLst>
                </p:cNvPr>
                <p:cNvSpPr/>
                <p:nvPr/>
              </p:nvSpPr>
              <p:spPr>
                <a:xfrm rot="5400000">
                  <a:off x="1597632" y="2446882"/>
                  <a:ext cx="82199" cy="282011"/>
                </a:xfrm>
                <a:prstGeom prst="rect">
                  <a:avLst/>
                </a:prstGeom>
                <a:solidFill>
                  <a:schemeClr val="accent5"/>
                </a:solidFill>
                <a:ln w="6350">
                  <a:solidFill>
                    <a:srgbClr val="B6A20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A41DD89E-A0F1-414E-9E1D-E630DD6203CA}"/>
                    </a:ext>
                  </a:extLst>
                </p:cNvPr>
                <p:cNvSpPr/>
                <p:nvPr/>
              </p:nvSpPr>
              <p:spPr>
                <a:xfrm>
                  <a:off x="1817180" y="2662156"/>
                  <a:ext cx="82199" cy="282011"/>
                </a:xfrm>
                <a:prstGeom prst="rect">
                  <a:avLst/>
                </a:prstGeom>
                <a:solidFill>
                  <a:srgbClr val="9148C8"/>
                </a:solidFill>
                <a:ln w="63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1F6A5AC6-08BC-4DED-B689-D8D28BB595CE}"/>
                    </a:ext>
                  </a:extLst>
                </p:cNvPr>
                <p:cNvSpPr/>
                <p:nvPr/>
              </p:nvSpPr>
              <p:spPr>
                <a:xfrm rot="5400000">
                  <a:off x="1597632" y="2877431"/>
                  <a:ext cx="82199" cy="282011"/>
                </a:xfrm>
                <a:prstGeom prst="rect">
                  <a:avLst/>
                </a:prstGeom>
                <a:solidFill>
                  <a:schemeClr val="accent4"/>
                </a:solidFill>
                <a:ln w="63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6D42D8E1-4400-442D-A62C-A97E8EF82485}"/>
                  </a:ext>
                </a:extLst>
              </p:cNvPr>
              <p:cNvCxnSpPr/>
              <p:nvPr/>
            </p:nvCxnSpPr>
            <p:spPr>
              <a:xfrm>
                <a:off x="2224880" y="2290824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746C54A-A166-4ED9-99AF-373A9BA8AD46}"/>
                  </a:ext>
                </a:extLst>
              </p:cNvPr>
              <p:cNvCxnSpPr/>
              <p:nvPr/>
            </p:nvCxnSpPr>
            <p:spPr>
              <a:xfrm>
                <a:off x="2224880" y="2721373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C511A070-A94F-44F4-903E-3CBD0E616B6F}"/>
                </a:ext>
              </a:extLst>
            </p:cNvPr>
            <p:cNvGrpSpPr/>
            <p:nvPr/>
          </p:nvGrpSpPr>
          <p:grpSpPr>
            <a:xfrm>
              <a:off x="1326550" y="1901632"/>
              <a:ext cx="174246" cy="165734"/>
              <a:chOff x="1960976" y="2992945"/>
              <a:chExt cx="521293" cy="512748"/>
            </a:xfrm>
          </p:grpSpPr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99BA9C1C-627F-4D09-BBE9-93987F96AB70}"/>
                  </a:ext>
                </a:extLst>
              </p:cNvPr>
              <p:cNvGrpSpPr/>
              <p:nvPr/>
            </p:nvGrpSpPr>
            <p:grpSpPr>
              <a:xfrm>
                <a:off x="1960976" y="2992945"/>
                <a:ext cx="521293" cy="512748"/>
                <a:chOff x="3603126" y="3395374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349F4D78-9BCD-46F0-9C58-7096A8D81D15}"/>
                    </a:ext>
                  </a:extLst>
                </p:cNvPr>
                <p:cNvSpPr/>
                <p:nvPr/>
              </p:nvSpPr>
              <p:spPr>
                <a:xfrm>
                  <a:off x="3603126" y="3395374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63C53454-E589-47F4-ADCA-A1390BD178BF}"/>
                    </a:ext>
                  </a:extLst>
                </p:cNvPr>
                <p:cNvSpPr/>
                <p:nvPr/>
              </p:nvSpPr>
              <p:spPr>
                <a:xfrm rot="5400000">
                  <a:off x="3822672" y="3726017"/>
                  <a:ext cx="82199" cy="282011"/>
                </a:xfrm>
                <a:prstGeom prst="rect">
                  <a:avLst/>
                </a:prstGeom>
                <a:solidFill>
                  <a:schemeClr val="accent5"/>
                </a:solidFill>
                <a:ln w="6350">
                  <a:solidFill>
                    <a:srgbClr val="B6A20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80B85179-02A1-4139-85A5-99FBF0E5C9F3}"/>
                    </a:ext>
                  </a:extLst>
                </p:cNvPr>
                <p:cNvSpPr/>
                <p:nvPr/>
              </p:nvSpPr>
              <p:spPr>
                <a:xfrm>
                  <a:off x="4042220" y="3510742"/>
                  <a:ext cx="82199" cy="282011"/>
                </a:xfrm>
                <a:prstGeom prst="rect">
                  <a:avLst/>
                </a:prstGeom>
                <a:solidFill>
                  <a:srgbClr val="9148C8"/>
                </a:solidFill>
                <a:ln w="63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180525FF-5183-4D56-96F6-7A04A0806286}"/>
                  </a:ext>
                </a:extLst>
              </p:cNvPr>
              <p:cNvCxnSpPr/>
              <p:nvPr/>
            </p:nvCxnSpPr>
            <p:spPr>
              <a:xfrm>
                <a:off x="2224880" y="3423494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641B49C4-BB46-45AB-B54C-6EE21B2F4A39}"/>
                </a:ext>
              </a:extLst>
            </p:cNvPr>
            <p:cNvGrpSpPr/>
            <p:nvPr/>
          </p:nvGrpSpPr>
          <p:grpSpPr>
            <a:xfrm>
              <a:off x="820157" y="1617725"/>
              <a:ext cx="174246" cy="165734"/>
              <a:chOff x="1205410" y="2290825"/>
              <a:chExt cx="521293" cy="512748"/>
            </a:xfrm>
          </p:grpSpPr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1F69E409-8EE2-4ED3-806F-2F70709AC009}"/>
                  </a:ext>
                </a:extLst>
              </p:cNvPr>
              <p:cNvGrpSpPr/>
              <p:nvPr/>
            </p:nvGrpSpPr>
            <p:grpSpPr>
              <a:xfrm>
                <a:off x="1205410" y="2290825"/>
                <a:ext cx="521293" cy="512748"/>
                <a:chOff x="3737574" y="3110669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55A6CC15-FBC9-4184-949F-5620FAE319E1}"/>
                    </a:ext>
                  </a:extLst>
                </p:cNvPr>
                <p:cNvSpPr/>
                <p:nvPr/>
              </p:nvSpPr>
              <p:spPr>
                <a:xfrm>
                  <a:off x="3737574" y="3110669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CE734CE5-A136-4B05-AC58-CD52303105E8}"/>
                    </a:ext>
                  </a:extLst>
                </p:cNvPr>
                <p:cNvSpPr/>
                <p:nvPr/>
              </p:nvSpPr>
              <p:spPr>
                <a:xfrm rot="5400000">
                  <a:off x="3957120" y="3010763"/>
                  <a:ext cx="82199" cy="282011"/>
                </a:xfrm>
                <a:prstGeom prst="rect">
                  <a:avLst/>
                </a:prstGeom>
                <a:solidFill>
                  <a:schemeClr val="accent4"/>
                </a:solidFill>
                <a:ln w="63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968CD6D9-01ED-4E4A-90BF-85E2E03D738B}"/>
                    </a:ext>
                  </a:extLst>
                </p:cNvPr>
                <p:cNvSpPr/>
                <p:nvPr/>
              </p:nvSpPr>
              <p:spPr>
                <a:xfrm>
                  <a:off x="4171308" y="3226037"/>
                  <a:ext cx="82199" cy="282011"/>
                </a:xfrm>
                <a:prstGeom prst="rect">
                  <a:avLst/>
                </a:prstGeom>
                <a:solidFill>
                  <a:srgbClr val="FC711C"/>
                </a:solidFill>
                <a:ln w="63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A0E08BA6-D804-4FA9-BD7B-747088627E28}"/>
                  </a:ext>
                </a:extLst>
              </p:cNvPr>
              <p:cNvCxnSpPr>
                <a:stCxn id="138" idx="1"/>
                <a:endCxn id="138" idx="3"/>
              </p:cNvCxnSpPr>
              <p:nvPr/>
            </p:nvCxnSpPr>
            <p:spPr>
              <a:xfrm>
                <a:off x="1466055" y="2290825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D453FEB8-CD4A-4D9A-A20E-A52BEDF44DB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680241" y="2498948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2415FA2B-FB53-40FF-8F90-FCFB0BD7896A}"/>
                </a:ext>
              </a:extLst>
            </p:cNvPr>
            <p:cNvGrpSpPr/>
            <p:nvPr/>
          </p:nvGrpSpPr>
          <p:grpSpPr>
            <a:xfrm>
              <a:off x="957605" y="2084005"/>
              <a:ext cx="174247" cy="165734"/>
              <a:chOff x="1200047" y="2998405"/>
              <a:chExt cx="521296" cy="512748"/>
            </a:xfrm>
          </p:grpSpPr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09AF3B16-B491-4D01-BC26-E65F0D4665F1}"/>
                  </a:ext>
                </a:extLst>
              </p:cNvPr>
              <p:cNvGrpSpPr/>
              <p:nvPr/>
            </p:nvGrpSpPr>
            <p:grpSpPr>
              <a:xfrm>
                <a:off x="1200050" y="2998405"/>
                <a:ext cx="521293" cy="512748"/>
                <a:chOff x="3515961" y="3443740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E80C9F32-CCCC-42FC-BC9F-25467F425BAE}"/>
                    </a:ext>
                  </a:extLst>
                </p:cNvPr>
                <p:cNvSpPr/>
                <p:nvPr/>
              </p:nvSpPr>
              <p:spPr>
                <a:xfrm>
                  <a:off x="3515961" y="3443740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8BEA8A7E-46B6-4E0C-AC33-74510027E689}"/>
                    </a:ext>
                  </a:extLst>
                </p:cNvPr>
                <p:cNvSpPr/>
                <p:nvPr/>
              </p:nvSpPr>
              <p:spPr>
                <a:xfrm>
                  <a:off x="3515961" y="3559108"/>
                  <a:ext cx="82199" cy="282011"/>
                </a:xfrm>
                <a:prstGeom prst="rect">
                  <a:avLst/>
                </a:prstGeom>
                <a:solidFill>
                  <a:srgbClr val="F81818"/>
                </a:solidFill>
                <a:ln w="6350">
                  <a:solidFill>
                    <a:srgbClr val="9D050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94579CC8-273C-459C-A085-CCF3375C38AD}"/>
                    </a:ext>
                  </a:extLst>
                </p:cNvPr>
                <p:cNvSpPr/>
                <p:nvPr/>
              </p:nvSpPr>
              <p:spPr>
                <a:xfrm rot="5400000">
                  <a:off x="3735507" y="3343834"/>
                  <a:ext cx="82199" cy="282011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1377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A69F8EB1-DBEC-4493-BDCE-4FC0FDA5525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241147" y="3206974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70EA6372-A80D-422B-87A1-5D1458D6042C}"/>
                </a:ext>
              </a:extLst>
            </p:cNvPr>
            <p:cNvGrpSpPr/>
            <p:nvPr/>
          </p:nvGrpSpPr>
          <p:grpSpPr>
            <a:xfrm>
              <a:off x="1602087" y="2197680"/>
              <a:ext cx="174247" cy="166449"/>
              <a:chOff x="1200046" y="3705985"/>
              <a:chExt cx="521295" cy="514960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F1F3E3AD-B570-4384-9A9D-AA43B7A94F06}"/>
                  </a:ext>
                </a:extLst>
              </p:cNvPr>
              <p:cNvGrpSpPr/>
              <p:nvPr/>
            </p:nvGrpSpPr>
            <p:grpSpPr>
              <a:xfrm>
                <a:off x="1200048" y="3705985"/>
                <a:ext cx="521293" cy="514960"/>
                <a:chOff x="3519304" y="3703188"/>
                <a:chExt cx="521293" cy="514960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65F66145-1618-498B-990B-02CBC060762E}"/>
                    </a:ext>
                  </a:extLst>
                </p:cNvPr>
                <p:cNvSpPr/>
                <p:nvPr/>
              </p:nvSpPr>
              <p:spPr>
                <a:xfrm>
                  <a:off x="3519304" y="3705400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1E8C4CB1-D737-45BA-8411-3476ACB6B0E6}"/>
                    </a:ext>
                  </a:extLst>
                </p:cNvPr>
                <p:cNvSpPr/>
                <p:nvPr/>
              </p:nvSpPr>
              <p:spPr>
                <a:xfrm rot="5400000">
                  <a:off x="3734549" y="3603282"/>
                  <a:ext cx="82199" cy="282011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1377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6A89A705-7632-43F1-B999-336546FF2111}"/>
                    </a:ext>
                  </a:extLst>
                </p:cNvPr>
                <p:cNvSpPr/>
                <p:nvPr/>
              </p:nvSpPr>
              <p:spPr>
                <a:xfrm>
                  <a:off x="3519304" y="3820768"/>
                  <a:ext cx="82199" cy="282011"/>
                </a:xfrm>
                <a:prstGeom prst="rect">
                  <a:avLst/>
                </a:prstGeom>
                <a:solidFill>
                  <a:srgbClr val="FC711C"/>
                </a:solidFill>
                <a:ln w="63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CA862F90-4332-4EBA-BF0C-58508E0C9E60}"/>
                    </a:ext>
                  </a:extLst>
                </p:cNvPr>
                <p:cNvSpPr/>
                <p:nvPr/>
              </p:nvSpPr>
              <p:spPr>
                <a:xfrm>
                  <a:off x="3958398" y="3820768"/>
                  <a:ext cx="82199" cy="282011"/>
                </a:xfrm>
                <a:prstGeom prst="rect">
                  <a:avLst/>
                </a:prstGeom>
                <a:solidFill>
                  <a:srgbClr val="F81818"/>
                </a:solidFill>
                <a:ln w="6350">
                  <a:solidFill>
                    <a:srgbClr val="9D050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748F962E-B66F-40D6-A5E5-150D79FB1DC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680240" y="3921349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56211C4C-E289-4A13-B0E4-91AAFF162DD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241146" y="3924572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ABC1B264-44DF-4A8E-BE2E-7F3E9739858D}"/>
              </a:ext>
            </a:extLst>
          </p:cNvPr>
          <p:cNvGrpSpPr/>
          <p:nvPr/>
        </p:nvGrpSpPr>
        <p:grpSpPr>
          <a:xfrm>
            <a:off x="1131102" y="2533377"/>
            <a:ext cx="436046" cy="393700"/>
            <a:chOff x="947440" y="2425700"/>
            <a:chExt cx="436046" cy="393700"/>
          </a:xfrm>
        </p:grpSpPr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817BD31A-85C5-4F15-9498-EDACA3D6FEE6}"/>
                </a:ext>
              </a:extLst>
            </p:cNvPr>
            <p:cNvCxnSpPr/>
            <p:nvPr/>
          </p:nvCxnSpPr>
          <p:spPr>
            <a:xfrm>
              <a:off x="947440" y="2425700"/>
              <a:ext cx="0" cy="3937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93D13032-B044-4797-9E8D-802E12737EF4}"/>
                </a:ext>
              </a:extLst>
            </p:cNvPr>
            <p:cNvCxnSpPr/>
            <p:nvPr/>
          </p:nvCxnSpPr>
          <p:spPr>
            <a:xfrm>
              <a:off x="947440" y="2819400"/>
              <a:ext cx="43604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4" name="TextBox 163">
            <a:extLst>
              <a:ext uri="{FF2B5EF4-FFF2-40B4-BE49-F238E27FC236}">
                <a16:creationId xmlns:a16="http://schemas.microsoft.com/office/drawing/2014/main" id="{EA43C72D-B94D-4B68-B282-E4AB47C3EAF8}"/>
              </a:ext>
            </a:extLst>
          </p:cNvPr>
          <p:cNvSpPr txBox="1"/>
          <p:nvPr/>
        </p:nvSpPr>
        <p:spPr>
          <a:xfrm>
            <a:off x="1677472" y="788798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distinct tile types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F8C397B-5E63-46A7-BF50-0E3D70B6CDFD}"/>
              </a:ext>
            </a:extLst>
          </p:cNvPr>
          <p:cNvSpPr txBox="1"/>
          <p:nvPr/>
        </p:nvSpPr>
        <p:spPr>
          <a:xfrm>
            <a:off x="1731992" y="2153576"/>
            <a:ext cx="2789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Higher-Base Representation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ADE3E20A-BCAC-4D00-9CA5-DA6629F5E08B}"/>
              </a:ext>
            </a:extLst>
          </p:cNvPr>
          <p:cNvSpPr txBox="1"/>
          <p:nvPr/>
        </p:nvSpPr>
        <p:spPr>
          <a:xfrm>
            <a:off x="11978" y="3154621"/>
            <a:ext cx="1447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Self Assembles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48FC53F-9B66-496A-AF45-965340E29953}"/>
              </a:ext>
            </a:extLst>
          </p:cNvPr>
          <p:cNvGrpSpPr/>
          <p:nvPr/>
        </p:nvGrpSpPr>
        <p:grpSpPr>
          <a:xfrm>
            <a:off x="203174" y="647383"/>
            <a:ext cx="1677062" cy="584775"/>
            <a:chOff x="2877923" y="1258626"/>
            <a:chExt cx="1677062" cy="584775"/>
          </a:xfrm>
        </p:grpSpPr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0485483A-602F-42A9-A60E-BBF1EE8A6B7D}"/>
                </a:ext>
              </a:extLst>
            </p:cNvPr>
            <p:cNvGrpSpPr/>
            <p:nvPr/>
          </p:nvGrpSpPr>
          <p:grpSpPr>
            <a:xfrm>
              <a:off x="3351599" y="1301863"/>
              <a:ext cx="920445" cy="529053"/>
              <a:chOff x="1041705" y="3992508"/>
              <a:chExt cx="920445" cy="529053"/>
            </a:xfrm>
          </p:grpSpPr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5F9F15ED-962B-4FC6-ABF2-DE9CD7111237}"/>
                  </a:ext>
                </a:extLst>
              </p:cNvPr>
              <p:cNvSpPr txBox="1"/>
              <p:nvPr/>
            </p:nvSpPr>
            <p:spPr>
              <a:xfrm>
                <a:off x="1041705" y="4213784"/>
                <a:ext cx="9204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log(K(S))</a:t>
                </a:r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BEB28611-EC70-40B6-8997-241985D0D2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2295" y="4270935"/>
                <a:ext cx="81584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28A34A84-BF9D-412F-B91D-C7C8324F6DBA}"/>
                  </a:ext>
                </a:extLst>
              </p:cNvPr>
              <p:cNvSpPr txBox="1"/>
              <p:nvPr/>
            </p:nvSpPr>
            <p:spPr>
              <a:xfrm>
                <a:off x="1210464" y="3992508"/>
                <a:ext cx="6976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K(S)</a:t>
                </a: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3349DA4E-0CE9-4C02-8622-DA089EF7EF20}"/>
                </a:ext>
              </a:extLst>
            </p:cNvPr>
            <p:cNvSpPr txBox="1"/>
            <p:nvPr/>
          </p:nvSpPr>
          <p:spPr>
            <a:xfrm>
              <a:off x="2877923" y="1258626"/>
              <a:ext cx="167706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O(        ) </a:t>
              </a:r>
            </a:p>
          </p:txBody>
        </p:sp>
      </p:grp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F23FF927-B29C-4426-8D5F-29C37E4F5A5B}"/>
              </a:ext>
            </a:extLst>
          </p:cNvPr>
          <p:cNvCxnSpPr/>
          <p:nvPr/>
        </p:nvCxnSpPr>
        <p:spPr>
          <a:xfrm>
            <a:off x="282639" y="1197104"/>
            <a:ext cx="30996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0EBCBC8F-45A3-45BA-9B48-AE822A28F212}"/>
              </a:ext>
            </a:extLst>
          </p:cNvPr>
          <p:cNvCxnSpPr/>
          <p:nvPr/>
        </p:nvCxnSpPr>
        <p:spPr>
          <a:xfrm flipV="1">
            <a:off x="617591" y="2923190"/>
            <a:ext cx="387580" cy="2432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3B7CAB70-B5D9-4067-893D-00280A51B467}"/>
              </a:ext>
            </a:extLst>
          </p:cNvPr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5707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75A332BE-B896-4DF5-B342-EB5C07002CAF}"/>
              </a:ext>
            </a:extLst>
          </p:cNvPr>
          <p:cNvGrpSpPr/>
          <p:nvPr/>
        </p:nvGrpSpPr>
        <p:grpSpPr>
          <a:xfrm>
            <a:off x="3396744" y="3404519"/>
            <a:ext cx="2787939" cy="191744"/>
            <a:chOff x="4778080" y="3211702"/>
            <a:chExt cx="2737760" cy="15252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ABDA122-3983-4F62-A634-73A574AD3FEB}"/>
                </a:ext>
              </a:extLst>
            </p:cNvPr>
            <p:cNvSpPr/>
            <p:nvPr/>
          </p:nvSpPr>
          <p:spPr>
            <a:xfrm>
              <a:off x="477808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34EC096-B51D-4F8A-A821-1537D6FF5FB8}"/>
                </a:ext>
              </a:extLst>
            </p:cNvPr>
            <p:cNvSpPr/>
            <p:nvPr/>
          </p:nvSpPr>
          <p:spPr>
            <a:xfrm>
              <a:off x="494919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CFC2CD6-D0E1-4C8F-AC33-2E17F07781C2}"/>
                </a:ext>
              </a:extLst>
            </p:cNvPr>
            <p:cNvSpPr/>
            <p:nvPr/>
          </p:nvSpPr>
          <p:spPr>
            <a:xfrm>
              <a:off x="512030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915AEFC-EC3D-41B3-8FE9-84D77D0AEB92}"/>
                </a:ext>
              </a:extLst>
            </p:cNvPr>
            <p:cNvSpPr/>
            <p:nvPr/>
          </p:nvSpPr>
          <p:spPr>
            <a:xfrm>
              <a:off x="529141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4DA306B-92FD-474B-BDBB-3EC8875B2915}"/>
                </a:ext>
              </a:extLst>
            </p:cNvPr>
            <p:cNvSpPr/>
            <p:nvPr/>
          </p:nvSpPr>
          <p:spPr>
            <a:xfrm>
              <a:off x="546252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4EA9A5B-FEED-4DFE-97E8-61A19140B9EB}"/>
                </a:ext>
              </a:extLst>
            </p:cNvPr>
            <p:cNvSpPr/>
            <p:nvPr/>
          </p:nvSpPr>
          <p:spPr>
            <a:xfrm>
              <a:off x="563363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E3A2702-318E-4688-B0E5-099E0E85F4DF}"/>
                </a:ext>
              </a:extLst>
            </p:cNvPr>
            <p:cNvSpPr/>
            <p:nvPr/>
          </p:nvSpPr>
          <p:spPr>
            <a:xfrm>
              <a:off x="580474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EBEA5DF-FE8D-456F-BAE1-45690676742F}"/>
                </a:ext>
              </a:extLst>
            </p:cNvPr>
            <p:cNvSpPr/>
            <p:nvPr/>
          </p:nvSpPr>
          <p:spPr>
            <a:xfrm>
              <a:off x="597585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347D485-4CA5-4FA3-82D7-7C3FBA2DA717}"/>
                </a:ext>
              </a:extLst>
            </p:cNvPr>
            <p:cNvSpPr/>
            <p:nvPr/>
          </p:nvSpPr>
          <p:spPr>
            <a:xfrm>
              <a:off x="614696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4817032-DBF8-413D-8D3F-DBEDBE055971}"/>
                </a:ext>
              </a:extLst>
            </p:cNvPr>
            <p:cNvSpPr/>
            <p:nvPr/>
          </p:nvSpPr>
          <p:spPr>
            <a:xfrm>
              <a:off x="631807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E2DBEC3-3275-48A4-9789-C673792CD0FC}"/>
                </a:ext>
              </a:extLst>
            </p:cNvPr>
            <p:cNvSpPr/>
            <p:nvPr/>
          </p:nvSpPr>
          <p:spPr>
            <a:xfrm>
              <a:off x="648918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2D37657-4EBE-4A8F-B4DF-D1A28CF1A613}"/>
                </a:ext>
              </a:extLst>
            </p:cNvPr>
            <p:cNvSpPr/>
            <p:nvPr/>
          </p:nvSpPr>
          <p:spPr>
            <a:xfrm>
              <a:off x="666029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07E84E1-7947-4409-8F2F-0A9887474A69}"/>
                </a:ext>
              </a:extLst>
            </p:cNvPr>
            <p:cNvSpPr/>
            <p:nvPr/>
          </p:nvSpPr>
          <p:spPr>
            <a:xfrm>
              <a:off x="683140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96DE43C-387F-4A92-AD61-BD2D4F8E1801}"/>
                </a:ext>
              </a:extLst>
            </p:cNvPr>
            <p:cNvSpPr/>
            <p:nvPr/>
          </p:nvSpPr>
          <p:spPr>
            <a:xfrm>
              <a:off x="700251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3244D9B-70B9-4F99-B3FF-7E16229610C0}"/>
                </a:ext>
              </a:extLst>
            </p:cNvPr>
            <p:cNvSpPr/>
            <p:nvPr/>
          </p:nvSpPr>
          <p:spPr>
            <a:xfrm>
              <a:off x="7173620" y="3211702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7222178-D448-42CB-AC1E-0A4BCF038603}"/>
                </a:ext>
              </a:extLst>
            </p:cNvPr>
            <p:cNvSpPr/>
            <p:nvPr/>
          </p:nvSpPr>
          <p:spPr>
            <a:xfrm>
              <a:off x="7344730" y="3211702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7FB474-A242-485E-94C3-9C8210029313}"/>
              </a:ext>
            </a:extLst>
          </p:cNvPr>
          <p:cNvGrpSpPr/>
          <p:nvPr/>
        </p:nvGrpSpPr>
        <p:grpSpPr>
          <a:xfrm>
            <a:off x="1821016" y="2678806"/>
            <a:ext cx="1405399" cy="191743"/>
            <a:chOff x="1751166" y="2678806"/>
            <a:chExt cx="1405399" cy="19174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A39304D-2C79-412C-AF0E-DF5E7E4CCEF8}"/>
                </a:ext>
              </a:extLst>
            </p:cNvPr>
            <p:cNvSpPr/>
            <p:nvPr/>
          </p:nvSpPr>
          <p:spPr>
            <a:xfrm>
              <a:off x="1762596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5ABD3F8-1B92-4A59-9674-2C87DD8622E8}"/>
                </a:ext>
              </a:extLst>
            </p:cNvPr>
            <p:cNvSpPr/>
            <p:nvPr/>
          </p:nvSpPr>
          <p:spPr>
            <a:xfrm>
              <a:off x="1936842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695E45C-3673-49B5-91D0-48D95D70E04F}"/>
                </a:ext>
              </a:extLst>
            </p:cNvPr>
            <p:cNvSpPr/>
            <p:nvPr/>
          </p:nvSpPr>
          <p:spPr>
            <a:xfrm>
              <a:off x="2111088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CB76EB5-02B7-4275-B625-A8A76866CA7E}"/>
                </a:ext>
              </a:extLst>
            </p:cNvPr>
            <p:cNvSpPr/>
            <p:nvPr/>
          </p:nvSpPr>
          <p:spPr>
            <a:xfrm>
              <a:off x="2285335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3C424E9-654B-4BBE-A411-F37A64728457}"/>
                </a:ext>
              </a:extLst>
            </p:cNvPr>
            <p:cNvSpPr/>
            <p:nvPr/>
          </p:nvSpPr>
          <p:spPr>
            <a:xfrm>
              <a:off x="2459581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AF93879-7E1E-4330-A9FD-C223333FD215}"/>
                </a:ext>
              </a:extLst>
            </p:cNvPr>
            <p:cNvSpPr/>
            <p:nvPr/>
          </p:nvSpPr>
          <p:spPr>
            <a:xfrm>
              <a:off x="2633827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6B1D2D0-A1B2-40B7-AF7A-8330D5DFDF76}"/>
                </a:ext>
              </a:extLst>
            </p:cNvPr>
            <p:cNvSpPr/>
            <p:nvPr/>
          </p:nvSpPr>
          <p:spPr>
            <a:xfrm>
              <a:off x="2808073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2D5B89A-BB9C-4098-AECB-64E45C4659DF}"/>
                </a:ext>
              </a:extLst>
            </p:cNvPr>
            <p:cNvSpPr/>
            <p:nvPr/>
          </p:nvSpPr>
          <p:spPr>
            <a:xfrm>
              <a:off x="2982319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E611F69-AC64-4F48-8231-179B604CF7AF}"/>
                </a:ext>
              </a:extLst>
            </p:cNvPr>
            <p:cNvSpPr/>
            <p:nvPr/>
          </p:nvSpPr>
          <p:spPr>
            <a:xfrm>
              <a:off x="1751166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2081729-137B-444D-AF41-F99295DCCDA9}"/>
                </a:ext>
              </a:extLst>
            </p:cNvPr>
            <p:cNvSpPr/>
            <p:nvPr/>
          </p:nvSpPr>
          <p:spPr>
            <a:xfrm>
              <a:off x="1925412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0FD16AC-3DA8-467D-AE04-4427FAF55691}"/>
                </a:ext>
              </a:extLst>
            </p:cNvPr>
            <p:cNvSpPr/>
            <p:nvPr/>
          </p:nvSpPr>
          <p:spPr>
            <a:xfrm>
              <a:off x="2099658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FC90D57-1F44-42DE-BFFF-79BFB251FD79}"/>
                </a:ext>
              </a:extLst>
            </p:cNvPr>
            <p:cNvSpPr/>
            <p:nvPr/>
          </p:nvSpPr>
          <p:spPr>
            <a:xfrm>
              <a:off x="2273905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C328A41-2E3D-491C-9343-23B321CA68C2}"/>
                </a:ext>
              </a:extLst>
            </p:cNvPr>
            <p:cNvSpPr/>
            <p:nvPr/>
          </p:nvSpPr>
          <p:spPr>
            <a:xfrm>
              <a:off x="2448151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5F09A19-3A08-4C3C-9CFA-6C4B5BAD1A89}"/>
                </a:ext>
              </a:extLst>
            </p:cNvPr>
            <p:cNvSpPr/>
            <p:nvPr/>
          </p:nvSpPr>
          <p:spPr>
            <a:xfrm>
              <a:off x="2622397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97658C4-68D2-4F74-BD2C-85BA9E3FD7D0}"/>
                </a:ext>
              </a:extLst>
            </p:cNvPr>
            <p:cNvSpPr/>
            <p:nvPr/>
          </p:nvSpPr>
          <p:spPr>
            <a:xfrm>
              <a:off x="2796643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1AFD046-01C5-4F4E-956B-F2D336EBFD35}"/>
                </a:ext>
              </a:extLst>
            </p:cNvPr>
            <p:cNvSpPr/>
            <p:nvPr/>
          </p:nvSpPr>
          <p:spPr>
            <a:xfrm>
              <a:off x="2970889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86387D8-2CEE-409F-B305-E3DD4010F8A0}"/>
              </a:ext>
            </a:extLst>
          </p:cNvPr>
          <p:cNvGrpSpPr/>
          <p:nvPr/>
        </p:nvGrpSpPr>
        <p:grpSpPr>
          <a:xfrm>
            <a:off x="401057" y="1331258"/>
            <a:ext cx="1116685" cy="905871"/>
            <a:chOff x="820157" y="1458258"/>
            <a:chExt cx="1116685" cy="905871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A109DD6B-581E-4A98-9B66-E18A3DF24D88}"/>
                </a:ext>
              </a:extLst>
            </p:cNvPr>
            <p:cNvGrpSpPr/>
            <p:nvPr/>
          </p:nvGrpSpPr>
          <p:grpSpPr>
            <a:xfrm>
              <a:off x="1762596" y="1698281"/>
              <a:ext cx="174246" cy="165734"/>
              <a:chOff x="3374524" y="3961948"/>
              <a:chExt cx="521293" cy="51274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D8E06A4-1420-4987-A1E6-757F29DC4EA2}"/>
                  </a:ext>
                </a:extLst>
              </p:cNvPr>
              <p:cNvSpPr/>
              <p:nvPr/>
            </p:nvSpPr>
            <p:spPr>
              <a:xfrm>
                <a:off x="3374524" y="3961949"/>
                <a:ext cx="521293" cy="512748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0255F68-D61D-48EA-BC23-FA439E3A986B}"/>
                  </a:ext>
                </a:extLst>
              </p:cNvPr>
              <p:cNvSpPr/>
              <p:nvPr/>
            </p:nvSpPr>
            <p:spPr>
              <a:xfrm rot="5400000">
                <a:off x="3594070" y="3862042"/>
                <a:ext cx="82199" cy="282011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137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6122C6E2-E643-4B9C-86B3-2914D8C74D12}"/>
                  </a:ext>
                </a:extLst>
              </p:cNvPr>
              <p:cNvSpPr/>
              <p:nvPr/>
            </p:nvSpPr>
            <p:spPr>
              <a:xfrm rot="5400000">
                <a:off x="3594070" y="4292592"/>
                <a:ext cx="82199" cy="282011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137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F16AAB8A-82A5-428C-A814-6F0A8616C33A}"/>
                  </a:ext>
                </a:extLst>
              </p:cNvPr>
              <p:cNvSpPr/>
              <p:nvPr/>
            </p:nvSpPr>
            <p:spPr>
              <a:xfrm>
                <a:off x="3374524" y="4079529"/>
                <a:ext cx="82199" cy="282011"/>
              </a:xfrm>
              <a:prstGeom prst="rect">
                <a:avLst/>
              </a:prstGeom>
              <a:solidFill>
                <a:srgbClr val="9148C8"/>
              </a:solidFill>
              <a:ln w="63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724418E0-A7AE-46D4-9A6C-CA6FF1F13EAD}"/>
                  </a:ext>
                </a:extLst>
              </p:cNvPr>
              <p:cNvSpPr/>
              <p:nvPr/>
            </p:nvSpPr>
            <p:spPr>
              <a:xfrm>
                <a:off x="3813618" y="4079529"/>
                <a:ext cx="82199" cy="282011"/>
              </a:xfrm>
              <a:prstGeom prst="rect">
                <a:avLst/>
              </a:prstGeom>
              <a:solidFill>
                <a:srgbClr val="9148C8"/>
              </a:solidFill>
              <a:ln w="63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3AC056D9-CB4A-4C81-B0B8-A1F9EC6A3A33}"/>
                </a:ext>
              </a:extLst>
            </p:cNvPr>
            <p:cNvGrpSpPr/>
            <p:nvPr/>
          </p:nvGrpSpPr>
          <p:grpSpPr>
            <a:xfrm>
              <a:off x="1337149" y="1458258"/>
              <a:ext cx="174246" cy="165734"/>
              <a:chOff x="1960978" y="2290824"/>
              <a:chExt cx="521293" cy="512748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E39300E9-1385-4A7A-9BD0-F6E863F32A0F}"/>
                  </a:ext>
                </a:extLst>
              </p:cNvPr>
              <p:cNvGrpSpPr/>
              <p:nvPr/>
            </p:nvGrpSpPr>
            <p:grpSpPr>
              <a:xfrm>
                <a:off x="1960978" y="2290824"/>
                <a:ext cx="521293" cy="512748"/>
                <a:chOff x="1378086" y="2546788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BA8FB9D5-5866-4757-BFB2-03518C0EFE9C}"/>
                    </a:ext>
                  </a:extLst>
                </p:cNvPr>
                <p:cNvSpPr/>
                <p:nvPr/>
              </p:nvSpPr>
              <p:spPr>
                <a:xfrm>
                  <a:off x="1378086" y="2546788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097F1BF0-4022-4D05-BBB8-97E13AFAF26E}"/>
                    </a:ext>
                  </a:extLst>
                </p:cNvPr>
                <p:cNvSpPr/>
                <p:nvPr/>
              </p:nvSpPr>
              <p:spPr>
                <a:xfrm rot="5400000">
                  <a:off x="1597632" y="2446882"/>
                  <a:ext cx="82199" cy="282011"/>
                </a:xfrm>
                <a:prstGeom prst="rect">
                  <a:avLst/>
                </a:prstGeom>
                <a:solidFill>
                  <a:schemeClr val="accent5"/>
                </a:solidFill>
                <a:ln w="6350">
                  <a:solidFill>
                    <a:srgbClr val="B6A20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A41DD89E-A0F1-414E-9E1D-E630DD6203CA}"/>
                    </a:ext>
                  </a:extLst>
                </p:cNvPr>
                <p:cNvSpPr/>
                <p:nvPr/>
              </p:nvSpPr>
              <p:spPr>
                <a:xfrm>
                  <a:off x="1817180" y="2662156"/>
                  <a:ext cx="82199" cy="282011"/>
                </a:xfrm>
                <a:prstGeom prst="rect">
                  <a:avLst/>
                </a:prstGeom>
                <a:solidFill>
                  <a:srgbClr val="9148C8"/>
                </a:solidFill>
                <a:ln w="63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1F6A5AC6-08BC-4DED-B689-D8D28BB595CE}"/>
                    </a:ext>
                  </a:extLst>
                </p:cNvPr>
                <p:cNvSpPr/>
                <p:nvPr/>
              </p:nvSpPr>
              <p:spPr>
                <a:xfrm rot="5400000">
                  <a:off x="1597632" y="2877431"/>
                  <a:ext cx="82199" cy="282011"/>
                </a:xfrm>
                <a:prstGeom prst="rect">
                  <a:avLst/>
                </a:prstGeom>
                <a:solidFill>
                  <a:schemeClr val="accent4"/>
                </a:solidFill>
                <a:ln w="63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6D42D8E1-4400-442D-A62C-A97E8EF82485}"/>
                  </a:ext>
                </a:extLst>
              </p:cNvPr>
              <p:cNvCxnSpPr/>
              <p:nvPr/>
            </p:nvCxnSpPr>
            <p:spPr>
              <a:xfrm>
                <a:off x="2224880" y="2290824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746C54A-A166-4ED9-99AF-373A9BA8AD46}"/>
                  </a:ext>
                </a:extLst>
              </p:cNvPr>
              <p:cNvCxnSpPr/>
              <p:nvPr/>
            </p:nvCxnSpPr>
            <p:spPr>
              <a:xfrm>
                <a:off x="2224880" y="2721373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C511A070-A94F-44F4-903E-3CBD0E616B6F}"/>
                </a:ext>
              </a:extLst>
            </p:cNvPr>
            <p:cNvGrpSpPr/>
            <p:nvPr/>
          </p:nvGrpSpPr>
          <p:grpSpPr>
            <a:xfrm>
              <a:off x="1326550" y="1901632"/>
              <a:ext cx="174246" cy="165734"/>
              <a:chOff x="1960976" y="2992945"/>
              <a:chExt cx="521293" cy="512748"/>
            </a:xfrm>
          </p:grpSpPr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99BA9C1C-627F-4D09-BBE9-93987F96AB70}"/>
                  </a:ext>
                </a:extLst>
              </p:cNvPr>
              <p:cNvGrpSpPr/>
              <p:nvPr/>
            </p:nvGrpSpPr>
            <p:grpSpPr>
              <a:xfrm>
                <a:off x="1960976" y="2992945"/>
                <a:ext cx="521293" cy="512748"/>
                <a:chOff x="3603126" y="3395374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349F4D78-9BCD-46F0-9C58-7096A8D81D15}"/>
                    </a:ext>
                  </a:extLst>
                </p:cNvPr>
                <p:cNvSpPr/>
                <p:nvPr/>
              </p:nvSpPr>
              <p:spPr>
                <a:xfrm>
                  <a:off x="3603126" y="3395374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63C53454-E589-47F4-ADCA-A1390BD178BF}"/>
                    </a:ext>
                  </a:extLst>
                </p:cNvPr>
                <p:cNvSpPr/>
                <p:nvPr/>
              </p:nvSpPr>
              <p:spPr>
                <a:xfrm rot="5400000">
                  <a:off x="3822672" y="3726017"/>
                  <a:ext cx="82199" cy="282011"/>
                </a:xfrm>
                <a:prstGeom prst="rect">
                  <a:avLst/>
                </a:prstGeom>
                <a:solidFill>
                  <a:schemeClr val="accent5"/>
                </a:solidFill>
                <a:ln w="6350">
                  <a:solidFill>
                    <a:srgbClr val="B6A20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80B85179-02A1-4139-85A5-99FBF0E5C9F3}"/>
                    </a:ext>
                  </a:extLst>
                </p:cNvPr>
                <p:cNvSpPr/>
                <p:nvPr/>
              </p:nvSpPr>
              <p:spPr>
                <a:xfrm>
                  <a:off x="4042220" y="3510742"/>
                  <a:ext cx="82199" cy="282011"/>
                </a:xfrm>
                <a:prstGeom prst="rect">
                  <a:avLst/>
                </a:prstGeom>
                <a:solidFill>
                  <a:srgbClr val="9148C8"/>
                </a:solidFill>
                <a:ln w="63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180525FF-5183-4D56-96F6-7A04A0806286}"/>
                  </a:ext>
                </a:extLst>
              </p:cNvPr>
              <p:cNvCxnSpPr/>
              <p:nvPr/>
            </p:nvCxnSpPr>
            <p:spPr>
              <a:xfrm>
                <a:off x="2224880" y="3423494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641B49C4-BB46-45AB-B54C-6EE21B2F4A39}"/>
                </a:ext>
              </a:extLst>
            </p:cNvPr>
            <p:cNvGrpSpPr/>
            <p:nvPr/>
          </p:nvGrpSpPr>
          <p:grpSpPr>
            <a:xfrm>
              <a:off x="820157" y="1617725"/>
              <a:ext cx="174246" cy="165734"/>
              <a:chOff x="1205410" y="2290825"/>
              <a:chExt cx="521293" cy="512748"/>
            </a:xfrm>
          </p:grpSpPr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1F69E409-8EE2-4ED3-806F-2F70709AC009}"/>
                  </a:ext>
                </a:extLst>
              </p:cNvPr>
              <p:cNvGrpSpPr/>
              <p:nvPr/>
            </p:nvGrpSpPr>
            <p:grpSpPr>
              <a:xfrm>
                <a:off x="1205410" y="2290825"/>
                <a:ext cx="521293" cy="512748"/>
                <a:chOff x="3737574" y="3110669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55A6CC15-FBC9-4184-949F-5620FAE319E1}"/>
                    </a:ext>
                  </a:extLst>
                </p:cNvPr>
                <p:cNvSpPr/>
                <p:nvPr/>
              </p:nvSpPr>
              <p:spPr>
                <a:xfrm>
                  <a:off x="3737574" y="3110669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CE734CE5-A136-4B05-AC58-CD52303105E8}"/>
                    </a:ext>
                  </a:extLst>
                </p:cNvPr>
                <p:cNvSpPr/>
                <p:nvPr/>
              </p:nvSpPr>
              <p:spPr>
                <a:xfrm rot="5400000">
                  <a:off x="3957120" y="3010763"/>
                  <a:ext cx="82199" cy="282011"/>
                </a:xfrm>
                <a:prstGeom prst="rect">
                  <a:avLst/>
                </a:prstGeom>
                <a:solidFill>
                  <a:schemeClr val="accent4"/>
                </a:solidFill>
                <a:ln w="63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968CD6D9-01ED-4E4A-90BF-85E2E03D738B}"/>
                    </a:ext>
                  </a:extLst>
                </p:cNvPr>
                <p:cNvSpPr/>
                <p:nvPr/>
              </p:nvSpPr>
              <p:spPr>
                <a:xfrm>
                  <a:off x="4171308" y="3226037"/>
                  <a:ext cx="82199" cy="282011"/>
                </a:xfrm>
                <a:prstGeom prst="rect">
                  <a:avLst/>
                </a:prstGeom>
                <a:solidFill>
                  <a:srgbClr val="FC711C"/>
                </a:solidFill>
                <a:ln w="63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A0E08BA6-D804-4FA9-BD7B-747088627E28}"/>
                  </a:ext>
                </a:extLst>
              </p:cNvPr>
              <p:cNvCxnSpPr>
                <a:stCxn id="138" idx="1"/>
                <a:endCxn id="138" idx="3"/>
              </p:cNvCxnSpPr>
              <p:nvPr/>
            </p:nvCxnSpPr>
            <p:spPr>
              <a:xfrm>
                <a:off x="1466055" y="2290825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D453FEB8-CD4A-4D9A-A20E-A52BEDF44DB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680241" y="2498948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2415FA2B-FB53-40FF-8F90-FCFB0BD7896A}"/>
                </a:ext>
              </a:extLst>
            </p:cNvPr>
            <p:cNvGrpSpPr/>
            <p:nvPr/>
          </p:nvGrpSpPr>
          <p:grpSpPr>
            <a:xfrm>
              <a:off x="957605" y="2084005"/>
              <a:ext cx="174247" cy="165734"/>
              <a:chOff x="1200047" y="2998405"/>
              <a:chExt cx="521296" cy="512748"/>
            </a:xfrm>
          </p:grpSpPr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09AF3B16-B491-4D01-BC26-E65F0D4665F1}"/>
                  </a:ext>
                </a:extLst>
              </p:cNvPr>
              <p:cNvGrpSpPr/>
              <p:nvPr/>
            </p:nvGrpSpPr>
            <p:grpSpPr>
              <a:xfrm>
                <a:off x="1200050" y="2998405"/>
                <a:ext cx="521293" cy="512748"/>
                <a:chOff x="3515961" y="3443740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E80C9F32-CCCC-42FC-BC9F-25467F425BAE}"/>
                    </a:ext>
                  </a:extLst>
                </p:cNvPr>
                <p:cNvSpPr/>
                <p:nvPr/>
              </p:nvSpPr>
              <p:spPr>
                <a:xfrm>
                  <a:off x="3515961" y="3443740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8BEA8A7E-46B6-4E0C-AC33-74510027E689}"/>
                    </a:ext>
                  </a:extLst>
                </p:cNvPr>
                <p:cNvSpPr/>
                <p:nvPr/>
              </p:nvSpPr>
              <p:spPr>
                <a:xfrm>
                  <a:off x="3515961" y="3559108"/>
                  <a:ext cx="82199" cy="282011"/>
                </a:xfrm>
                <a:prstGeom prst="rect">
                  <a:avLst/>
                </a:prstGeom>
                <a:solidFill>
                  <a:srgbClr val="F81818"/>
                </a:solidFill>
                <a:ln w="6350">
                  <a:solidFill>
                    <a:srgbClr val="9D050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94579CC8-273C-459C-A085-CCF3375C38AD}"/>
                    </a:ext>
                  </a:extLst>
                </p:cNvPr>
                <p:cNvSpPr/>
                <p:nvPr/>
              </p:nvSpPr>
              <p:spPr>
                <a:xfrm rot="5400000">
                  <a:off x="3735507" y="3343834"/>
                  <a:ext cx="82199" cy="282011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1377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A69F8EB1-DBEC-4493-BDCE-4FC0FDA5525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241147" y="3206974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70EA6372-A80D-422B-87A1-5D1458D6042C}"/>
                </a:ext>
              </a:extLst>
            </p:cNvPr>
            <p:cNvGrpSpPr/>
            <p:nvPr/>
          </p:nvGrpSpPr>
          <p:grpSpPr>
            <a:xfrm>
              <a:off x="1602087" y="2197680"/>
              <a:ext cx="174247" cy="166449"/>
              <a:chOff x="1200046" y="3705985"/>
              <a:chExt cx="521295" cy="514960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F1F3E3AD-B570-4384-9A9D-AA43B7A94F06}"/>
                  </a:ext>
                </a:extLst>
              </p:cNvPr>
              <p:cNvGrpSpPr/>
              <p:nvPr/>
            </p:nvGrpSpPr>
            <p:grpSpPr>
              <a:xfrm>
                <a:off x="1200048" y="3705985"/>
                <a:ext cx="521293" cy="514960"/>
                <a:chOff x="3519304" y="3703188"/>
                <a:chExt cx="521293" cy="514960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65F66145-1618-498B-990B-02CBC060762E}"/>
                    </a:ext>
                  </a:extLst>
                </p:cNvPr>
                <p:cNvSpPr/>
                <p:nvPr/>
              </p:nvSpPr>
              <p:spPr>
                <a:xfrm>
                  <a:off x="3519304" y="3705400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1E8C4CB1-D737-45BA-8411-3476ACB6B0E6}"/>
                    </a:ext>
                  </a:extLst>
                </p:cNvPr>
                <p:cNvSpPr/>
                <p:nvPr/>
              </p:nvSpPr>
              <p:spPr>
                <a:xfrm rot="5400000">
                  <a:off x="3734549" y="3603282"/>
                  <a:ext cx="82199" cy="282011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1377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6A89A705-7632-43F1-B999-336546FF2111}"/>
                    </a:ext>
                  </a:extLst>
                </p:cNvPr>
                <p:cNvSpPr/>
                <p:nvPr/>
              </p:nvSpPr>
              <p:spPr>
                <a:xfrm>
                  <a:off x="3519304" y="3820768"/>
                  <a:ext cx="82199" cy="282011"/>
                </a:xfrm>
                <a:prstGeom prst="rect">
                  <a:avLst/>
                </a:prstGeom>
                <a:solidFill>
                  <a:srgbClr val="FC711C"/>
                </a:solidFill>
                <a:ln w="63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CA862F90-4332-4EBA-BF0C-58508E0C9E60}"/>
                    </a:ext>
                  </a:extLst>
                </p:cNvPr>
                <p:cNvSpPr/>
                <p:nvPr/>
              </p:nvSpPr>
              <p:spPr>
                <a:xfrm>
                  <a:off x="3958398" y="3820768"/>
                  <a:ext cx="82199" cy="282011"/>
                </a:xfrm>
                <a:prstGeom prst="rect">
                  <a:avLst/>
                </a:prstGeom>
                <a:solidFill>
                  <a:srgbClr val="F81818"/>
                </a:solidFill>
                <a:ln w="6350">
                  <a:solidFill>
                    <a:srgbClr val="9D050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748F962E-B66F-40D6-A5E5-150D79FB1DC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680240" y="3921349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56211C4C-E289-4A13-B0E4-91AAFF162DD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241146" y="3924572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ABC1B264-44DF-4A8E-BE2E-7F3E9739858D}"/>
              </a:ext>
            </a:extLst>
          </p:cNvPr>
          <p:cNvGrpSpPr/>
          <p:nvPr/>
        </p:nvGrpSpPr>
        <p:grpSpPr>
          <a:xfrm>
            <a:off x="1131102" y="2533377"/>
            <a:ext cx="436046" cy="393700"/>
            <a:chOff x="947440" y="2425700"/>
            <a:chExt cx="436046" cy="393700"/>
          </a:xfrm>
        </p:grpSpPr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817BD31A-85C5-4F15-9498-EDACA3D6FEE6}"/>
                </a:ext>
              </a:extLst>
            </p:cNvPr>
            <p:cNvCxnSpPr/>
            <p:nvPr/>
          </p:nvCxnSpPr>
          <p:spPr>
            <a:xfrm>
              <a:off x="947440" y="2425700"/>
              <a:ext cx="0" cy="3937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93D13032-B044-4797-9E8D-802E12737EF4}"/>
                </a:ext>
              </a:extLst>
            </p:cNvPr>
            <p:cNvCxnSpPr/>
            <p:nvPr/>
          </p:nvCxnSpPr>
          <p:spPr>
            <a:xfrm>
              <a:off x="947440" y="2819400"/>
              <a:ext cx="43604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4" name="TextBox 163">
            <a:extLst>
              <a:ext uri="{FF2B5EF4-FFF2-40B4-BE49-F238E27FC236}">
                <a16:creationId xmlns:a16="http://schemas.microsoft.com/office/drawing/2014/main" id="{EA43C72D-B94D-4B68-B282-E4AB47C3EAF8}"/>
              </a:ext>
            </a:extLst>
          </p:cNvPr>
          <p:cNvSpPr txBox="1"/>
          <p:nvPr/>
        </p:nvSpPr>
        <p:spPr>
          <a:xfrm>
            <a:off x="1677472" y="788798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distinct tile types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F8C397B-5E63-46A7-BF50-0E3D70B6CDFD}"/>
              </a:ext>
            </a:extLst>
          </p:cNvPr>
          <p:cNvSpPr txBox="1"/>
          <p:nvPr/>
        </p:nvSpPr>
        <p:spPr>
          <a:xfrm>
            <a:off x="1731992" y="2153576"/>
            <a:ext cx="2789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Higher-Base Representation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EAA4AE99-52BF-40DF-90D2-28D54F2E87CB}"/>
              </a:ext>
            </a:extLst>
          </p:cNvPr>
          <p:cNvSpPr txBox="1"/>
          <p:nvPr/>
        </p:nvSpPr>
        <p:spPr>
          <a:xfrm>
            <a:off x="3351599" y="2937732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Binary Representation of length K(S)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ADE3E20A-BCAC-4D00-9CA5-DA6629F5E08B}"/>
              </a:ext>
            </a:extLst>
          </p:cNvPr>
          <p:cNvSpPr txBox="1"/>
          <p:nvPr/>
        </p:nvSpPr>
        <p:spPr>
          <a:xfrm>
            <a:off x="11978" y="3154621"/>
            <a:ext cx="1447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Self Assembles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48FC53F-9B66-496A-AF45-965340E29953}"/>
              </a:ext>
            </a:extLst>
          </p:cNvPr>
          <p:cNvGrpSpPr/>
          <p:nvPr/>
        </p:nvGrpSpPr>
        <p:grpSpPr>
          <a:xfrm>
            <a:off x="203174" y="647383"/>
            <a:ext cx="1677062" cy="584775"/>
            <a:chOff x="2877923" y="1258626"/>
            <a:chExt cx="1677062" cy="584775"/>
          </a:xfrm>
        </p:grpSpPr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0485483A-602F-42A9-A60E-BBF1EE8A6B7D}"/>
                </a:ext>
              </a:extLst>
            </p:cNvPr>
            <p:cNvGrpSpPr/>
            <p:nvPr/>
          </p:nvGrpSpPr>
          <p:grpSpPr>
            <a:xfrm>
              <a:off x="3351599" y="1301863"/>
              <a:ext cx="920445" cy="529053"/>
              <a:chOff x="1041705" y="3992508"/>
              <a:chExt cx="920445" cy="529053"/>
            </a:xfrm>
          </p:grpSpPr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5F9F15ED-962B-4FC6-ABF2-DE9CD7111237}"/>
                  </a:ext>
                </a:extLst>
              </p:cNvPr>
              <p:cNvSpPr txBox="1"/>
              <p:nvPr/>
            </p:nvSpPr>
            <p:spPr>
              <a:xfrm>
                <a:off x="1041705" y="4213784"/>
                <a:ext cx="9204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log(K(S))</a:t>
                </a:r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BEB28611-EC70-40B6-8997-241985D0D2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2295" y="4270935"/>
                <a:ext cx="81584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28A34A84-BF9D-412F-B91D-C7C8324F6DBA}"/>
                  </a:ext>
                </a:extLst>
              </p:cNvPr>
              <p:cNvSpPr txBox="1"/>
              <p:nvPr/>
            </p:nvSpPr>
            <p:spPr>
              <a:xfrm>
                <a:off x="1210464" y="3992508"/>
                <a:ext cx="6976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K(S)</a:t>
                </a: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3349DA4E-0CE9-4C02-8622-DA089EF7EF20}"/>
                </a:ext>
              </a:extLst>
            </p:cNvPr>
            <p:cNvSpPr txBox="1"/>
            <p:nvPr/>
          </p:nvSpPr>
          <p:spPr>
            <a:xfrm>
              <a:off x="2877923" y="1258626"/>
              <a:ext cx="167706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O(        ) </a:t>
              </a:r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D7FB1177-F169-467D-AB59-CBD7961EA614}"/>
              </a:ext>
            </a:extLst>
          </p:cNvPr>
          <p:cNvGrpSpPr/>
          <p:nvPr/>
        </p:nvGrpSpPr>
        <p:grpSpPr>
          <a:xfrm>
            <a:off x="743298" y="3908474"/>
            <a:ext cx="3343112" cy="584775"/>
            <a:chOff x="986344" y="3656157"/>
            <a:chExt cx="3343112" cy="584775"/>
          </a:xfrm>
        </p:grpSpPr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4B658B26-5786-4592-BE91-0CBFC25BA4BE}"/>
                </a:ext>
              </a:extLst>
            </p:cNvPr>
            <p:cNvSpPr txBox="1"/>
            <p:nvPr/>
          </p:nvSpPr>
          <p:spPr>
            <a:xfrm>
              <a:off x="986344" y="3781695"/>
              <a:ext cx="9893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TM using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B659BAF7-6502-427F-BC98-BBDB7732F0C2}"/>
                </a:ext>
              </a:extLst>
            </p:cNvPr>
            <p:cNvSpPr txBox="1"/>
            <p:nvPr/>
          </p:nvSpPr>
          <p:spPr>
            <a:xfrm>
              <a:off x="3394585" y="3797529"/>
              <a:ext cx="9348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tile types</a:t>
              </a:r>
            </a:p>
          </p:txBody>
        </p: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97E1A4A8-7EAD-478E-9B38-420112D9E593}"/>
                </a:ext>
              </a:extLst>
            </p:cNvPr>
            <p:cNvGrpSpPr/>
            <p:nvPr/>
          </p:nvGrpSpPr>
          <p:grpSpPr>
            <a:xfrm>
              <a:off x="1908667" y="3656157"/>
              <a:ext cx="1677062" cy="584775"/>
              <a:chOff x="2877923" y="1258626"/>
              <a:chExt cx="1677062" cy="584775"/>
            </a:xfrm>
          </p:grpSpPr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6648B426-4ACC-4BC2-8704-85E1A7522CC6}"/>
                  </a:ext>
                </a:extLst>
              </p:cNvPr>
              <p:cNvGrpSpPr/>
              <p:nvPr/>
            </p:nvGrpSpPr>
            <p:grpSpPr>
              <a:xfrm>
                <a:off x="3351599" y="1301863"/>
                <a:ext cx="920445" cy="529053"/>
                <a:chOff x="1041705" y="3992508"/>
                <a:chExt cx="920445" cy="529053"/>
              </a:xfrm>
            </p:grpSpPr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E0830B86-9DF3-474F-95AD-90F4C1AFD127}"/>
                    </a:ext>
                  </a:extLst>
                </p:cNvPr>
                <p:cNvSpPr txBox="1"/>
                <p:nvPr/>
              </p:nvSpPr>
              <p:spPr>
                <a:xfrm>
                  <a:off x="1041705" y="4213784"/>
                  <a:ext cx="92044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bg1"/>
                      </a:solidFill>
                    </a:rPr>
                    <a:t>log(K(S))</a:t>
                  </a:r>
                </a:p>
              </p:txBody>
            </p: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AD51F425-45B2-4EB5-93CE-967981544D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92295" y="4270935"/>
                  <a:ext cx="815844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3946CCB3-DC7A-4B44-ADEC-6B7F58EE819A}"/>
                    </a:ext>
                  </a:extLst>
                </p:cNvPr>
                <p:cNvSpPr txBox="1"/>
                <p:nvPr/>
              </p:nvSpPr>
              <p:spPr>
                <a:xfrm>
                  <a:off x="1210464" y="3992508"/>
                  <a:ext cx="6976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bg1"/>
                      </a:solidFill>
                    </a:rPr>
                    <a:t>K(S)</a:t>
                  </a:r>
                </a:p>
              </p:txBody>
            </p:sp>
          </p:grp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952D3241-A891-4BE7-8C6D-F9A221C7CF21}"/>
                  </a:ext>
                </a:extLst>
              </p:cNvPr>
              <p:cNvSpPr txBox="1"/>
              <p:nvPr/>
            </p:nvSpPr>
            <p:spPr>
              <a:xfrm>
                <a:off x="2877923" y="1258626"/>
                <a:ext cx="167706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</a:rPr>
                  <a:t>O(        ) </a:t>
                </a:r>
              </a:p>
            </p:txBody>
          </p:sp>
        </p:grpSp>
      </p:grp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F23FF927-B29C-4426-8D5F-29C37E4F5A5B}"/>
              </a:ext>
            </a:extLst>
          </p:cNvPr>
          <p:cNvCxnSpPr/>
          <p:nvPr/>
        </p:nvCxnSpPr>
        <p:spPr>
          <a:xfrm>
            <a:off x="282639" y="1197104"/>
            <a:ext cx="30996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5B53A76-D56C-4F48-B6B1-D3AFBE3B3054}"/>
              </a:ext>
            </a:extLst>
          </p:cNvPr>
          <p:cNvGrpSpPr/>
          <p:nvPr/>
        </p:nvGrpSpPr>
        <p:grpSpPr>
          <a:xfrm>
            <a:off x="2735453" y="3110214"/>
            <a:ext cx="436046" cy="393700"/>
            <a:chOff x="947440" y="2425700"/>
            <a:chExt cx="436046" cy="393700"/>
          </a:xfrm>
        </p:grpSpPr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6EF27FFB-05CB-48B3-A954-2A4CB9E86DB2}"/>
                </a:ext>
              </a:extLst>
            </p:cNvPr>
            <p:cNvCxnSpPr/>
            <p:nvPr/>
          </p:nvCxnSpPr>
          <p:spPr>
            <a:xfrm>
              <a:off x="947440" y="2425700"/>
              <a:ext cx="0" cy="3937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A2603C93-4197-4308-ACEA-06CC2BB605E6}"/>
                </a:ext>
              </a:extLst>
            </p:cNvPr>
            <p:cNvCxnSpPr/>
            <p:nvPr/>
          </p:nvCxnSpPr>
          <p:spPr>
            <a:xfrm>
              <a:off x="947440" y="2819400"/>
              <a:ext cx="43604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97BF5A79-5F5B-45E5-BFD9-C7D9B9E6A1CD}"/>
              </a:ext>
            </a:extLst>
          </p:cNvPr>
          <p:cNvCxnSpPr/>
          <p:nvPr/>
        </p:nvCxnSpPr>
        <p:spPr>
          <a:xfrm flipV="1">
            <a:off x="2170902" y="3581121"/>
            <a:ext cx="387580" cy="2432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0EBCBC8F-45A3-45BA-9B48-AE822A28F212}"/>
              </a:ext>
            </a:extLst>
          </p:cNvPr>
          <p:cNvCxnSpPr/>
          <p:nvPr/>
        </p:nvCxnSpPr>
        <p:spPr>
          <a:xfrm flipV="1">
            <a:off x="617591" y="2923190"/>
            <a:ext cx="387580" cy="2432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BE4E8CB9-6D7E-4FA3-BCD7-B251214476C6}"/>
              </a:ext>
            </a:extLst>
          </p:cNvPr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7316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E180146-322C-4722-80FB-151DFC41687D}"/>
              </a:ext>
            </a:extLst>
          </p:cNvPr>
          <p:cNvGrpSpPr/>
          <p:nvPr/>
        </p:nvGrpSpPr>
        <p:grpSpPr>
          <a:xfrm>
            <a:off x="11978" y="647383"/>
            <a:ext cx="6986773" cy="3845866"/>
            <a:chOff x="11978" y="647383"/>
            <a:chExt cx="6986773" cy="3845866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5A332BE-B896-4DF5-B342-EB5C07002CAF}"/>
                </a:ext>
              </a:extLst>
            </p:cNvPr>
            <p:cNvGrpSpPr/>
            <p:nvPr/>
          </p:nvGrpSpPr>
          <p:grpSpPr>
            <a:xfrm>
              <a:off x="3396744" y="3404519"/>
              <a:ext cx="2787939" cy="191744"/>
              <a:chOff x="4778080" y="3211702"/>
              <a:chExt cx="2737760" cy="152528"/>
            </a:xfrm>
          </p:grpSpPr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BABDA122-3983-4F62-A634-73A574AD3FEB}"/>
                  </a:ext>
                </a:extLst>
              </p:cNvPr>
              <p:cNvSpPr/>
              <p:nvPr/>
            </p:nvSpPr>
            <p:spPr>
              <a:xfrm>
                <a:off x="4778080" y="3211703"/>
                <a:ext cx="171110" cy="15252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734EC096-B51D-4F8A-A821-1537D6FF5FB8}"/>
                  </a:ext>
                </a:extLst>
              </p:cNvPr>
              <p:cNvSpPr/>
              <p:nvPr/>
            </p:nvSpPr>
            <p:spPr>
              <a:xfrm>
                <a:off x="4949190" y="3211703"/>
                <a:ext cx="171110" cy="15252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FCFC2CD6-D0E1-4C8F-AC33-2E17F07781C2}"/>
                  </a:ext>
                </a:extLst>
              </p:cNvPr>
              <p:cNvSpPr/>
              <p:nvPr/>
            </p:nvSpPr>
            <p:spPr>
              <a:xfrm>
                <a:off x="5120300" y="3211703"/>
                <a:ext cx="171110" cy="15252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8915AEFC-EC3D-41B3-8FE9-84D77D0AEB92}"/>
                  </a:ext>
                </a:extLst>
              </p:cNvPr>
              <p:cNvSpPr/>
              <p:nvPr/>
            </p:nvSpPr>
            <p:spPr>
              <a:xfrm>
                <a:off x="5291410" y="3211703"/>
                <a:ext cx="171110" cy="15252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54DA306B-92FD-474B-BDBB-3EC8875B2915}"/>
                  </a:ext>
                </a:extLst>
              </p:cNvPr>
              <p:cNvSpPr/>
              <p:nvPr/>
            </p:nvSpPr>
            <p:spPr>
              <a:xfrm>
                <a:off x="5462520" y="3211703"/>
                <a:ext cx="171110" cy="15252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F4EA9A5B-FEED-4DFE-97E8-61A19140B9EB}"/>
                  </a:ext>
                </a:extLst>
              </p:cNvPr>
              <p:cNvSpPr/>
              <p:nvPr/>
            </p:nvSpPr>
            <p:spPr>
              <a:xfrm>
                <a:off x="5633630" y="3211703"/>
                <a:ext cx="171110" cy="15252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8E3A2702-318E-4688-B0E5-099E0E85F4DF}"/>
                  </a:ext>
                </a:extLst>
              </p:cNvPr>
              <p:cNvSpPr/>
              <p:nvPr/>
            </p:nvSpPr>
            <p:spPr>
              <a:xfrm>
                <a:off x="5804740" y="3211703"/>
                <a:ext cx="171110" cy="15252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EBEA5DF-FE8D-456F-BAE1-45690676742F}"/>
                  </a:ext>
                </a:extLst>
              </p:cNvPr>
              <p:cNvSpPr/>
              <p:nvPr/>
            </p:nvSpPr>
            <p:spPr>
              <a:xfrm>
                <a:off x="5975850" y="3211703"/>
                <a:ext cx="171110" cy="15252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2347D485-4CA5-4FA3-82D7-7C3FBA2DA717}"/>
                  </a:ext>
                </a:extLst>
              </p:cNvPr>
              <p:cNvSpPr/>
              <p:nvPr/>
            </p:nvSpPr>
            <p:spPr>
              <a:xfrm>
                <a:off x="6146960" y="3211703"/>
                <a:ext cx="171110" cy="15252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F4817032-DBF8-413D-8D3F-DBEDBE055971}"/>
                  </a:ext>
                </a:extLst>
              </p:cNvPr>
              <p:cNvSpPr/>
              <p:nvPr/>
            </p:nvSpPr>
            <p:spPr>
              <a:xfrm>
                <a:off x="6318070" y="3211703"/>
                <a:ext cx="171110" cy="15252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8E2DBEC3-3275-48A4-9789-C673792CD0FC}"/>
                  </a:ext>
                </a:extLst>
              </p:cNvPr>
              <p:cNvSpPr/>
              <p:nvPr/>
            </p:nvSpPr>
            <p:spPr>
              <a:xfrm>
                <a:off x="6489180" y="3211703"/>
                <a:ext cx="171110" cy="15252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2D37657-4EBE-4A8F-B4DF-D1A28CF1A613}"/>
                  </a:ext>
                </a:extLst>
              </p:cNvPr>
              <p:cNvSpPr/>
              <p:nvPr/>
            </p:nvSpPr>
            <p:spPr>
              <a:xfrm>
                <a:off x="6660290" y="3211703"/>
                <a:ext cx="171110" cy="15252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907E84E1-7947-4409-8F2F-0A9887474A69}"/>
                  </a:ext>
                </a:extLst>
              </p:cNvPr>
              <p:cNvSpPr/>
              <p:nvPr/>
            </p:nvSpPr>
            <p:spPr>
              <a:xfrm>
                <a:off x="6831400" y="3211703"/>
                <a:ext cx="171110" cy="15252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B96DE43C-387F-4A92-AD61-BD2D4F8E1801}"/>
                  </a:ext>
                </a:extLst>
              </p:cNvPr>
              <p:cNvSpPr/>
              <p:nvPr/>
            </p:nvSpPr>
            <p:spPr>
              <a:xfrm>
                <a:off x="7002510" y="3211703"/>
                <a:ext cx="171110" cy="15252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D3244D9B-70B9-4F99-B3FF-7E16229610C0}"/>
                  </a:ext>
                </a:extLst>
              </p:cNvPr>
              <p:cNvSpPr/>
              <p:nvPr/>
            </p:nvSpPr>
            <p:spPr>
              <a:xfrm>
                <a:off x="7173620" y="3211702"/>
                <a:ext cx="171110" cy="15252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37222178-D448-42CB-AC1E-0A4BCF038603}"/>
                  </a:ext>
                </a:extLst>
              </p:cNvPr>
              <p:cNvSpPr/>
              <p:nvPr/>
            </p:nvSpPr>
            <p:spPr>
              <a:xfrm>
                <a:off x="7344730" y="3211702"/>
                <a:ext cx="171110" cy="152527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0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67FB474-A242-485E-94C3-9C8210029313}"/>
                </a:ext>
              </a:extLst>
            </p:cNvPr>
            <p:cNvGrpSpPr/>
            <p:nvPr/>
          </p:nvGrpSpPr>
          <p:grpSpPr>
            <a:xfrm>
              <a:off x="1821016" y="2678806"/>
              <a:ext cx="1405399" cy="191743"/>
              <a:chOff x="1751166" y="2678806"/>
              <a:chExt cx="1405399" cy="191743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6A39304D-2C79-412C-AF0E-DF5E7E4CCEF8}"/>
                  </a:ext>
                </a:extLst>
              </p:cNvPr>
              <p:cNvSpPr/>
              <p:nvPr/>
            </p:nvSpPr>
            <p:spPr>
              <a:xfrm>
                <a:off x="1762596" y="2678806"/>
                <a:ext cx="174246" cy="19174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5ABD3F8-1B92-4A59-9674-2C87DD8622E8}"/>
                  </a:ext>
                </a:extLst>
              </p:cNvPr>
              <p:cNvSpPr/>
              <p:nvPr/>
            </p:nvSpPr>
            <p:spPr>
              <a:xfrm>
                <a:off x="1936842" y="2678806"/>
                <a:ext cx="174246" cy="19174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695E45C-3673-49B5-91D0-48D95D70E04F}"/>
                  </a:ext>
                </a:extLst>
              </p:cNvPr>
              <p:cNvSpPr/>
              <p:nvPr/>
            </p:nvSpPr>
            <p:spPr>
              <a:xfrm>
                <a:off x="2111088" y="2678806"/>
                <a:ext cx="174246" cy="19174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7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CB76EB5-02B7-4275-B625-A8A76866CA7E}"/>
                  </a:ext>
                </a:extLst>
              </p:cNvPr>
              <p:cNvSpPr/>
              <p:nvPr/>
            </p:nvSpPr>
            <p:spPr>
              <a:xfrm>
                <a:off x="2285335" y="2678806"/>
                <a:ext cx="174246" cy="19174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3C424E9-654B-4BBE-A411-F37A64728457}"/>
                  </a:ext>
                </a:extLst>
              </p:cNvPr>
              <p:cNvSpPr/>
              <p:nvPr/>
            </p:nvSpPr>
            <p:spPr>
              <a:xfrm>
                <a:off x="2459581" y="2678806"/>
                <a:ext cx="174246" cy="19174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4AF93879-7E1E-4330-A9FD-C223333FD215}"/>
                  </a:ext>
                </a:extLst>
              </p:cNvPr>
              <p:cNvSpPr/>
              <p:nvPr/>
            </p:nvSpPr>
            <p:spPr>
              <a:xfrm>
                <a:off x="2633827" y="2678806"/>
                <a:ext cx="174246" cy="19174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6B1D2D0-A1B2-40B7-AF7A-8330D5DFDF76}"/>
                  </a:ext>
                </a:extLst>
              </p:cNvPr>
              <p:cNvSpPr/>
              <p:nvPr/>
            </p:nvSpPr>
            <p:spPr>
              <a:xfrm>
                <a:off x="2808073" y="2678806"/>
                <a:ext cx="174246" cy="19174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22D5B89A-BB9C-4098-AECB-64E45C4659DF}"/>
                  </a:ext>
                </a:extLst>
              </p:cNvPr>
              <p:cNvSpPr/>
              <p:nvPr/>
            </p:nvSpPr>
            <p:spPr>
              <a:xfrm>
                <a:off x="2982319" y="2678806"/>
                <a:ext cx="174246" cy="19174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BE611F69-AC64-4F48-8231-179B604CF7AF}"/>
                  </a:ext>
                </a:extLst>
              </p:cNvPr>
              <p:cNvSpPr/>
              <p:nvPr/>
            </p:nvSpPr>
            <p:spPr>
              <a:xfrm>
                <a:off x="1751166" y="2678806"/>
                <a:ext cx="174246" cy="19174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12081729-137B-444D-AF41-F99295DCCDA9}"/>
                  </a:ext>
                </a:extLst>
              </p:cNvPr>
              <p:cNvSpPr/>
              <p:nvPr/>
            </p:nvSpPr>
            <p:spPr>
              <a:xfrm>
                <a:off x="1925412" y="2678806"/>
                <a:ext cx="174246" cy="19174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D0FD16AC-3DA8-467D-AE04-4427FAF55691}"/>
                  </a:ext>
                </a:extLst>
              </p:cNvPr>
              <p:cNvSpPr/>
              <p:nvPr/>
            </p:nvSpPr>
            <p:spPr>
              <a:xfrm>
                <a:off x="2099658" y="2678806"/>
                <a:ext cx="174246" cy="19174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7</a:t>
                </a: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2FC90D57-1F44-42DE-BFFF-79BFB251FD79}"/>
                  </a:ext>
                </a:extLst>
              </p:cNvPr>
              <p:cNvSpPr/>
              <p:nvPr/>
            </p:nvSpPr>
            <p:spPr>
              <a:xfrm>
                <a:off x="2273905" y="2678806"/>
                <a:ext cx="174246" cy="19174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6C328A41-2E3D-491C-9343-23B321CA68C2}"/>
                  </a:ext>
                </a:extLst>
              </p:cNvPr>
              <p:cNvSpPr/>
              <p:nvPr/>
            </p:nvSpPr>
            <p:spPr>
              <a:xfrm>
                <a:off x="2448151" y="2678806"/>
                <a:ext cx="174246" cy="19174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0</a:t>
                </a: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85F09A19-3A08-4C3C-9CFA-6C4B5BAD1A89}"/>
                  </a:ext>
                </a:extLst>
              </p:cNvPr>
              <p:cNvSpPr/>
              <p:nvPr/>
            </p:nvSpPr>
            <p:spPr>
              <a:xfrm>
                <a:off x="2622397" y="2678806"/>
                <a:ext cx="174246" cy="19174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297658C4-68D2-4F74-BD2C-85BA9E3FD7D0}"/>
                  </a:ext>
                </a:extLst>
              </p:cNvPr>
              <p:cNvSpPr/>
              <p:nvPr/>
            </p:nvSpPr>
            <p:spPr>
              <a:xfrm>
                <a:off x="2796643" y="2678806"/>
                <a:ext cx="174246" cy="19174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61AFD046-01C5-4F4E-956B-F2D336EBFD35}"/>
                  </a:ext>
                </a:extLst>
              </p:cNvPr>
              <p:cNvSpPr/>
              <p:nvPr/>
            </p:nvSpPr>
            <p:spPr>
              <a:xfrm>
                <a:off x="2970889" y="2678806"/>
                <a:ext cx="174246" cy="191743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1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86387D8-2CEE-409F-B305-E3DD4010F8A0}"/>
                </a:ext>
              </a:extLst>
            </p:cNvPr>
            <p:cNvGrpSpPr/>
            <p:nvPr/>
          </p:nvGrpSpPr>
          <p:grpSpPr>
            <a:xfrm>
              <a:off x="401057" y="1331258"/>
              <a:ext cx="1116685" cy="905871"/>
              <a:chOff x="820157" y="1458258"/>
              <a:chExt cx="1116685" cy="905871"/>
            </a:xfrm>
          </p:grpSpPr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A109DD6B-581E-4A98-9B66-E18A3DF24D88}"/>
                  </a:ext>
                </a:extLst>
              </p:cNvPr>
              <p:cNvGrpSpPr/>
              <p:nvPr/>
            </p:nvGrpSpPr>
            <p:grpSpPr>
              <a:xfrm>
                <a:off x="1762596" y="1698281"/>
                <a:ext cx="174246" cy="165734"/>
                <a:chOff x="3374524" y="3961948"/>
                <a:chExt cx="521293" cy="512749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DD8E06A4-1420-4987-A1E6-757F29DC4EA2}"/>
                    </a:ext>
                  </a:extLst>
                </p:cNvPr>
                <p:cNvSpPr/>
                <p:nvPr/>
              </p:nvSpPr>
              <p:spPr>
                <a:xfrm>
                  <a:off x="3374524" y="3961949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00255F68-D61D-48EA-BC23-FA439E3A986B}"/>
                    </a:ext>
                  </a:extLst>
                </p:cNvPr>
                <p:cNvSpPr/>
                <p:nvPr/>
              </p:nvSpPr>
              <p:spPr>
                <a:xfrm rot="5400000">
                  <a:off x="3594070" y="3862042"/>
                  <a:ext cx="82199" cy="282011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1377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6122C6E2-E643-4B9C-86B3-2914D8C74D12}"/>
                    </a:ext>
                  </a:extLst>
                </p:cNvPr>
                <p:cNvSpPr/>
                <p:nvPr/>
              </p:nvSpPr>
              <p:spPr>
                <a:xfrm rot="5400000">
                  <a:off x="3594070" y="4292592"/>
                  <a:ext cx="82199" cy="282011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1377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F16AAB8A-82A5-428C-A814-6F0A8616C33A}"/>
                    </a:ext>
                  </a:extLst>
                </p:cNvPr>
                <p:cNvSpPr/>
                <p:nvPr/>
              </p:nvSpPr>
              <p:spPr>
                <a:xfrm>
                  <a:off x="3374524" y="4079529"/>
                  <a:ext cx="82199" cy="282011"/>
                </a:xfrm>
                <a:prstGeom prst="rect">
                  <a:avLst/>
                </a:prstGeom>
                <a:solidFill>
                  <a:srgbClr val="9148C8"/>
                </a:solidFill>
                <a:ln w="63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724418E0-A7AE-46D4-9A6C-CA6FF1F13EAD}"/>
                    </a:ext>
                  </a:extLst>
                </p:cNvPr>
                <p:cNvSpPr/>
                <p:nvPr/>
              </p:nvSpPr>
              <p:spPr>
                <a:xfrm>
                  <a:off x="3813618" y="4079529"/>
                  <a:ext cx="82199" cy="282011"/>
                </a:xfrm>
                <a:prstGeom prst="rect">
                  <a:avLst/>
                </a:prstGeom>
                <a:solidFill>
                  <a:srgbClr val="9148C8"/>
                </a:solidFill>
                <a:ln w="63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3AC056D9-CB4A-4C81-B0B8-A1F9EC6A3A33}"/>
                  </a:ext>
                </a:extLst>
              </p:cNvPr>
              <p:cNvGrpSpPr/>
              <p:nvPr/>
            </p:nvGrpSpPr>
            <p:grpSpPr>
              <a:xfrm>
                <a:off x="1337149" y="1458258"/>
                <a:ext cx="174246" cy="165734"/>
                <a:chOff x="1960978" y="2290824"/>
                <a:chExt cx="521293" cy="512748"/>
              </a:xfrm>
            </p:grpSpPr>
            <p:grpSp>
              <p:nvGrpSpPr>
                <p:cNvPr id="120" name="Group 119">
                  <a:extLst>
                    <a:ext uri="{FF2B5EF4-FFF2-40B4-BE49-F238E27FC236}">
                      <a16:creationId xmlns:a16="http://schemas.microsoft.com/office/drawing/2014/main" id="{E39300E9-1385-4A7A-9BD0-F6E863F32A0F}"/>
                    </a:ext>
                  </a:extLst>
                </p:cNvPr>
                <p:cNvGrpSpPr/>
                <p:nvPr/>
              </p:nvGrpSpPr>
              <p:grpSpPr>
                <a:xfrm>
                  <a:off x="1960978" y="2290824"/>
                  <a:ext cx="521293" cy="512748"/>
                  <a:chOff x="1378086" y="2546788"/>
                  <a:chExt cx="521293" cy="512748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123" name="Rectangle 122">
                    <a:extLst>
                      <a:ext uri="{FF2B5EF4-FFF2-40B4-BE49-F238E27FC236}">
                        <a16:creationId xmlns:a16="http://schemas.microsoft.com/office/drawing/2014/main" id="{BA8FB9D5-5866-4757-BFB2-03518C0EFE9C}"/>
                      </a:ext>
                    </a:extLst>
                  </p:cNvPr>
                  <p:cNvSpPr/>
                  <p:nvPr/>
                </p:nvSpPr>
                <p:spPr>
                  <a:xfrm>
                    <a:off x="1378086" y="2546788"/>
                    <a:ext cx="521293" cy="512748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</a:schemeClr>
                  </a:solidFill>
                  <a:ln w="6350">
                    <a:solidFill>
                      <a:schemeClr val="bg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24" name="Rectangle 123">
                    <a:extLst>
                      <a:ext uri="{FF2B5EF4-FFF2-40B4-BE49-F238E27FC236}">
                        <a16:creationId xmlns:a16="http://schemas.microsoft.com/office/drawing/2014/main" id="{097F1BF0-4022-4D05-BBB8-97E13AFAF26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597632" y="2446882"/>
                    <a:ext cx="82199" cy="282011"/>
                  </a:xfrm>
                  <a:prstGeom prst="rect">
                    <a:avLst/>
                  </a:prstGeom>
                  <a:solidFill>
                    <a:schemeClr val="accent5"/>
                  </a:solidFill>
                  <a:ln w="6350">
                    <a:solidFill>
                      <a:srgbClr val="B6A20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25" name="Rectangle 124">
                    <a:extLst>
                      <a:ext uri="{FF2B5EF4-FFF2-40B4-BE49-F238E27FC236}">
                        <a16:creationId xmlns:a16="http://schemas.microsoft.com/office/drawing/2014/main" id="{A41DD89E-A0F1-414E-9E1D-E630DD6203CA}"/>
                      </a:ext>
                    </a:extLst>
                  </p:cNvPr>
                  <p:cNvSpPr/>
                  <p:nvPr/>
                </p:nvSpPr>
                <p:spPr>
                  <a:xfrm>
                    <a:off x="1817180" y="2662156"/>
                    <a:ext cx="82199" cy="282011"/>
                  </a:xfrm>
                  <a:prstGeom prst="rect">
                    <a:avLst/>
                  </a:prstGeom>
                  <a:solidFill>
                    <a:srgbClr val="9148C8"/>
                  </a:solidFill>
                  <a:ln w="6350"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26" name="Rectangle 125">
                    <a:extLst>
                      <a:ext uri="{FF2B5EF4-FFF2-40B4-BE49-F238E27FC236}">
                        <a16:creationId xmlns:a16="http://schemas.microsoft.com/office/drawing/2014/main" id="{1F6A5AC6-08BC-4DED-B689-D8D28BB595C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597632" y="2877431"/>
                    <a:ext cx="82199" cy="282011"/>
                  </a:xfrm>
                  <a:prstGeom prst="rect">
                    <a:avLst/>
                  </a:prstGeom>
                  <a:solidFill>
                    <a:schemeClr val="accent4"/>
                  </a:solidFill>
                  <a:ln w="63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6D42D8E1-4400-442D-A62C-A97E8EF82485}"/>
                    </a:ext>
                  </a:extLst>
                </p:cNvPr>
                <p:cNvCxnSpPr/>
                <p:nvPr/>
              </p:nvCxnSpPr>
              <p:spPr>
                <a:xfrm>
                  <a:off x="2224880" y="2290824"/>
                  <a:ext cx="0" cy="8219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5746C54A-A166-4ED9-99AF-373A9BA8AD46}"/>
                    </a:ext>
                  </a:extLst>
                </p:cNvPr>
                <p:cNvCxnSpPr/>
                <p:nvPr/>
              </p:nvCxnSpPr>
              <p:spPr>
                <a:xfrm>
                  <a:off x="2224880" y="2721373"/>
                  <a:ext cx="0" cy="8219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C511A070-A94F-44F4-903E-3CBD0E616B6F}"/>
                  </a:ext>
                </a:extLst>
              </p:cNvPr>
              <p:cNvGrpSpPr/>
              <p:nvPr/>
            </p:nvGrpSpPr>
            <p:grpSpPr>
              <a:xfrm>
                <a:off x="1326550" y="1901632"/>
                <a:ext cx="174246" cy="165734"/>
                <a:chOff x="1960976" y="2992945"/>
                <a:chExt cx="521293" cy="512748"/>
              </a:xfrm>
            </p:grpSpPr>
            <p:grpSp>
              <p:nvGrpSpPr>
                <p:cNvPr id="128" name="Group 127">
                  <a:extLst>
                    <a:ext uri="{FF2B5EF4-FFF2-40B4-BE49-F238E27FC236}">
                      <a16:creationId xmlns:a16="http://schemas.microsoft.com/office/drawing/2014/main" id="{99BA9C1C-627F-4D09-BBE9-93987F96AB70}"/>
                    </a:ext>
                  </a:extLst>
                </p:cNvPr>
                <p:cNvGrpSpPr/>
                <p:nvPr/>
              </p:nvGrpSpPr>
              <p:grpSpPr>
                <a:xfrm>
                  <a:off x="1960976" y="2992945"/>
                  <a:ext cx="521293" cy="512748"/>
                  <a:chOff x="3603126" y="3395374"/>
                  <a:chExt cx="521293" cy="512748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130" name="Rectangle 129">
                    <a:extLst>
                      <a:ext uri="{FF2B5EF4-FFF2-40B4-BE49-F238E27FC236}">
                        <a16:creationId xmlns:a16="http://schemas.microsoft.com/office/drawing/2014/main" id="{349F4D78-9BCD-46F0-9C58-7096A8D81D15}"/>
                      </a:ext>
                    </a:extLst>
                  </p:cNvPr>
                  <p:cNvSpPr/>
                  <p:nvPr/>
                </p:nvSpPr>
                <p:spPr>
                  <a:xfrm>
                    <a:off x="3603126" y="3395374"/>
                    <a:ext cx="521293" cy="512748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</a:schemeClr>
                  </a:solidFill>
                  <a:ln w="6350">
                    <a:solidFill>
                      <a:schemeClr val="bg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31" name="Rectangle 130">
                    <a:extLst>
                      <a:ext uri="{FF2B5EF4-FFF2-40B4-BE49-F238E27FC236}">
                        <a16:creationId xmlns:a16="http://schemas.microsoft.com/office/drawing/2014/main" id="{63C53454-E589-47F4-ADCA-A1390BD178B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822672" y="3726017"/>
                    <a:ext cx="82199" cy="282011"/>
                  </a:xfrm>
                  <a:prstGeom prst="rect">
                    <a:avLst/>
                  </a:prstGeom>
                  <a:solidFill>
                    <a:schemeClr val="accent5"/>
                  </a:solidFill>
                  <a:ln w="6350">
                    <a:solidFill>
                      <a:srgbClr val="B6A20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32" name="Rectangle 131">
                    <a:extLst>
                      <a:ext uri="{FF2B5EF4-FFF2-40B4-BE49-F238E27FC236}">
                        <a16:creationId xmlns:a16="http://schemas.microsoft.com/office/drawing/2014/main" id="{80B85179-02A1-4139-85A5-99FBF0E5C9F3}"/>
                      </a:ext>
                    </a:extLst>
                  </p:cNvPr>
                  <p:cNvSpPr/>
                  <p:nvPr/>
                </p:nvSpPr>
                <p:spPr>
                  <a:xfrm>
                    <a:off x="4042220" y="3510742"/>
                    <a:ext cx="82199" cy="282011"/>
                  </a:xfrm>
                  <a:prstGeom prst="rect">
                    <a:avLst/>
                  </a:prstGeom>
                  <a:solidFill>
                    <a:srgbClr val="9148C8"/>
                  </a:solidFill>
                  <a:ln w="6350">
                    <a:solidFill>
                      <a:srgbClr val="7030A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180525FF-5183-4D56-96F6-7A04A0806286}"/>
                    </a:ext>
                  </a:extLst>
                </p:cNvPr>
                <p:cNvCxnSpPr/>
                <p:nvPr/>
              </p:nvCxnSpPr>
              <p:spPr>
                <a:xfrm>
                  <a:off x="2224880" y="3423494"/>
                  <a:ext cx="0" cy="8219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3" name="Group 132">
                <a:extLst>
                  <a:ext uri="{FF2B5EF4-FFF2-40B4-BE49-F238E27FC236}">
                    <a16:creationId xmlns:a16="http://schemas.microsoft.com/office/drawing/2014/main" id="{641B49C4-BB46-45AB-B54C-6EE21B2F4A39}"/>
                  </a:ext>
                </a:extLst>
              </p:cNvPr>
              <p:cNvGrpSpPr/>
              <p:nvPr/>
            </p:nvGrpSpPr>
            <p:grpSpPr>
              <a:xfrm>
                <a:off x="820157" y="1617725"/>
                <a:ext cx="174246" cy="165734"/>
                <a:chOff x="1205410" y="2290825"/>
                <a:chExt cx="521293" cy="512748"/>
              </a:xfrm>
            </p:grpSpPr>
            <p:grpSp>
              <p:nvGrpSpPr>
                <p:cNvPr id="134" name="Group 133">
                  <a:extLst>
                    <a:ext uri="{FF2B5EF4-FFF2-40B4-BE49-F238E27FC236}">
                      <a16:creationId xmlns:a16="http://schemas.microsoft.com/office/drawing/2014/main" id="{1F69E409-8EE2-4ED3-806F-2F70709AC009}"/>
                    </a:ext>
                  </a:extLst>
                </p:cNvPr>
                <p:cNvGrpSpPr/>
                <p:nvPr/>
              </p:nvGrpSpPr>
              <p:grpSpPr>
                <a:xfrm>
                  <a:off x="1205410" y="2290825"/>
                  <a:ext cx="521293" cy="512748"/>
                  <a:chOff x="3737574" y="3110669"/>
                  <a:chExt cx="521293" cy="512748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137" name="Rectangle 136">
                    <a:extLst>
                      <a:ext uri="{FF2B5EF4-FFF2-40B4-BE49-F238E27FC236}">
                        <a16:creationId xmlns:a16="http://schemas.microsoft.com/office/drawing/2014/main" id="{55A6CC15-FBC9-4184-949F-5620FAE319E1}"/>
                      </a:ext>
                    </a:extLst>
                  </p:cNvPr>
                  <p:cNvSpPr/>
                  <p:nvPr/>
                </p:nvSpPr>
                <p:spPr>
                  <a:xfrm>
                    <a:off x="3737574" y="3110669"/>
                    <a:ext cx="521293" cy="512748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</a:schemeClr>
                  </a:solidFill>
                  <a:ln w="6350">
                    <a:solidFill>
                      <a:schemeClr val="bg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38" name="Rectangle 137">
                    <a:extLst>
                      <a:ext uri="{FF2B5EF4-FFF2-40B4-BE49-F238E27FC236}">
                        <a16:creationId xmlns:a16="http://schemas.microsoft.com/office/drawing/2014/main" id="{CE734CE5-A136-4B05-AC58-CD52303105E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957120" y="3010763"/>
                    <a:ext cx="82199" cy="282011"/>
                  </a:xfrm>
                  <a:prstGeom prst="rect">
                    <a:avLst/>
                  </a:prstGeom>
                  <a:solidFill>
                    <a:schemeClr val="accent4"/>
                  </a:solidFill>
                  <a:ln w="6350">
                    <a:solidFill>
                      <a:schemeClr val="accent4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39" name="Rectangle 138">
                    <a:extLst>
                      <a:ext uri="{FF2B5EF4-FFF2-40B4-BE49-F238E27FC236}">
                        <a16:creationId xmlns:a16="http://schemas.microsoft.com/office/drawing/2014/main" id="{968CD6D9-01ED-4E4A-90BF-85E2E03D738B}"/>
                      </a:ext>
                    </a:extLst>
                  </p:cNvPr>
                  <p:cNvSpPr/>
                  <p:nvPr/>
                </p:nvSpPr>
                <p:spPr>
                  <a:xfrm>
                    <a:off x="4171308" y="3226037"/>
                    <a:ext cx="82199" cy="282011"/>
                  </a:xfrm>
                  <a:prstGeom prst="rect">
                    <a:avLst/>
                  </a:prstGeom>
                  <a:solidFill>
                    <a:srgbClr val="FC711C"/>
                  </a:solidFill>
                  <a:ln w="63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A0E08BA6-D804-4FA9-BD7B-747088627E28}"/>
                    </a:ext>
                  </a:extLst>
                </p:cNvPr>
                <p:cNvCxnSpPr>
                  <a:stCxn id="138" idx="1"/>
                  <a:endCxn id="138" idx="3"/>
                </p:cNvCxnSpPr>
                <p:nvPr/>
              </p:nvCxnSpPr>
              <p:spPr>
                <a:xfrm>
                  <a:off x="1466055" y="2290825"/>
                  <a:ext cx="0" cy="8219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D453FEB8-CD4A-4D9A-A20E-A52BEDF44D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680241" y="2498948"/>
                  <a:ext cx="0" cy="8219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2415FA2B-FB53-40FF-8F90-FCFB0BD7896A}"/>
                  </a:ext>
                </a:extLst>
              </p:cNvPr>
              <p:cNvGrpSpPr/>
              <p:nvPr/>
            </p:nvGrpSpPr>
            <p:grpSpPr>
              <a:xfrm>
                <a:off x="957605" y="2084005"/>
                <a:ext cx="174247" cy="165734"/>
                <a:chOff x="1200047" y="2998405"/>
                <a:chExt cx="521296" cy="512748"/>
              </a:xfrm>
            </p:grpSpPr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09AF3B16-B491-4D01-BC26-E65F0D4665F1}"/>
                    </a:ext>
                  </a:extLst>
                </p:cNvPr>
                <p:cNvGrpSpPr/>
                <p:nvPr/>
              </p:nvGrpSpPr>
              <p:grpSpPr>
                <a:xfrm>
                  <a:off x="1200050" y="2998405"/>
                  <a:ext cx="521293" cy="512748"/>
                  <a:chOff x="3515961" y="3443740"/>
                  <a:chExt cx="521293" cy="512748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143" name="Rectangle 142">
                    <a:extLst>
                      <a:ext uri="{FF2B5EF4-FFF2-40B4-BE49-F238E27FC236}">
                        <a16:creationId xmlns:a16="http://schemas.microsoft.com/office/drawing/2014/main" id="{E80C9F32-CCCC-42FC-BC9F-25467F425BAE}"/>
                      </a:ext>
                    </a:extLst>
                  </p:cNvPr>
                  <p:cNvSpPr/>
                  <p:nvPr/>
                </p:nvSpPr>
                <p:spPr>
                  <a:xfrm>
                    <a:off x="3515961" y="3443740"/>
                    <a:ext cx="521293" cy="512748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</a:schemeClr>
                  </a:solidFill>
                  <a:ln w="6350">
                    <a:solidFill>
                      <a:schemeClr val="bg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44" name="Rectangle 143">
                    <a:extLst>
                      <a:ext uri="{FF2B5EF4-FFF2-40B4-BE49-F238E27FC236}">
                        <a16:creationId xmlns:a16="http://schemas.microsoft.com/office/drawing/2014/main" id="{8BEA8A7E-46B6-4E0C-AC33-74510027E689}"/>
                      </a:ext>
                    </a:extLst>
                  </p:cNvPr>
                  <p:cNvSpPr/>
                  <p:nvPr/>
                </p:nvSpPr>
                <p:spPr>
                  <a:xfrm>
                    <a:off x="3515961" y="3559108"/>
                    <a:ext cx="82199" cy="282011"/>
                  </a:xfrm>
                  <a:prstGeom prst="rect">
                    <a:avLst/>
                  </a:prstGeom>
                  <a:solidFill>
                    <a:srgbClr val="F81818"/>
                  </a:solidFill>
                  <a:ln w="6350">
                    <a:solidFill>
                      <a:srgbClr val="9D050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45" name="Rectangle 144">
                    <a:extLst>
                      <a:ext uri="{FF2B5EF4-FFF2-40B4-BE49-F238E27FC236}">
                        <a16:creationId xmlns:a16="http://schemas.microsoft.com/office/drawing/2014/main" id="{94579CC8-273C-459C-A085-CCF3375C38A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735507" y="3343834"/>
                    <a:ext cx="82199" cy="282011"/>
                  </a:xfrm>
                  <a:prstGeom prst="rect">
                    <a:avLst/>
                  </a:prstGeom>
                  <a:solidFill>
                    <a:srgbClr val="015AAB"/>
                  </a:solidFill>
                  <a:ln w="6350">
                    <a:solidFill>
                      <a:srgbClr val="01377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A69F8EB1-DBEC-4493-BDCE-4FC0FDA552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241147" y="3206974"/>
                  <a:ext cx="0" cy="8219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70EA6372-A80D-422B-87A1-5D1458D6042C}"/>
                  </a:ext>
                </a:extLst>
              </p:cNvPr>
              <p:cNvGrpSpPr/>
              <p:nvPr/>
            </p:nvGrpSpPr>
            <p:grpSpPr>
              <a:xfrm>
                <a:off x="1602087" y="2197680"/>
                <a:ext cx="174247" cy="166449"/>
                <a:chOff x="1200046" y="3705985"/>
                <a:chExt cx="521295" cy="514960"/>
              </a:xfrm>
            </p:grpSpPr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F1F3E3AD-B570-4384-9A9D-AA43B7A94F06}"/>
                    </a:ext>
                  </a:extLst>
                </p:cNvPr>
                <p:cNvGrpSpPr/>
                <p:nvPr/>
              </p:nvGrpSpPr>
              <p:grpSpPr>
                <a:xfrm>
                  <a:off x="1200048" y="3705985"/>
                  <a:ext cx="521293" cy="514960"/>
                  <a:chOff x="3519304" y="3703188"/>
                  <a:chExt cx="521293" cy="514960"/>
                </a:xfr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150" name="Rectangle 149">
                    <a:extLst>
                      <a:ext uri="{FF2B5EF4-FFF2-40B4-BE49-F238E27FC236}">
                        <a16:creationId xmlns:a16="http://schemas.microsoft.com/office/drawing/2014/main" id="{65F66145-1618-498B-990B-02CBC060762E}"/>
                      </a:ext>
                    </a:extLst>
                  </p:cNvPr>
                  <p:cNvSpPr/>
                  <p:nvPr/>
                </p:nvSpPr>
                <p:spPr>
                  <a:xfrm>
                    <a:off x="3519304" y="3705400"/>
                    <a:ext cx="521293" cy="512748"/>
                  </a:xfrm>
                  <a:prstGeom prst="rect">
                    <a:avLst/>
                  </a:prstGeom>
                  <a:solidFill>
                    <a:schemeClr val="tx1">
                      <a:lumMod val="50000"/>
                    </a:schemeClr>
                  </a:solidFill>
                  <a:ln w="6350">
                    <a:solidFill>
                      <a:schemeClr val="bg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51" name="Rectangle 150">
                    <a:extLst>
                      <a:ext uri="{FF2B5EF4-FFF2-40B4-BE49-F238E27FC236}">
                        <a16:creationId xmlns:a16="http://schemas.microsoft.com/office/drawing/2014/main" id="{1E8C4CB1-D737-45BA-8411-3476ACB6B0E6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3734549" y="3603282"/>
                    <a:ext cx="82199" cy="282011"/>
                  </a:xfrm>
                  <a:prstGeom prst="rect">
                    <a:avLst/>
                  </a:prstGeom>
                  <a:solidFill>
                    <a:srgbClr val="015AAB"/>
                  </a:solidFill>
                  <a:ln w="6350">
                    <a:solidFill>
                      <a:srgbClr val="013773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52" name="Rectangle 151">
                    <a:extLst>
                      <a:ext uri="{FF2B5EF4-FFF2-40B4-BE49-F238E27FC236}">
                        <a16:creationId xmlns:a16="http://schemas.microsoft.com/office/drawing/2014/main" id="{6A89A705-7632-43F1-B999-336546FF2111}"/>
                      </a:ext>
                    </a:extLst>
                  </p:cNvPr>
                  <p:cNvSpPr/>
                  <p:nvPr/>
                </p:nvSpPr>
                <p:spPr>
                  <a:xfrm>
                    <a:off x="3519304" y="3820768"/>
                    <a:ext cx="82199" cy="282011"/>
                  </a:xfrm>
                  <a:prstGeom prst="rect">
                    <a:avLst/>
                  </a:prstGeom>
                  <a:solidFill>
                    <a:srgbClr val="FC711C"/>
                  </a:solidFill>
                  <a:ln w="6350">
                    <a:solidFill>
                      <a:schemeClr val="accent6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53" name="Rectangle 152">
                    <a:extLst>
                      <a:ext uri="{FF2B5EF4-FFF2-40B4-BE49-F238E27FC236}">
                        <a16:creationId xmlns:a16="http://schemas.microsoft.com/office/drawing/2014/main" id="{CA862F90-4332-4EBA-BF0C-58508E0C9E60}"/>
                      </a:ext>
                    </a:extLst>
                  </p:cNvPr>
                  <p:cNvSpPr/>
                  <p:nvPr/>
                </p:nvSpPr>
                <p:spPr>
                  <a:xfrm>
                    <a:off x="3958398" y="3820768"/>
                    <a:ext cx="82199" cy="282011"/>
                  </a:xfrm>
                  <a:prstGeom prst="rect">
                    <a:avLst/>
                  </a:prstGeom>
                  <a:solidFill>
                    <a:srgbClr val="F81818"/>
                  </a:solidFill>
                  <a:ln w="6350">
                    <a:solidFill>
                      <a:srgbClr val="9D050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bg1"/>
                      </a:solidFill>
                    </a:endParaRPr>
                  </a:p>
                </p:txBody>
              </p:sp>
            </p:grp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748F962E-B66F-40D6-A5E5-150D79FB1D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680240" y="3921349"/>
                  <a:ext cx="0" cy="8219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56211C4C-E289-4A13-B0E4-91AAFF162D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1241146" y="3924572"/>
                  <a:ext cx="0" cy="82199"/>
                </a:xfrm>
                <a:prstGeom prst="line">
                  <a:avLst/>
                </a:prstGeom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ABC1B264-44DF-4A8E-BE2E-7F3E9739858D}"/>
                </a:ext>
              </a:extLst>
            </p:cNvPr>
            <p:cNvGrpSpPr/>
            <p:nvPr/>
          </p:nvGrpSpPr>
          <p:grpSpPr>
            <a:xfrm>
              <a:off x="1131102" y="2533377"/>
              <a:ext cx="436046" cy="393700"/>
              <a:chOff x="947440" y="2425700"/>
              <a:chExt cx="436046" cy="393700"/>
            </a:xfrm>
          </p:grpSpPr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817BD31A-85C5-4F15-9498-EDACA3D6FEE6}"/>
                  </a:ext>
                </a:extLst>
              </p:cNvPr>
              <p:cNvCxnSpPr/>
              <p:nvPr/>
            </p:nvCxnSpPr>
            <p:spPr>
              <a:xfrm>
                <a:off x="947440" y="2425700"/>
                <a:ext cx="0" cy="3937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6" name="Straight Arrow Connector 155">
                <a:extLst>
                  <a:ext uri="{FF2B5EF4-FFF2-40B4-BE49-F238E27FC236}">
                    <a16:creationId xmlns:a16="http://schemas.microsoft.com/office/drawing/2014/main" id="{93D13032-B044-4797-9E8D-802E12737EF4}"/>
                  </a:ext>
                </a:extLst>
              </p:cNvPr>
              <p:cNvCxnSpPr/>
              <p:nvPr/>
            </p:nvCxnSpPr>
            <p:spPr>
              <a:xfrm>
                <a:off x="947440" y="2819400"/>
                <a:ext cx="436046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EA43C72D-B94D-4B68-B282-E4AB47C3EAF8}"/>
                </a:ext>
              </a:extLst>
            </p:cNvPr>
            <p:cNvSpPr txBox="1"/>
            <p:nvPr/>
          </p:nvSpPr>
          <p:spPr>
            <a:xfrm>
              <a:off x="1677472" y="788798"/>
              <a:ext cx="1762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distinct tile types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2F8C397B-5E63-46A7-BF50-0E3D70B6CDFD}"/>
                </a:ext>
              </a:extLst>
            </p:cNvPr>
            <p:cNvSpPr txBox="1"/>
            <p:nvPr/>
          </p:nvSpPr>
          <p:spPr>
            <a:xfrm>
              <a:off x="1731992" y="2153576"/>
              <a:ext cx="27897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>
                  <a:solidFill>
                    <a:schemeClr val="bg1"/>
                  </a:solidFill>
                </a:rPr>
                <a:t>Higher-Base Representation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EAA4AE99-52BF-40DF-90D2-28D54F2E87CB}"/>
                </a:ext>
              </a:extLst>
            </p:cNvPr>
            <p:cNvSpPr txBox="1"/>
            <p:nvPr/>
          </p:nvSpPr>
          <p:spPr>
            <a:xfrm>
              <a:off x="3351599" y="2937732"/>
              <a:ext cx="36471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>
                  <a:solidFill>
                    <a:schemeClr val="bg1"/>
                  </a:solidFill>
                </a:rPr>
                <a:t>Binary Representation of length K(S)</a:t>
              </a: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ADE3E20A-BCAC-4D00-9CA5-DA6629F5E08B}"/>
                </a:ext>
              </a:extLst>
            </p:cNvPr>
            <p:cNvSpPr txBox="1"/>
            <p:nvPr/>
          </p:nvSpPr>
          <p:spPr>
            <a:xfrm>
              <a:off x="11978" y="3154621"/>
              <a:ext cx="14477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Self Assembles</a:t>
              </a: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48FC53F-9B66-496A-AF45-965340E29953}"/>
                </a:ext>
              </a:extLst>
            </p:cNvPr>
            <p:cNvGrpSpPr/>
            <p:nvPr/>
          </p:nvGrpSpPr>
          <p:grpSpPr>
            <a:xfrm>
              <a:off x="203174" y="647383"/>
              <a:ext cx="1677062" cy="584775"/>
              <a:chOff x="2877923" y="1258626"/>
              <a:chExt cx="1677062" cy="584775"/>
            </a:xfrm>
          </p:grpSpPr>
          <p:grpSp>
            <p:nvGrpSpPr>
              <p:cNvPr id="174" name="Group 173">
                <a:extLst>
                  <a:ext uri="{FF2B5EF4-FFF2-40B4-BE49-F238E27FC236}">
                    <a16:creationId xmlns:a16="http://schemas.microsoft.com/office/drawing/2014/main" id="{0485483A-602F-42A9-A60E-BBF1EE8A6B7D}"/>
                  </a:ext>
                </a:extLst>
              </p:cNvPr>
              <p:cNvGrpSpPr/>
              <p:nvPr/>
            </p:nvGrpSpPr>
            <p:grpSpPr>
              <a:xfrm>
                <a:off x="3351599" y="1301863"/>
                <a:ext cx="920445" cy="529053"/>
                <a:chOff x="1041705" y="3992508"/>
                <a:chExt cx="920445" cy="529053"/>
              </a:xfrm>
            </p:grpSpPr>
            <p:sp>
              <p:nvSpPr>
                <p:cNvPr id="175" name="TextBox 174">
                  <a:extLst>
                    <a:ext uri="{FF2B5EF4-FFF2-40B4-BE49-F238E27FC236}">
                      <a16:creationId xmlns:a16="http://schemas.microsoft.com/office/drawing/2014/main" id="{5F9F15ED-962B-4FC6-ABF2-DE9CD7111237}"/>
                    </a:ext>
                  </a:extLst>
                </p:cNvPr>
                <p:cNvSpPr txBox="1"/>
                <p:nvPr/>
              </p:nvSpPr>
              <p:spPr>
                <a:xfrm>
                  <a:off x="1041705" y="4213784"/>
                  <a:ext cx="92044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bg1"/>
                      </a:solidFill>
                    </a:rPr>
                    <a:t>log(K(S))</a:t>
                  </a:r>
                </a:p>
              </p:txBody>
            </p: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BEB28611-EC70-40B6-8997-241985D0D2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92295" y="4270935"/>
                  <a:ext cx="815844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77" name="TextBox 176">
                  <a:extLst>
                    <a:ext uri="{FF2B5EF4-FFF2-40B4-BE49-F238E27FC236}">
                      <a16:creationId xmlns:a16="http://schemas.microsoft.com/office/drawing/2014/main" id="{28A34A84-BF9D-412F-B91D-C7C8324F6DBA}"/>
                    </a:ext>
                  </a:extLst>
                </p:cNvPr>
                <p:cNvSpPr txBox="1"/>
                <p:nvPr/>
              </p:nvSpPr>
              <p:spPr>
                <a:xfrm>
                  <a:off x="1210464" y="3992508"/>
                  <a:ext cx="6976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bg1"/>
                      </a:solidFill>
                    </a:rPr>
                    <a:t>K(S)</a:t>
                  </a:r>
                </a:p>
              </p:txBody>
            </p:sp>
          </p:grpSp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3349DA4E-0CE9-4C02-8622-DA089EF7EF20}"/>
                  </a:ext>
                </a:extLst>
              </p:cNvPr>
              <p:cNvSpPr txBox="1"/>
              <p:nvPr/>
            </p:nvSpPr>
            <p:spPr>
              <a:xfrm>
                <a:off x="2877923" y="1258626"/>
                <a:ext cx="167706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</a:rPr>
                  <a:t>O(        ) </a:t>
                </a:r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D7FB1177-F169-467D-AB59-CBD7961EA614}"/>
                </a:ext>
              </a:extLst>
            </p:cNvPr>
            <p:cNvGrpSpPr/>
            <p:nvPr/>
          </p:nvGrpSpPr>
          <p:grpSpPr>
            <a:xfrm>
              <a:off x="743298" y="3908474"/>
              <a:ext cx="3343112" cy="584775"/>
              <a:chOff x="986344" y="3656157"/>
              <a:chExt cx="3343112" cy="584775"/>
            </a:xfrm>
          </p:grpSpPr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4B658B26-5786-4592-BE91-0CBFC25BA4BE}"/>
                  </a:ext>
                </a:extLst>
              </p:cNvPr>
              <p:cNvSpPr txBox="1"/>
              <p:nvPr/>
            </p:nvSpPr>
            <p:spPr>
              <a:xfrm>
                <a:off x="986344" y="3781695"/>
                <a:ext cx="98937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TM using</a:t>
                </a: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B659BAF7-6502-427F-BC98-BBDB7732F0C2}"/>
                  </a:ext>
                </a:extLst>
              </p:cNvPr>
              <p:cNvSpPr txBox="1"/>
              <p:nvPr/>
            </p:nvSpPr>
            <p:spPr>
              <a:xfrm>
                <a:off x="3394585" y="3797529"/>
                <a:ext cx="93487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tile types</a:t>
                </a:r>
              </a:p>
            </p:txBody>
          </p:sp>
          <p:grpSp>
            <p:nvGrpSpPr>
              <p:cNvPr id="187" name="Group 186">
                <a:extLst>
                  <a:ext uri="{FF2B5EF4-FFF2-40B4-BE49-F238E27FC236}">
                    <a16:creationId xmlns:a16="http://schemas.microsoft.com/office/drawing/2014/main" id="{97E1A4A8-7EAD-478E-9B38-420112D9E593}"/>
                  </a:ext>
                </a:extLst>
              </p:cNvPr>
              <p:cNvGrpSpPr/>
              <p:nvPr/>
            </p:nvGrpSpPr>
            <p:grpSpPr>
              <a:xfrm>
                <a:off x="1908667" y="3656157"/>
                <a:ext cx="1677062" cy="584775"/>
                <a:chOff x="2877923" y="1258626"/>
                <a:chExt cx="1677062" cy="584775"/>
              </a:xfrm>
            </p:grpSpPr>
            <p:grpSp>
              <p:nvGrpSpPr>
                <p:cNvPr id="188" name="Group 187">
                  <a:extLst>
                    <a:ext uri="{FF2B5EF4-FFF2-40B4-BE49-F238E27FC236}">
                      <a16:creationId xmlns:a16="http://schemas.microsoft.com/office/drawing/2014/main" id="{6648B426-4ACC-4BC2-8704-85E1A7522CC6}"/>
                    </a:ext>
                  </a:extLst>
                </p:cNvPr>
                <p:cNvGrpSpPr/>
                <p:nvPr/>
              </p:nvGrpSpPr>
              <p:grpSpPr>
                <a:xfrm>
                  <a:off x="3351599" y="1301863"/>
                  <a:ext cx="920445" cy="529053"/>
                  <a:chOff x="1041705" y="3992508"/>
                  <a:chExt cx="920445" cy="529053"/>
                </a:xfrm>
              </p:grpSpPr>
              <p:sp>
                <p:nvSpPr>
                  <p:cNvPr id="190" name="TextBox 189">
                    <a:extLst>
                      <a:ext uri="{FF2B5EF4-FFF2-40B4-BE49-F238E27FC236}">
                        <a16:creationId xmlns:a16="http://schemas.microsoft.com/office/drawing/2014/main" id="{E0830B86-9DF3-474F-95AD-90F4C1AFD127}"/>
                      </a:ext>
                    </a:extLst>
                  </p:cNvPr>
                  <p:cNvSpPr txBox="1"/>
                  <p:nvPr/>
                </p:nvSpPr>
                <p:spPr>
                  <a:xfrm>
                    <a:off x="1041705" y="4213784"/>
                    <a:ext cx="920445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dirty="0">
                        <a:solidFill>
                          <a:schemeClr val="bg1"/>
                        </a:solidFill>
                      </a:rPr>
                      <a:t>log(K(S))</a:t>
                    </a:r>
                  </a:p>
                </p:txBody>
              </p:sp>
              <p:cxnSp>
                <p:nvCxnSpPr>
                  <p:cNvPr id="191" name="Straight Connector 190">
                    <a:extLst>
                      <a:ext uri="{FF2B5EF4-FFF2-40B4-BE49-F238E27FC236}">
                        <a16:creationId xmlns:a16="http://schemas.microsoft.com/office/drawing/2014/main" id="{AD51F425-45B2-4EB5-93CE-967981544DD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92295" y="4270935"/>
                    <a:ext cx="815844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2" name="TextBox 191">
                    <a:extLst>
                      <a:ext uri="{FF2B5EF4-FFF2-40B4-BE49-F238E27FC236}">
                        <a16:creationId xmlns:a16="http://schemas.microsoft.com/office/drawing/2014/main" id="{3946CCB3-DC7A-4B44-ADEC-6B7F58EE819A}"/>
                      </a:ext>
                    </a:extLst>
                  </p:cNvPr>
                  <p:cNvSpPr txBox="1"/>
                  <p:nvPr/>
                </p:nvSpPr>
                <p:spPr>
                  <a:xfrm>
                    <a:off x="1210464" y="3992508"/>
                    <a:ext cx="69767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dirty="0">
                        <a:solidFill>
                          <a:schemeClr val="bg1"/>
                        </a:solidFill>
                      </a:rPr>
                      <a:t>K(S)</a:t>
                    </a:r>
                  </a:p>
                </p:txBody>
              </p:sp>
            </p:grpSp>
            <p:sp>
              <p:nvSpPr>
                <p:cNvPr id="189" name="TextBox 188">
                  <a:extLst>
                    <a:ext uri="{FF2B5EF4-FFF2-40B4-BE49-F238E27FC236}">
                      <a16:creationId xmlns:a16="http://schemas.microsoft.com/office/drawing/2014/main" id="{952D3241-A891-4BE7-8C6D-F9A221C7CF21}"/>
                    </a:ext>
                  </a:extLst>
                </p:cNvPr>
                <p:cNvSpPr txBox="1"/>
                <p:nvPr/>
              </p:nvSpPr>
              <p:spPr>
                <a:xfrm>
                  <a:off x="2877923" y="1258626"/>
                  <a:ext cx="1677062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>
                      <a:solidFill>
                        <a:schemeClr val="bg1"/>
                      </a:solidFill>
                    </a:rPr>
                    <a:t>O(        ) </a:t>
                  </a:r>
                </a:p>
              </p:txBody>
            </p:sp>
          </p:grpSp>
        </p:grp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F23FF927-B29C-4426-8D5F-29C37E4F5A5B}"/>
                </a:ext>
              </a:extLst>
            </p:cNvPr>
            <p:cNvCxnSpPr/>
            <p:nvPr/>
          </p:nvCxnSpPr>
          <p:spPr>
            <a:xfrm>
              <a:off x="282639" y="1197104"/>
              <a:ext cx="3099614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55B53A76-D56C-4F48-B6B1-D3AFBE3B3054}"/>
                </a:ext>
              </a:extLst>
            </p:cNvPr>
            <p:cNvGrpSpPr/>
            <p:nvPr/>
          </p:nvGrpSpPr>
          <p:grpSpPr>
            <a:xfrm>
              <a:off x="2735453" y="3110214"/>
              <a:ext cx="436046" cy="393700"/>
              <a:chOff x="947440" y="2425700"/>
              <a:chExt cx="436046" cy="393700"/>
            </a:xfrm>
          </p:grpSpPr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6EF27FFB-05CB-48B3-A954-2A4CB9E86DB2}"/>
                  </a:ext>
                </a:extLst>
              </p:cNvPr>
              <p:cNvCxnSpPr/>
              <p:nvPr/>
            </p:nvCxnSpPr>
            <p:spPr>
              <a:xfrm>
                <a:off x="947440" y="2425700"/>
                <a:ext cx="0" cy="39370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7" name="Straight Arrow Connector 196">
                <a:extLst>
                  <a:ext uri="{FF2B5EF4-FFF2-40B4-BE49-F238E27FC236}">
                    <a16:creationId xmlns:a16="http://schemas.microsoft.com/office/drawing/2014/main" id="{A2603C93-4197-4308-ACEA-06CC2BB605E6}"/>
                  </a:ext>
                </a:extLst>
              </p:cNvPr>
              <p:cNvCxnSpPr/>
              <p:nvPr/>
            </p:nvCxnSpPr>
            <p:spPr>
              <a:xfrm>
                <a:off x="947440" y="2819400"/>
                <a:ext cx="436046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97BF5A79-5F5B-45E5-BFD9-C7D9B9E6A1CD}"/>
                </a:ext>
              </a:extLst>
            </p:cNvPr>
            <p:cNvCxnSpPr/>
            <p:nvPr/>
          </p:nvCxnSpPr>
          <p:spPr>
            <a:xfrm flipV="1">
              <a:off x="2170902" y="3581121"/>
              <a:ext cx="387580" cy="2432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0EBCBC8F-45A3-45BA-9B48-AE822A28F212}"/>
                </a:ext>
              </a:extLst>
            </p:cNvPr>
            <p:cNvCxnSpPr/>
            <p:nvPr/>
          </p:nvCxnSpPr>
          <p:spPr>
            <a:xfrm flipV="1">
              <a:off x="617591" y="2923190"/>
              <a:ext cx="387580" cy="24322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CE34CD31-566F-48DC-BAEF-D13734BB4F6A}"/>
              </a:ext>
            </a:extLst>
          </p:cNvPr>
          <p:cNvSpPr/>
          <p:nvPr/>
        </p:nvSpPr>
        <p:spPr>
          <a:xfrm>
            <a:off x="0" y="1214651"/>
            <a:ext cx="7049069" cy="3370997"/>
          </a:xfrm>
          <a:prstGeom prst="rect">
            <a:avLst/>
          </a:prstGeom>
          <a:solidFill>
            <a:srgbClr val="F2F2F2">
              <a:alpha val="70980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4C2BDD1-7BD0-4FE5-AE0C-754A34DE3FF0}"/>
              </a:ext>
            </a:extLst>
          </p:cNvPr>
          <p:cNvSpPr/>
          <p:nvPr/>
        </p:nvSpPr>
        <p:spPr>
          <a:xfrm>
            <a:off x="61187" y="423186"/>
            <a:ext cx="3542518" cy="847899"/>
          </a:xfrm>
          <a:prstGeom prst="rect">
            <a:avLst/>
          </a:prstGeom>
          <a:solidFill>
            <a:srgbClr val="F2F2F2">
              <a:alpha val="70980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E22E8372-49C8-4737-89DD-5967E57E024F}"/>
              </a:ext>
            </a:extLst>
          </p:cNvPr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500649-44E1-4FD1-A3B7-6F5EFF7E6406}"/>
              </a:ext>
            </a:extLst>
          </p:cNvPr>
          <p:cNvSpPr txBox="1"/>
          <p:nvPr/>
        </p:nvSpPr>
        <p:spPr>
          <a:xfrm>
            <a:off x="1298398" y="5211579"/>
            <a:ext cx="440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Method introduced by (</a:t>
            </a:r>
            <a:r>
              <a:rPr lang="en-US" dirty="0" err="1">
                <a:solidFill>
                  <a:schemeClr val="bg1"/>
                </a:solidFill>
              </a:rPr>
              <a:t>Soloveichik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Winfree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0FCDC1F-C7FE-4769-AAE5-E38A78818E8B}"/>
              </a:ext>
            </a:extLst>
          </p:cNvPr>
          <p:cNvCxnSpPr>
            <a:cxnSpLocks/>
          </p:cNvCxnSpPr>
          <p:nvPr/>
        </p:nvCxnSpPr>
        <p:spPr>
          <a:xfrm>
            <a:off x="712752" y="3535300"/>
            <a:ext cx="1484711" cy="1514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D5D5EED-16D6-46C7-B366-C8DEFDB102E8}"/>
              </a:ext>
            </a:extLst>
          </p:cNvPr>
          <p:cNvCxnSpPr/>
          <p:nvPr/>
        </p:nvCxnSpPr>
        <p:spPr>
          <a:xfrm flipV="1">
            <a:off x="2197294" y="3865852"/>
            <a:ext cx="755092" cy="11840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3709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35032B44-D258-4F5D-8430-486FFDEC3D70}"/>
              </a:ext>
            </a:extLst>
          </p:cNvPr>
          <p:cNvGrpSpPr/>
          <p:nvPr/>
        </p:nvGrpSpPr>
        <p:grpSpPr>
          <a:xfrm>
            <a:off x="6327937" y="4136083"/>
            <a:ext cx="2787939" cy="191746"/>
            <a:chOff x="4778080" y="3211702"/>
            <a:chExt cx="2737760" cy="152528"/>
          </a:xfrm>
          <a:solidFill>
            <a:schemeClr val="bg1">
              <a:lumMod val="65000"/>
              <a:lumOff val="35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4B22EB1-8678-4B7E-B155-DDBA684C0EB1}"/>
                </a:ext>
              </a:extLst>
            </p:cNvPr>
            <p:cNvSpPr/>
            <p:nvPr/>
          </p:nvSpPr>
          <p:spPr>
            <a:xfrm>
              <a:off x="477808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D15412F-E923-44B4-8C08-BFB71D68B110}"/>
                </a:ext>
              </a:extLst>
            </p:cNvPr>
            <p:cNvSpPr/>
            <p:nvPr/>
          </p:nvSpPr>
          <p:spPr>
            <a:xfrm>
              <a:off x="494919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E0D416B-519A-460D-AEA3-534AB3569AC3}"/>
                </a:ext>
              </a:extLst>
            </p:cNvPr>
            <p:cNvSpPr/>
            <p:nvPr/>
          </p:nvSpPr>
          <p:spPr>
            <a:xfrm>
              <a:off x="512030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B7D213E-541A-4162-86CB-E672B022E7E2}"/>
                </a:ext>
              </a:extLst>
            </p:cNvPr>
            <p:cNvSpPr/>
            <p:nvPr/>
          </p:nvSpPr>
          <p:spPr>
            <a:xfrm>
              <a:off x="529141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902C0D1-DF17-4AF5-9D21-8089F084F4F6}"/>
                </a:ext>
              </a:extLst>
            </p:cNvPr>
            <p:cNvSpPr/>
            <p:nvPr/>
          </p:nvSpPr>
          <p:spPr>
            <a:xfrm>
              <a:off x="546252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11F31C7-688D-4A5E-89EB-1617EC854D0F}"/>
                </a:ext>
              </a:extLst>
            </p:cNvPr>
            <p:cNvSpPr/>
            <p:nvPr/>
          </p:nvSpPr>
          <p:spPr>
            <a:xfrm>
              <a:off x="563363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1C726A0-57FE-4FC9-BC0C-49F7E94B8ACC}"/>
                </a:ext>
              </a:extLst>
            </p:cNvPr>
            <p:cNvSpPr/>
            <p:nvPr/>
          </p:nvSpPr>
          <p:spPr>
            <a:xfrm>
              <a:off x="580474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89E4A9-D521-4F60-B009-A84CDE95269C}"/>
                </a:ext>
              </a:extLst>
            </p:cNvPr>
            <p:cNvSpPr/>
            <p:nvPr/>
          </p:nvSpPr>
          <p:spPr>
            <a:xfrm>
              <a:off x="597585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8F0439D-F329-4B84-866F-68A3B6514881}"/>
                </a:ext>
              </a:extLst>
            </p:cNvPr>
            <p:cNvSpPr/>
            <p:nvPr/>
          </p:nvSpPr>
          <p:spPr>
            <a:xfrm>
              <a:off x="614696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E4474C6-D40E-4E22-BA5B-0DF2EA1BA041}"/>
                </a:ext>
              </a:extLst>
            </p:cNvPr>
            <p:cNvSpPr/>
            <p:nvPr/>
          </p:nvSpPr>
          <p:spPr>
            <a:xfrm>
              <a:off x="631807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A9444C7-3D35-48FF-8959-44877C36A114}"/>
                </a:ext>
              </a:extLst>
            </p:cNvPr>
            <p:cNvSpPr/>
            <p:nvPr/>
          </p:nvSpPr>
          <p:spPr>
            <a:xfrm>
              <a:off x="648918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6A588CE-AF10-4AD7-82E5-516C1B10EE82}"/>
                </a:ext>
              </a:extLst>
            </p:cNvPr>
            <p:cNvSpPr/>
            <p:nvPr/>
          </p:nvSpPr>
          <p:spPr>
            <a:xfrm>
              <a:off x="666029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B4BEA90-F4C1-45F4-92F3-8A6731AE83C8}"/>
                </a:ext>
              </a:extLst>
            </p:cNvPr>
            <p:cNvSpPr/>
            <p:nvPr/>
          </p:nvSpPr>
          <p:spPr>
            <a:xfrm>
              <a:off x="683140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182DE21-5CDE-4E94-BF0B-844BBF44BE8C}"/>
                </a:ext>
              </a:extLst>
            </p:cNvPr>
            <p:cNvSpPr/>
            <p:nvPr/>
          </p:nvSpPr>
          <p:spPr>
            <a:xfrm>
              <a:off x="700251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0B927B2-4781-4F9A-9BC7-AD14DAC2F161}"/>
                </a:ext>
              </a:extLst>
            </p:cNvPr>
            <p:cNvSpPr/>
            <p:nvPr/>
          </p:nvSpPr>
          <p:spPr>
            <a:xfrm>
              <a:off x="7173620" y="3211702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3855F59-729A-4513-8CED-E5DBE20B5550}"/>
                </a:ext>
              </a:extLst>
            </p:cNvPr>
            <p:cNvSpPr/>
            <p:nvPr/>
          </p:nvSpPr>
          <p:spPr>
            <a:xfrm>
              <a:off x="7344730" y="3211702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L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5A332BE-B896-4DF5-B342-EB5C07002CAF}"/>
              </a:ext>
            </a:extLst>
          </p:cNvPr>
          <p:cNvGrpSpPr/>
          <p:nvPr/>
        </p:nvGrpSpPr>
        <p:grpSpPr>
          <a:xfrm>
            <a:off x="3396744" y="3404519"/>
            <a:ext cx="2787939" cy="191744"/>
            <a:chOff x="4778080" y="3211702"/>
            <a:chExt cx="2737760" cy="15252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ABDA122-3983-4F62-A634-73A574AD3FEB}"/>
                </a:ext>
              </a:extLst>
            </p:cNvPr>
            <p:cNvSpPr/>
            <p:nvPr/>
          </p:nvSpPr>
          <p:spPr>
            <a:xfrm>
              <a:off x="477808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34EC096-B51D-4F8A-A821-1537D6FF5FB8}"/>
                </a:ext>
              </a:extLst>
            </p:cNvPr>
            <p:cNvSpPr/>
            <p:nvPr/>
          </p:nvSpPr>
          <p:spPr>
            <a:xfrm>
              <a:off x="494919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CFC2CD6-D0E1-4C8F-AC33-2E17F07781C2}"/>
                </a:ext>
              </a:extLst>
            </p:cNvPr>
            <p:cNvSpPr/>
            <p:nvPr/>
          </p:nvSpPr>
          <p:spPr>
            <a:xfrm>
              <a:off x="512030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915AEFC-EC3D-41B3-8FE9-84D77D0AEB92}"/>
                </a:ext>
              </a:extLst>
            </p:cNvPr>
            <p:cNvSpPr/>
            <p:nvPr/>
          </p:nvSpPr>
          <p:spPr>
            <a:xfrm>
              <a:off x="529141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4DA306B-92FD-474B-BDBB-3EC8875B2915}"/>
                </a:ext>
              </a:extLst>
            </p:cNvPr>
            <p:cNvSpPr/>
            <p:nvPr/>
          </p:nvSpPr>
          <p:spPr>
            <a:xfrm>
              <a:off x="546252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4EA9A5B-FEED-4DFE-97E8-61A19140B9EB}"/>
                </a:ext>
              </a:extLst>
            </p:cNvPr>
            <p:cNvSpPr/>
            <p:nvPr/>
          </p:nvSpPr>
          <p:spPr>
            <a:xfrm>
              <a:off x="563363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E3A2702-318E-4688-B0E5-099E0E85F4DF}"/>
                </a:ext>
              </a:extLst>
            </p:cNvPr>
            <p:cNvSpPr/>
            <p:nvPr/>
          </p:nvSpPr>
          <p:spPr>
            <a:xfrm>
              <a:off x="580474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EBEA5DF-FE8D-456F-BAE1-45690676742F}"/>
                </a:ext>
              </a:extLst>
            </p:cNvPr>
            <p:cNvSpPr/>
            <p:nvPr/>
          </p:nvSpPr>
          <p:spPr>
            <a:xfrm>
              <a:off x="597585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347D485-4CA5-4FA3-82D7-7C3FBA2DA717}"/>
                </a:ext>
              </a:extLst>
            </p:cNvPr>
            <p:cNvSpPr/>
            <p:nvPr/>
          </p:nvSpPr>
          <p:spPr>
            <a:xfrm>
              <a:off x="614696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4817032-DBF8-413D-8D3F-DBEDBE055971}"/>
                </a:ext>
              </a:extLst>
            </p:cNvPr>
            <p:cNvSpPr/>
            <p:nvPr/>
          </p:nvSpPr>
          <p:spPr>
            <a:xfrm>
              <a:off x="631807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E2DBEC3-3275-48A4-9789-C673792CD0FC}"/>
                </a:ext>
              </a:extLst>
            </p:cNvPr>
            <p:cNvSpPr/>
            <p:nvPr/>
          </p:nvSpPr>
          <p:spPr>
            <a:xfrm>
              <a:off x="648918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2D37657-4EBE-4A8F-B4DF-D1A28CF1A613}"/>
                </a:ext>
              </a:extLst>
            </p:cNvPr>
            <p:cNvSpPr/>
            <p:nvPr/>
          </p:nvSpPr>
          <p:spPr>
            <a:xfrm>
              <a:off x="666029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07E84E1-7947-4409-8F2F-0A9887474A69}"/>
                </a:ext>
              </a:extLst>
            </p:cNvPr>
            <p:cNvSpPr/>
            <p:nvPr/>
          </p:nvSpPr>
          <p:spPr>
            <a:xfrm>
              <a:off x="683140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96DE43C-387F-4A92-AD61-BD2D4F8E1801}"/>
                </a:ext>
              </a:extLst>
            </p:cNvPr>
            <p:cNvSpPr/>
            <p:nvPr/>
          </p:nvSpPr>
          <p:spPr>
            <a:xfrm>
              <a:off x="700251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3244D9B-70B9-4F99-B3FF-7E16229610C0}"/>
                </a:ext>
              </a:extLst>
            </p:cNvPr>
            <p:cNvSpPr/>
            <p:nvPr/>
          </p:nvSpPr>
          <p:spPr>
            <a:xfrm>
              <a:off x="7173620" y="3211702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7222178-D448-42CB-AC1E-0A4BCF038603}"/>
                </a:ext>
              </a:extLst>
            </p:cNvPr>
            <p:cNvSpPr/>
            <p:nvPr/>
          </p:nvSpPr>
          <p:spPr>
            <a:xfrm>
              <a:off x="7344730" y="3211702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7FB474-A242-485E-94C3-9C8210029313}"/>
              </a:ext>
            </a:extLst>
          </p:cNvPr>
          <p:cNvGrpSpPr/>
          <p:nvPr/>
        </p:nvGrpSpPr>
        <p:grpSpPr>
          <a:xfrm>
            <a:off x="1821016" y="2678806"/>
            <a:ext cx="1405399" cy="191743"/>
            <a:chOff x="1751166" y="2678806"/>
            <a:chExt cx="1405399" cy="19174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A39304D-2C79-412C-AF0E-DF5E7E4CCEF8}"/>
                </a:ext>
              </a:extLst>
            </p:cNvPr>
            <p:cNvSpPr/>
            <p:nvPr/>
          </p:nvSpPr>
          <p:spPr>
            <a:xfrm>
              <a:off x="1762596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5ABD3F8-1B92-4A59-9674-2C87DD8622E8}"/>
                </a:ext>
              </a:extLst>
            </p:cNvPr>
            <p:cNvSpPr/>
            <p:nvPr/>
          </p:nvSpPr>
          <p:spPr>
            <a:xfrm>
              <a:off x="1936842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695E45C-3673-49B5-91D0-48D95D70E04F}"/>
                </a:ext>
              </a:extLst>
            </p:cNvPr>
            <p:cNvSpPr/>
            <p:nvPr/>
          </p:nvSpPr>
          <p:spPr>
            <a:xfrm>
              <a:off x="2111088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CB76EB5-02B7-4275-B625-A8A76866CA7E}"/>
                </a:ext>
              </a:extLst>
            </p:cNvPr>
            <p:cNvSpPr/>
            <p:nvPr/>
          </p:nvSpPr>
          <p:spPr>
            <a:xfrm>
              <a:off x="2285335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3C424E9-654B-4BBE-A411-F37A64728457}"/>
                </a:ext>
              </a:extLst>
            </p:cNvPr>
            <p:cNvSpPr/>
            <p:nvPr/>
          </p:nvSpPr>
          <p:spPr>
            <a:xfrm>
              <a:off x="2459581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AF93879-7E1E-4330-A9FD-C223333FD215}"/>
                </a:ext>
              </a:extLst>
            </p:cNvPr>
            <p:cNvSpPr/>
            <p:nvPr/>
          </p:nvSpPr>
          <p:spPr>
            <a:xfrm>
              <a:off x="2633827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6B1D2D0-A1B2-40B7-AF7A-8330D5DFDF76}"/>
                </a:ext>
              </a:extLst>
            </p:cNvPr>
            <p:cNvSpPr/>
            <p:nvPr/>
          </p:nvSpPr>
          <p:spPr>
            <a:xfrm>
              <a:off x="2808073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2D5B89A-BB9C-4098-AECB-64E45C4659DF}"/>
                </a:ext>
              </a:extLst>
            </p:cNvPr>
            <p:cNvSpPr/>
            <p:nvPr/>
          </p:nvSpPr>
          <p:spPr>
            <a:xfrm>
              <a:off x="2982319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E611F69-AC64-4F48-8231-179B604CF7AF}"/>
                </a:ext>
              </a:extLst>
            </p:cNvPr>
            <p:cNvSpPr/>
            <p:nvPr/>
          </p:nvSpPr>
          <p:spPr>
            <a:xfrm>
              <a:off x="1751166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2081729-137B-444D-AF41-F99295DCCDA9}"/>
                </a:ext>
              </a:extLst>
            </p:cNvPr>
            <p:cNvSpPr/>
            <p:nvPr/>
          </p:nvSpPr>
          <p:spPr>
            <a:xfrm>
              <a:off x="1925412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0FD16AC-3DA8-467D-AE04-4427FAF55691}"/>
                </a:ext>
              </a:extLst>
            </p:cNvPr>
            <p:cNvSpPr/>
            <p:nvPr/>
          </p:nvSpPr>
          <p:spPr>
            <a:xfrm>
              <a:off x="2099658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FC90D57-1F44-42DE-BFFF-79BFB251FD79}"/>
                </a:ext>
              </a:extLst>
            </p:cNvPr>
            <p:cNvSpPr/>
            <p:nvPr/>
          </p:nvSpPr>
          <p:spPr>
            <a:xfrm>
              <a:off x="2273905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C328A41-2E3D-491C-9343-23B321CA68C2}"/>
                </a:ext>
              </a:extLst>
            </p:cNvPr>
            <p:cNvSpPr/>
            <p:nvPr/>
          </p:nvSpPr>
          <p:spPr>
            <a:xfrm>
              <a:off x="2448151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5F09A19-3A08-4C3C-9CFA-6C4B5BAD1A89}"/>
                </a:ext>
              </a:extLst>
            </p:cNvPr>
            <p:cNvSpPr/>
            <p:nvPr/>
          </p:nvSpPr>
          <p:spPr>
            <a:xfrm>
              <a:off x="2622397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97658C4-68D2-4F74-BD2C-85BA9E3FD7D0}"/>
                </a:ext>
              </a:extLst>
            </p:cNvPr>
            <p:cNvSpPr/>
            <p:nvPr/>
          </p:nvSpPr>
          <p:spPr>
            <a:xfrm>
              <a:off x="2796643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1AFD046-01C5-4F4E-956B-F2D336EBFD35}"/>
                </a:ext>
              </a:extLst>
            </p:cNvPr>
            <p:cNvSpPr/>
            <p:nvPr/>
          </p:nvSpPr>
          <p:spPr>
            <a:xfrm>
              <a:off x="2970889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86387D8-2CEE-409F-B305-E3DD4010F8A0}"/>
              </a:ext>
            </a:extLst>
          </p:cNvPr>
          <p:cNvGrpSpPr/>
          <p:nvPr/>
        </p:nvGrpSpPr>
        <p:grpSpPr>
          <a:xfrm>
            <a:off x="401057" y="1331258"/>
            <a:ext cx="1116685" cy="905871"/>
            <a:chOff x="820157" y="1458258"/>
            <a:chExt cx="1116685" cy="905871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A109DD6B-581E-4A98-9B66-E18A3DF24D88}"/>
                </a:ext>
              </a:extLst>
            </p:cNvPr>
            <p:cNvGrpSpPr/>
            <p:nvPr/>
          </p:nvGrpSpPr>
          <p:grpSpPr>
            <a:xfrm>
              <a:off x="1762596" y="1698281"/>
              <a:ext cx="174246" cy="165734"/>
              <a:chOff x="3374524" y="3961948"/>
              <a:chExt cx="521293" cy="51274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D8E06A4-1420-4987-A1E6-757F29DC4EA2}"/>
                  </a:ext>
                </a:extLst>
              </p:cNvPr>
              <p:cNvSpPr/>
              <p:nvPr/>
            </p:nvSpPr>
            <p:spPr>
              <a:xfrm>
                <a:off x="3374524" y="3961949"/>
                <a:ext cx="521293" cy="512748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0255F68-D61D-48EA-BC23-FA439E3A986B}"/>
                  </a:ext>
                </a:extLst>
              </p:cNvPr>
              <p:cNvSpPr/>
              <p:nvPr/>
            </p:nvSpPr>
            <p:spPr>
              <a:xfrm rot="5400000">
                <a:off x="3594070" y="3862042"/>
                <a:ext cx="82199" cy="282011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137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6122C6E2-E643-4B9C-86B3-2914D8C74D12}"/>
                  </a:ext>
                </a:extLst>
              </p:cNvPr>
              <p:cNvSpPr/>
              <p:nvPr/>
            </p:nvSpPr>
            <p:spPr>
              <a:xfrm rot="5400000">
                <a:off x="3594070" y="4292592"/>
                <a:ext cx="82199" cy="282011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137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F16AAB8A-82A5-428C-A814-6F0A8616C33A}"/>
                  </a:ext>
                </a:extLst>
              </p:cNvPr>
              <p:cNvSpPr/>
              <p:nvPr/>
            </p:nvSpPr>
            <p:spPr>
              <a:xfrm>
                <a:off x="3374524" y="4079529"/>
                <a:ext cx="82199" cy="282011"/>
              </a:xfrm>
              <a:prstGeom prst="rect">
                <a:avLst/>
              </a:prstGeom>
              <a:solidFill>
                <a:srgbClr val="9148C8"/>
              </a:solidFill>
              <a:ln w="63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724418E0-A7AE-46D4-9A6C-CA6FF1F13EAD}"/>
                  </a:ext>
                </a:extLst>
              </p:cNvPr>
              <p:cNvSpPr/>
              <p:nvPr/>
            </p:nvSpPr>
            <p:spPr>
              <a:xfrm>
                <a:off x="3813618" y="4079529"/>
                <a:ext cx="82199" cy="282011"/>
              </a:xfrm>
              <a:prstGeom prst="rect">
                <a:avLst/>
              </a:prstGeom>
              <a:solidFill>
                <a:srgbClr val="9148C8"/>
              </a:solidFill>
              <a:ln w="63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3AC056D9-CB4A-4C81-B0B8-A1F9EC6A3A33}"/>
                </a:ext>
              </a:extLst>
            </p:cNvPr>
            <p:cNvGrpSpPr/>
            <p:nvPr/>
          </p:nvGrpSpPr>
          <p:grpSpPr>
            <a:xfrm>
              <a:off x="1337149" y="1458258"/>
              <a:ext cx="174246" cy="165734"/>
              <a:chOff x="1960978" y="2290824"/>
              <a:chExt cx="521293" cy="512748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E39300E9-1385-4A7A-9BD0-F6E863F32A0F}"/>
                  </a:ext>
                </a:extLst>
              </p:cNvPr>
              <p:cNvGrpSpPr/>
              <p:nvPr/>
            </p:nvGrpSpPr>
            <p:grpSpPr>
              <a:xfrm>
                <a:off x="1960978" y="2290824"/>
                <a:ext cx="521293" cy="512748"/>
                <a:chOff x="1378086" y="2546788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BA8FB9D5-5866-4757-BFB2-03518C0EFE9C}"/>
                    </a:ext>
                  </a:extLst>
                </p:cNvPr>
                <p:cNvSpPr/>
                <p:nvPr/>
              </p:nvSpPr>
              <p:spPr>
                <a:xfrm>
                  <a:off x="1378086" y="2546788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097F1BF0-4022-4D05-BBB8-97E13AFAF26E}"/>
                    </a:ext>
                  </a:extLst>
                </p:cNvPr>
                <p:cNvSpPr/>
                <p:nvPr/>
              </p:nvSpPr>
              <p:spPr>
                <a:xfrm rot="5400000">
                  <a:off x="1597632" y="2446882"/>
                  <a:ext cx="82199" cy="282011"/>
                </a:xfrm>
                <a:prstGeom prst="rect">
                  <a:avLst/>
                </a:prstGeom>
                <a:solidFill>
                  <a:schemeClr val="accent5"/>
                </a:solidFill>
                <a:ln w="6350">
                  <a:solidFill>
                    <a:srgbClr val="B6A20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A41DD89E-A0F1-414E-9E1D-E630DD6203CA}"/>
                    </a:ext>
                  </a:extLst>
                </p:cNvPr>
                <p:cNvSpPr/>
                <p:nvPr/>
              </p:nvSpPr>
              <p:spPr>
                <a:xfrm>
                  <a:off x="1817180" y="2662156"/>
                  <a:ext cx="82199" cy="282011"/>
                </a:xfrm>
                <a:prstGeom prst="rect">
                  <a:avLst/>
                </a:prstGeom>
                <a:solidFill>
                  <a:srgbClr val="9148C8"/>
                </a:solidFill>
                <a:ln w="63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1F6A5AC6-08BC-4DED-B689-D8D28BB595CE}"/>
                    </a:ext>
                  </a:extLst>
                </p:cNvPr>
                <p:cNvSpPr/>
                <p:nvPr/>
              </p:nvSpPr>
              <p:spPr>
                <a:xfrm rot="5400000">
                  <a:off x="1597632" y="2877431"/>
                  <a:ext cx="82199" cy="282011"/>
                </a:xfrm>
                <a:prstGeom prst="rect">
                  <a:avLst/>
                </a:prstGeom>
                <a:solidFill>
                  <a:schemeClr val="accent4"/>
                </a:solidFill>
                <a:ln w="63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6D42D8E1-4400-442D-A62C-A97E8EF82485}"/>
                  </a:ext>
                </a:extLst>
              </p:cNvPr>
              <p:cNvCxnSpPr/>
              <p:nvPr/>
            </p:nvCxnSpPr>
            <p:spPr>
              <a:xfrm>
                <a:off x="2224880" y="2290824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746C54A-A166-4ED9-99AF-373A9BA8AD46}"/>
                  </a:ext>
                </a:extLst>
              </p:cNvPr>
              <p:cNvCxnSpPr/>
              <p:nvPr/>
            </p:nvCxnSpPr>
            <p:spPr>
              <a:xfrm>
                <a:off x="2224880" y="2721373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C511A070-A94F-44F4-903E-3CBD0E616B6F}"/>
                </a:ext>
              </a:extLst>
            </p:cNvPr>
            <p:cNvGrpSpPr/>
            <p:nvPr/>
          </p:nvGrpSpPr>
          <p:grpSpPr>
            <a:xfrm>
              <a:off x="1326550" y="1901632"/>
              <a:ext cx="174246" cy="165734"/>
              <a:chOff x="1960976" y="2992945"/>
              <a:chExt cx="521293" cy="512748"/>
            </a:xfrm>
          </p:grpSpPr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99BA9C1C-627F-4D09-BBE9-93987F96AB70}"/>
                  </a:ext>
                </a:extLst>
              </p:cNvPr>
              <p:cNvGrpSpPr/>
              <p:nvPr/>
            </p:nvGrpSpPr>
            <p:grpSpPr>
              <a:xfrm>
                <a:off x="1960976" y="2992945"/>
                <a:ext cx="521293" cy="512748"/>
                <a:chOff x="3603126" y="3395374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349F4D78-9BCD-46F0-9C58-7096A8D81D15}"/>
                    </a:ext>
                  </a:extLst>
                </p:cNvPr>
                <p:cNvSpPr/>
                <p:nvPr/>
              </p:nvSpPr>
              <p:spPr>
                <a:xfrm>
                  <a:off x="3603126" y="3395374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63C53454-E589-47F4-ADCA-A1390BD178BF}"/>
                    </a:ext>
                  </a:extLst>
                </p:cNvPr>
                <p:cNvSpPr/>
                <p:nvPr/>
              </p:nvSpPr>
              <p:spPr>
                <a:xfrm rot="5400000">
                  <a:off x="3822672" y="3726017"/>
                  <a:ext cx="82199" cy="282011"/>
                </a:xfrm>
                <a:prstGeom prst="rect">
                  <a:avLst/>
                </a:prstGeom>
                <a:solidFill>
                  <a:schemeClr val="accent5"/>
                </a:solidFill>
                <a:ln w="6350">
                  <a:solidFill>
                    <a:srgbClr val="B6A20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80B85179-02A1-4139-85A5-99FBF0E5C9F3}"/>
                    </a:ext>
                  </a:extLst>
                </p:cNvPr>
                <p:cNvSpPr/>
                <p:nvPr/>
              </p:nvSpPr>
              <p:spPr>
                <a:xfrm>
                  <a:off x="4042220" y="3510742"/>
                  <a:ext cx="82199" cy="282011"/>
                </a:xfrm>
                <a:prstGeom prst="rect">
                  <a:avLst/>
                </a:prstGeom>
                <a:solidFill>
                  <a:srgbClr val="9148C8"/>
                </a:solidFill>
                <a:ln w="63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180525FF-5183-4D56-96F6-7A04A0806286}"/>
                  </a:ext>
                </a:extLst>
              </p:cNvPr>
              <p:cNvCxnSpPr/>
              <p:nvPr/>
            </p:nvCxnSpPr>
            <p:spPr>
              <a:xfrm>
                <a:off x="2224880" y="3423494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641B49C4-BB46-45AB-B54C-6EE21B2F4A39}"/>
                </a:ext>
              </a:extLst>
            </p:cNvPr>
            <p:cNvGrpSpPr/>
            <p:nvPr/>
          </p:nvGrpSpPr>
          <p:grpSpPr>
            <a:xfrm>
              <a:off x="820157" y="1617725"/>
              <a:ext cx="174246" cy="165734"/>
              <a:chOff x="1205410" y="2290825"/>
              <a:chExt cx="521293" cy="512748"/>
            </a:xfrm>
          </p:grpSpPr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1F69E409-8EE2-4ED3-806F-2F70709AC009}"/>
                  </a:ext>
                </a:extLst>
              </p:cNvPr>
              <p:cNvGrpSpPr/>
              <p:nvPr/>
            </p:nvGrpSpPr>
            <p:grpSpPr>
              <a:xfrm>
                <a:off x="1205410" y="2290825"/>
                <a:ext cx="521293" cy="512748"/>
                <a:chOff x="3737574" y="3110669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55A6CC15-FBC9-4184-949F-5620FAE319E1}"/>
                    </a:ext>
                  </a:extLst>
                </p:cNvPr>
                <p:cNvSpPr/>
                <p:nvPr/>
              </p:nvSpPr>
              <p:spPr>
                <a:xfrm>
                  <a:off x="3737574" y="3110669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CE734CE5-A136-4B05-AC58-CD52303105E8}"/>
                    </a:ext>
                  </a:extLst>
                </p:cNvPr>
                <p:cNvSpPr/>
                <p:nvPr/>
              </p:nvSpPr>
              <p:spPr>
                <a:xfrm rot="5400000">
                  <a:off x="3957120" y="3010763"/>
                  <a:ext cx="82199" cy="282011"/>
                </a:xfrm>
                <a:prstGeom prst="rect">
                  <a:avLst/>
                </a:prstGeom>
                <a:solidFill>
                  <a:schemeClr val="accent4"/>
                </a:solidFill>
                <a:ln w="63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968CD6D9-01ED-4E4A-90BF-85E2E03D738B}"/>
                    </a:ext>
                  </a:extLst>
                </p:cNvPr>
                <p:cNvSpPr/>
                <p:nvPr/>
              </p:nvSpPr>
              <p:spPr>
                <a:xfrm>
                  <a:off x="4171308" y="3226037"/>
                  <a:ext cx="82199" cy="282011"/>
                </a:xfrm>
                <a:prstGeom prst="rect">
                  <a:avLst/>
                </a:prstGeom>
                <a:solidFill>
                  <a:srgbClr val="FC711C"/>
                </a:solidFill>
                <a:ln w="63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A0E08BA6-D804-4FA9-BD7B-747088627E28}"/>
                  </a:ext>
                </a:extLst>
              </p:cNvPr>
              <p:cNvCxnSpPr>
                <a:stCxn id="138" idx="1"/>
                <a:endCxn id="138" idx="3"/>
              </p:cNvCxnSpPr>
              <p:nvPr/>
            </p:nvCxnSpPr>
            <p:spPr>
              <a:xfrm>
                <a:off x="1466055" y="2290825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D453FEB8-CD4A-4D9A-A20E-A52BEDF44DB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680241" y="2498948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2415FA2B-FB53-40FF-8F90-FCFB0BD7896A}"/>
                </a:ext>
              </a:extLst>
            </p:cNvPr>
            <p:cNvGrpSpPr/>
            <p:nvPr/>
          </p:nvGrpSpPr>
          <p:grpSpPr>
            <a:xfrm>
              <a:off x="957605" y="2084005"/>
              <a:ext cx="174247" cy="165734"/>
              <a:chOff x="1200047" y="2998405"/>
              <a:chExt cx="521296" cy="512748"/>
            </a:xfrm>
          </p:grpSpPr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09AF3B16-B491-4D01-BC26-E65F0D4665F1}"/>
                  </a:ext>
                </a:extLst>
              </p:cNvPr>
              <p:cNvGrpSpPr/>
              <p:nvPr/>
            </p:nvGrpSpPr>
            <p:grpSpPr>
              <a:xfrm>
                <a:off x="1200050" y="2998405"/>
                <a:ext cx="521293" cy="512748"/>
                <a:chOff x="3515961" y="3443740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E80C9F32-CCCC-42FC-BC9F-25467F425BAE}"/>
                    </a:ext>
                  </a:extLst>
                </p:cNvPr>
                <p:cNvSpPr/>
                <p:nvPr/>
              </p:nvSpPr>
              <p:spPr>
                <a:xfrm>
                  <a:off x="3515961" y="3443740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8BEA8A7E-46B6-4E0C-AC33-74510027E689}"/>
                    </a:ext>
                  </a:extLst>
                </p:cNvPr>
                <p:cNvSpPr/>
                <p:nvPr/>
              </p:nvSpPr>
              <p:spPr>
                <a:xfrm>
                  <a:off x="3515961" y="3559108"/>
                  <a:ext cx="82199" cy="282011"/>
                </a:xfrm>
                <a:prstGeom prst="rect">
                  <a:avLst/>
                </a:prstGeom>
                <a:solidFill>
                  <a:srgbClr val="F81818"/>
                </a:solidFill>
                <a:ln w="6350">
                  <a:solidFill>
                    <a:srgbClr val="9D050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94579CC8-273C-459C-A085-CCF3375C38AD}"/>
                    </a:ext>
                  </a:extLst>
                </p:cNvPr>
                <p:cNvSpPr/>
                <p:nvPr/>
              </p:nvSpPr>
              <p:spPr>
                <a:xfrm rot="5400000">
                  <a:off x="3735507" y="3343834"/>
                  <a:ext cx="82199" cy="282011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1377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A69F8EB1-DBEC-4493-BDCE-4FC0FDA5525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241147" y="3206974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70EA6372-A80D-422B-87A1-5D1458D6042C}"/>
                </a:ext>
              </a:extLst>
            </p:cNvPr>
            <p:cNvGrpSpPr/>
            <p:nvPr/>
          </p:nvGrpSpPr>
          <p:grpSpPr>
            <a:xfrm>
              <a:off x="1602087" y="2197680"/>
              <a:ext cx="174247" cy="166449"/>
              <a:chOff x="1200046" y="3705985"/>
              <a:chExt cx="521295" cy="514960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F1F3E3AD-B570-4384-9A9D-AA43B7A94F06}"/>
                  </a:ext>
                </a:extLst>
              </p:cNvPr>
              <p:cNvGrpSpPr/>
              <p:nvPr/>
            </p:nvGrpSpPr>
            <p:grpSpPr>
              <a:xfrm>
                <a:off x="1200048" y="3705985"/>
                <a:ext cx="521293" cy="514960"/>
                <a:chOff x="3519304" y="3703188"/>
                <a:chExt cx="521293" cy="514960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65F66145-1618-498B-990B-02CBC060762E}"/>
                    </a:ext>
                  </a:extLst>
                </p:cNvPr>
                <p:cNvSpPr/>
                <p:nvPr/>
              </p:nvSpPr>
              <p:spPr>
                <a:xfrm>
                  <a:off x="3519304" y="3705400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1E8C4CB1-D737-45BA-8411-3476ACB6B0E6}"/>
                    </a:ext>
                  </a:extLst>
                </p:cNvPr>
                <p:cNvSpPr/>
                <p:nvPr/>
              </p:nvSpPr>
              <p:spPr>
                <a:xfrm rot="5400000">
                  <a:off x="3734549" y="3603282"/>
                  <a:ext cx="82199" cy="282011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1377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6A89A705-7632-43F1-B999-336546FF2111}"/>
                    </a:ext>
                  </a:extLst>
                </p:cNvPr>
                <p:cNvSpPr/>
                <p:nvPr/>
              </p:nvSpPr>
              <p:spPr>
                <a:xfrm>
                  <a:off x="3519304" y="3820768"/>
                  <a:ext cx="82199" cy="282011"/>
                </a:xfrm>
                <a:prstGeom prst="rect">
                  <a:avLst/>
                </a:prstGeom>
                <a:solidFill>
                  <a:srgbClr val="FC711C"/>
                </a:solidFill>
                <a:ln w="63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CA862F90-4332-4EBA-BF0C-58508E0C9E60}"/>
                    </a:ext>
                  </a:extLst>
                </p:cNvPr>
                <p:cNvSpPr/>
                <p:nvPr/>
              </p:nvSpPr>
              <p:spPr>
                <a:xfrm>
                  <a:off x="3958398" y="3820768"/>
                  <a:ext cx="82199" cy="282011"/>
                </a:xfrm>
                <a:prstGeom prst="rect">
                  <a:avLst/>
                </a:prstGeom>
                <a:solidFill>
                  <a:srgbClr val="F81818"/>
                </a:solidFill>
                <a:ln w="6350">
                  <a:solidFill>
                    <a:srgbClr val="9D050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748F962E-B66F-40D6-A5E5-150D79FB1DC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680240" y="3921349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56211C4C-E289-4A13-B0E4-91AAFF162DD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241146" y="3924572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ABC1B264-44DF-4A8E-BE2E-7F3E9739858D}"/>
              </a:ext>
            </a:extLst>
          </p:cNvPr>
          <p:cNvGrpSpPr/>
          <p:nvPr/>
        </p:nvGrpSpPr>
        <p:grpSpPr>
          <a:xfrm>
            <a:off x="1131102" y="2533377"/>
            <a:ext cx="436046" cy="393700"/>
            <a:chOff x="947440" y="2425700"/>
            <a:chExt cx="436046" cy="393700"/>
          </a:xfrm>
        </p:grpSpPr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817BD31A-85C5-4F15-9498-EDACA3D6FEE6}"/>
                </a:ext>
              </a:extLst>
            </p:cNvPr>
            <p:cNvCxnSpPr/>
            <p:nvPr/>
          </p:nvCxnSpPr>
          <p:spPr>
            <a:xfrm>
              <a:off x="947440" y="2425700"/>
              <a:ext cx="0" cy="3937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93D13032-B044-4797-9E8D-802E12737EF4}"/>
                </a:ext>
              </a:extLst>
            </p:cNvPr>
            <p:cNvCxnSpPr/>
            <p:nvPr/>
          </p:nvCxnSpPr>
          <p:spPr>
            <a:xfrm>
              <a:off x="947440" y="2819400"/>
              <a:ext cx="43604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3" name="TextBox 162">
            <a:extLst>
              <a:ext uri="{FF2B5EF4-FFF2-40B4-BE49-F238E27FC236}">
                <a16:creationId xmlns:a16="http://schemas.microsoft.com/office/drawing/2014/main" id="{E2789D83-E6F0-4F17-BA0B-359023473BF1}"/>
              </a:ext>
            </a:extLst>
          </p:cNvPr>
          <p:cNvSpPr txBox="1"/>
          <p:nvPr/>
        </p:nvSpPr>
        <p:spPr>
          <a:xfrm>
            <a:off x="4598672" y="4631690"/>
            <a:ext cx="2230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TM using O(1) tile types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A43C72D-B94D-4B68-B282-E4AB47C3EAF8}"/>
              </a:ext>
            </a:extLst>
          </p:cNvPr>
          <p:cNvSpPr txBox="1"/>
          <p:nvPr/>
        </p:nvSpPr>
        <p:spPr>
          <a:xfrm>
            <a:off x="1677472" y="788798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distinct tile types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F8C397B-5E63-46A7-BF50-0E3D70B6CDFD}"/>
              </a:ext>
            </a:extLst>
          </p:cNvPr>
          <p:cNvSpPr txBox="1"/>
          <p:nvPr/>
        </p:nvSpPr>
        <p:spPr>
          <a:xfrm>
            <a:off x="1731992" y="2153576"/>
            <a:ext cx="2789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Higher-Base Representation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EAA4AE99-52BF-40DF-90D2-28D54F2E87CB}"/>
              </a:ext>
            </a:extLst>
          </p:cNvPr>
          <p:cNvSpPr txBox="1"/>
          <p:nvPr/>
        </p:nvSpPr>
        <p:spPr>
          <a:xfrm>
            <a:off x="3351599" y="2937732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Binary Representation of length K(S)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46A6559-F5AD-46C0-941C-258BB587794E}"/>
              </a:ext>
            </a:extLst>
          </p:cNvPr>
          <p:cNvSpPr txBox="1"/>
          <p:nvPr/>
        </p:nvSpPr>
        <p:spPr>
          <a:xfrm>
            <a:off x="6740780" y="3718324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Explicit Encoding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ADE3E20A-BCAC-4D00-9CA5-DA6629F5E08B}"/>
              </a:ext>
            </a:extLst>
          </p:cNvPr>
          <p:cNvSpPr txBox="1"/>
          <p:nvPr/>
        </p:nvSpPr>
        <p:spPr>
          <a:xfrm>
            <a:off x="11978" y="3154621"/>
            <a:ext cx="1447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Self Assembles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48FC53F-9B66-496A-AF45-965340E29953}"/>
              </a:ext>
            </a:extLst>
          </p:cNvPr>
          <p:cNvGrpSpPr/>
          <p:nvPr/>
        </p:nvGrpSpPr>
        <p:grpSpPr>
          <a:xfrm>
            <a:off x="203174" y="647383"/>
            <a:ext cx="1677062" cy="584775"/>
            <a:chOff x="2877923" y="1258626"/>
            <a:chExt cx="1677062" cy="584775"/>
          </a:xfrm>
        </p:grpSpPr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0485483A-602F-42A9-A60E-BBF1EE8A6B7D}"/>
                </a:ext>
              </a:extLst>
            </p:cNvPr>
            <p:cNvGrpSpPr/>
            <p:nvPr/>
          </p:nvGrpSpPr>
          <p:grpSpPr>
            <a:xfrm>
              <a:off x="3351599" y="1301863"/>
              <a:ext cx="920445" cy="529053"/>
              <a:chOff x="1041705" y="3992508"/>
              <a:chExt cx="920445" cy="529053"/>
            </a:xfrm>
          </p:grpSpPr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5F9F15ED-962B-4FC6-ABF2-DE9CD7111237}"/>
                  </a:ext>
                </a:extLst>
              </p:cNvPr>
              <p:cNvSpPr txBox="1"/>
              <p:nvPr/>
            </p:nvSpPr>
            <p:spPr>
              <a:xfrm>
                <a:off x="1041705" y="4213784"/>
                <a:ext cx="9204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log(K(S))</a:t>
                </a:r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BEB28611-EC70-40B6-8997-241985D0D2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2295" y="4270935"/>
                <a:ext cx="81584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28A34A84-BF9D-412F-B91D-C7C8324F6DBA}"/>
                  </a:ext>
                </a:extLst>
              </p:cNvPr>
              <p:cNvSpPr txBox="1"/>
              <p:nvPr/>
            </p:nvSpPr>
            <p:spPr>
              <a:xfrm>
                <a:off x="1210464" y="3992508"/>
                <a:ext cx="6976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K(S)</a:t>
                </a: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3349DA4E-0CE9-4C02-8622-DA089EF7EF20}"/>
                </a:ext>
              </a:extLst>
            </p:cNvPr>
            <p:cNvSpPr txBox="1"/>
            <p:nvPr/>
          </p:nvSpPr>
          <p:spPr>
            <a:xfrm>
              <a:off x="2877923" y="1258626"/>
              <a:ext cx="167706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O(        ) </a:t>
              </a:r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D7FB1177-F169-467D-AB59-CBD7961EA614}"/>
              </a:ext>
            </a:extLst>
          </p:cNvPr>
          <p:cNvGrpSpPr/>
          <p:nvPr/>
        </p:nvGrpSpPr>
        <p:grpSpPr>
          <a:xfrm>
            <a:off x="743298" y="3908474"/>
            <a:ext cx="3343112" cy="584775"/>
            <a:chOff x="986344" y="3656157"/>
            <a:chExt cx="3343112" cy="584775"/>
          </a:xfrm>
        </p:grpSpPr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4B658B26-5786-4592-BE91-0CBFC25BA4BE}"/>
                </a:ext>
              </a:extLst>
            </p:cNvPr>
            <p:cNvSpPr txBox="1"/>
            <p:nvPr/>
          </p:nvSpPr>
          <p:spPr>
            <a:xfrm>
              <a:off x="986344" y="3781695"/>
              <a:ext cx="9893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TM using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B659BAF7-6502-427F-BC98-BBDB7732F0C2}"/>
                </a:ext>
              </a:extLst>
            </p:cNvPr>
            <p:cNvSpPr txBox="1"/>
            <p:nvPr/>
          </p:nvSpPr>
          <p:spPr>
            <a:xfrm>
              <a:off x="3394585" y="3797529"/>
              <a:ext cx="9348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tile types</a:t>
              </a:r>
            </a:p>
          </p:txBody>
        </p: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97E1A4A8-7EAD-478E-9B38-420112D9E593}"/>
                </a:ext>
              </a:extLst>
            </p:cNvPr>
            <p:cNvGrpSpPr/>
            <p:nvPr/>
          </p:nvGrpSpPr>
          <p:grpSpPr>
            <a:xfrm>
              <a:off x="1908667" y="3656157"/>
              <a:ext cx="1677062" cy="584775"/>
              <a:chOff x="2877923" y="1258626"/>
              <a:chExt cx="1677062" cy="584775"/>
            </a:xfrm>
          </p:grpSpPr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6648B426-4ACC-4BC2-8704-85E1A7522CC6}"/>
                  </a:ext>
                </a:extLst>
              </p:cNvPr>
              <p:cNvGrpSpPr/>
              <p:nvPr/>
            </p:nvGrpSpPr>
            <p:grpSpPr>
              <a:xfrm>
                <a:off x="3351599" y="1301863"/>
                <a:ext cx="920445" cy="529053"/>
                <a:chOff x="1041705" y="3992508"/>
                <a:chExt cx="920445" cy="529053"/>
              </a:xfrm>
            </p:grpSpPr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E0830B86-9DF3-474F-95AD-90F4C1AFD127}"/>
                    </a:ext>
                  </a:extLst>
                </p:cNvPr>
                <p:cNvSpPr txBox="1"/>
                <p:nvPr/>
              </p:nvSpPr>
              <p:spPr>
                <a:xfrm>
                  <a:off x="1041705" y="4213784"/>
                  <a:ext cx="92044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bg1"/>
                      </a:solidFill>
                    </a:rPr>
                    <a:t>log(K(S))</a:t>
                  </a:r>
                </a:p>
              </p:txBody>
            </p: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AD51F425-45B2-4EB5-93CE-967981544D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92295" y="4270935"/>
                  <a:ext cx="815844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3946CCB3-DC7A-4B44-ADEC-6B7F58EE819A}"/>
                    </a:ext>
                  </a:extLst>
                </p:cNvPr>
                <p:cNvSpPr txBox="1"/>
                <p:nvPr/>
              </p:nvSpPr>
              <p:spPr>
                <a:xfrm>
                  <a:off x="1210464" y="3992508"/>
                  <a:ext cx="6976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bg1"/>
                      </a:solidFill>
                    </a:rPr>
                    <a:t>K(S)</a:t>
                  </a:r>
                </a:p>
              </p:txBody>
            </p:sp>
          </p:grp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952D3241-A891-4BE7-8C6D-F9A221C7CF21}"/>
                  </a:ext>
                </a:extLst>
              </p:cNvPr>
              <p:cNvSpPr txBox="1"/>
              <p:nvPr/>
            </p:nvSpPr>
            <p:spPr>
              <a:xfrm>
                <a:off x="2877923" y="1258626"/>
                <a:ext cx="167706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</a:rPr>
                  <a:t>O(        ) </a:t>
                </a:r>
              </a:p>
            </p:txBody>
          </p:sp>
        </p:grpSp>
      </p:grp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F23FF927-B29C-4426-8D5F-29C37E4F5A5B}"/>
              </a:ext>
            </a:extLst>
          </p:cNvPr>
          <p:cNvCxnSpPr/>
          <p:nvPr/>
        </p:nvCxnSpPr>
        <p:spPr>
          <a:xfrm>
            <a:off x="282639" y="1197104"/>
            <a:ext cx="30996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5B53A76-D56C-4F48-B6B1-D3AFBE3B3054}"/>
              </a:ext>
            </a:extLst>
          </p:cNvPr>
          <p:cNvGrpSpPr/>
          <p:nvPr/>
        </p:nvGrpSpPr>
        <p:grpSpPr>
          <a:xfrm>
            <a:off x="2735453" y="3110214"/>
            <a:ext cx="436046" cy="393700"/>
            <a:chOff x="947440" y="2425700"/>
            <a:chExt cx="436046" cy="393700"/>
          </a:xfrm>
        </p:grpSpPr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6EF27FFB-05CB-48B3-A954-2A4CB9E86DB2}"/>
                </a:ext>
              </a:extLst>
            </p:cNvPr>
            <p:cNvCxnSpPr/>
            <p:nvPr/>
          </p:nvCxnSpPr>
          <p:spPr>
            <a:xfrm>
              <a:off x="947440" y="2425700"/>
              <a:ext cx="0" cy="3937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A2603C93-4197-4308-ACEA-06CC2BB605E6}"/>
                </a:ext>
              </a:extLst>
            </p:cNvPr>
            <p:cNvCxnSpPr/>
            <p:nvPr/>
          </p:nvCxnSpPr>
          <p:spPr>
            <a:xfrm>
              <a:off x="947440" y="2819400"/>
              <a:ext cx="43604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265A3C86-22FA-4829-B7AF-EB5787D08001}"/>
              </a:ext>
            </a:extLst>
          </p:cNvPr>
          <p:cNvGrpSpPr/>
          <p:nvPr/>
        </p:nvGrpSpPr>
        <p:grpSpPr>
          <a:xfrm>
            <a:off x="5714112" y="3868932"/>
            <a:ext cx="436046" cy="393700"/>
            <a:chOff x="947440" y="2425700"/>
            <a:chExt cx="436046" cy="393700"/>
          </a:xfrm>
        </p:grpSpPr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BC73A610-1C10-44DF-8A95-8149ABB18EAE}"/>
                </a:ext>
              </a:extLst>
            </p:cNvPr>
            <p:cNvCxnSpPr/>
            <p:nvPr/>
          </p:nvCxnSpPr>
          <p:spPr>
            <a:xfrm>
              <a:off x="947440" y="2425700"/>
              <a:ext cx="0" cy="3937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EE12E0DA-55CA-45B6-9924-428DA741C3FB}"/>
                </a:ext>
              </a:extLst>
            </p:cNvPr>
            <p:cNvCxnSpPr/>
            <p:nvPr/>
          </p:nvCxnSpPr>
          <p:spPr>
            <a:xfrm>
              <a:off x="947440" y="2819400"/>
              <a:ext cx="43604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97BF5A79-5F5B-45E5-BFD9-C7D9B9E6A1CD}"/>
              </a:ext>
            </a:extLst>
          </p:cNvPr>
          <p:cNvCxnSpPr/>
          <p:nvPr/>
        </p:nvCxnSpPr>
        <p:spPr>
          <a:xfrm flipV="1">
            <a:off x="2170902" y="3581121"/>
            <a:ext cx="387580" cy="2432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0EBCBC8F-45A3-45BA-9B48-AE822A28F212}"/>
              </a:ext>
            </a:extLst>
          </p:cNvPr>
          <p:cNvCxnSpPr/>
          <p:nvPr/>
        </p:nvCxnSpPr>
        <p:spPr>
          <a:xfrm flipV="1">
            <a:off x="617591" y="2923190"/>
            <a:ext cx="387580" cy="2432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3889F13C-7C90-42A3-9C8A-57899446BE2C}"/>
              </a:ext>
            </a:extLst>
          </p:cNvPr>
          <p:cNvCxnSpPr/>
          <p:nvPr/>
        </p:nvCxnSpPr>
        <p:spPr>
          <a:xfrm flipV="1">
            <a:off x="5248240" y="4361470"/>
            <a:ext cx="387580" cy="2432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0BEFDE70-D5CE-49C5-9AF9-9F21C203A013}"/>
              </a:ext>
            </a:extLst>
          </p:cNvPr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6613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35032B44-D258-4F5D-8430-486FFDEC3D70}"/>
              </a:ext>
            </a:extLst>
          </p:cNvPr>
          <p:cNvGrpSpPr/>
          <p:nvPr/>
        </p:nvGrpSpPr>
        <p:grpSpPr>
          <a:xfrm>
            <a:off x="6327937" y="4136083"/>
            <a:ext cx="2787939" cy="191746"/>
            <a:chOff x="4778080" y="3211702"/>
            <a:chExt cx="2737760" cy="152528"/>
          </a:xfrm>
          <a:solidFill>
            <a:schemeClr val="bg1">
              <a:lumMod val="65000"/>
              <a:lumOff val="35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4B22EB1-8678-4B7E-B155-DDBA684C0EB1}"/>
                </a:ext>
              </a:extLst>
            </p:cNvPr>
            <p:cNvSpPr/>
            <p:nvPr/>
          </p:nvSpPr>
          <p:spPr>
            <a:xfrm>
              <a:off x="477808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D15412F-E923-44B4-8C08-BFB71D68B110}"/>
                </a:ext>
              </a:extLst>
            </p:cNvPr>
            <p:cNvSpPr/>
            <p:nvPr/>
          </p:nvSpPr>
          <p:spPr>
            <a:xfrm>
              <a:off x="494919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E0D416B-519A-460D-AEA3-534AB3569AC3}"/>
                </a:ext>
              </a:extLst>
            </p:cNvPr>
            <p:cNvSpPr/>
            <p:nvPr/>
          </p:nvSpPr>
          <p:spPr>
            <a:xfrm>
              <a:off x="512030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B7D213E-541A-4162-86CB-E672B022E7E2}"/>
                </a:ext>
              </a:extLst>
            </p:cNvPr>
            <p:cNvSpPr/>
            <p:nvPr/>
          </p:nvSpPr>
          <p:spPr>
            <a:xfrm>
              <a:off x="529141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902C0D1-DF17-4AF5-9D21-8089F084F4F6}"/>
                </a:ext>
              </a:extLst>
            </p:cNvPr>
            <p:cNvSpPr/>
            <p:nvPr/>
          </p:nvSpPr>
          <p:spPr>
            <a:xfrm>
              <a:off x="546252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11F31C7-688D-4A5E-89EB-1617EC854D0F}"/>
                </a:ext>
              </a:extLst>
            </p:cNvPr>
            <p:cNvSpPr/>
            <p:nvPr/>
          </p:nvSpPr>
          <p:spPr>
            <a:xfrm>
              <a:off x="563363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1C726A0-57FE-4FC9-BC0C-49F7E94B8ACC}"/>
                </a:ext>
              </a:extLst>
            </p:cNvPr>
            <p:cNvSpPr/>
            <p:nvPr/>
          </p:nvSpPr>
          <p:spPr>
            <a:xfrm>
              <a:off x="580474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89E4A9-D521-4F60-B009-A84CDE95269C}"/>
                </a:ext>
              </a:extLst>
            </p:cNvPr>
            <p:cNvSpPr/>
            <p:nvPr/>
          </p:nvSpPr>
          <p:spPr>
            <a:xfrm>
              <a:off x="597585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8F0439D-F329-4B84-866F-68A3B6514881}"/>
                </a:ext>
              </a:extLst>
            </p:cNvPr>
            <p:cNvSpPr/>
            <p:nvPr/>
          </p:nvSpPr>
          <p:spPr>
            <a:xfrm>
              <a:off x="614696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E4474C6-D40E-4E22-BA5B-0DF2EA1BA041}"/>
                </a:ext>
              </a:extLst>
            </p:cNvPr>
            <p:cNvSpPr/>
            <p:nvPr/>
          </p:nvSpPr>
          <p:spPr>
            <a:xfrm>
              <a:off x="631807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A9444C7-3D35-48FF-8959-44877C36A114}"/>
                </a:ext>
              </a:extLst>
            </p:cNvPr>
            <p:cNvSpPr/>
            <p:nvPr/>
          </p:nvSpPr>
          <p:spPr>
            <a:xfrm>
              <a:off x="648918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6A588CE-AF10-4AD7-82E5-516C1B10EE82}"/>
                </a:ext>
              </a:extLst>
            </p:cNvPr>
            <p:cNvSpPr/>
            <p:nvPr/>
          </p:nvSpPr>
          <p:spPr>
            <a:xfrm>
              <a:off x="666029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B4BEA90-F4C1-45F4-92F3-8A6731AE83C8}"/>
                </a:ext>
              </a:extLst>
            </p:cNvPr>
            <p:cNvSpPr/>
            <p:nvPr/>
          </p:nvSpPr>
          <p:spPr>
            <a:xfrm>
              <a:off x="683140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182DE21-5CDE-4E94-BF0B-844BBF44BE8C}"/>
                </a:ext>
              </a:extLst>
            </p:cNvPr>
            <p:cNvSpPr/>
            <p:nvPr/>
          </p:nvSpPr>
          <p:spPr>
            <a:xfrm>
              <a:off x="700251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0B927B2-4781-4F9A-9BC7-AD14DAC2F161}"/>
                </a:ext>
              </a:extLst>
            </p:cNvPr>
            <p:cNvSpPr/>
            <p:nvPr/>
          </p:nvSpPr>
          <p:spPr>
            <a:xfrm>
              <a:off x="7173620" y="3211702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3855F59-729A-4513-8CED-E5DBE20B5550}"/>
                </a:ext>
              </a:extLst>
            </p:cNvPr>
            <p:cNvSpPr/>
            <p:nvPr/>
          </p:nvSpPr>
          <p:spPr>
            <a:xfrm>
              <a:off x="7344730" y="3211702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L</a:t>
              </a:r>
            </a:p>
          </p:txBody>
        </p: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B7F8F777-38BD-41AD-96DC-FB7317E635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569" y="4571426"/>
            <a:ext cx="2160551" cy="2160551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75A332BE-B896-4DF5-B342-EB5C07002CAF}"/>
              </a:ext>
            </a:extLst>
          </p:cNvPr>
          <p:cNvGrpSpPr/>
          <p:nvPr/>
        </p:nvGrpSpPr>
        <p:grpSpPr>
          <a:xfrm>
            <a:off x="3396744" y="3404519"/>
            <a:ext cx="2787939" cy="191744"/>
            <a:chOff x="4778080" y="3211702"/>
            <a:chExt cx="2737760" cy="15252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ABDA122-3983-4F62-A634-73A574AD3FEB}"/>
                </a:ext>
              </a:extLst>
            </p:cNvPr>
            <p:cNvSpPr/>
            <p:nvPr/>
          </p:nvSpPr>
          <p:spPr>
            <a:xfrm>
              <a:off x="477808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34EC096-B51D-4F8A-A821-1537D6FF5FB8}"/>
                </a:ext>
              </a:extLst>
            </p:cNvPr>
            <p:cNvSpPr/>
            <p:nvPr/>
          </p:nvSpPr>
          <p:spPr>
            <a:xfrm>
              <a:off x="494919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CFC2CD6-D0E1-4C8F-AC33-2E17F07781C2}"/>
                </a:ext>
              </a:extLst>
            </p:cNvPr>
            <p:cNvSpPr/>
            <p:nvPr/>
          </p:nvSpPr>
          <p:spPr>
            <a:xfrm>
              <a:off x="512030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915AEFC-EC3D-41B3-8FE9-84D77D0AEB92}"/>
                </a:ext>
              </a:extLst>
            </p:cNvPr>
            <p:cNvSpPr/>
            <p:nvPr/>
          </p:nvSpPr>
          <p:spPr>
            <a:xfrm>
              <a:off x="529141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4DA306B-92FD-474B-BDBB-3EC8875B2915}"/>
                </a:ext>
              </a:extLst>
            </p:cNvPr>
            <p:cNvSpPr/>
            <p:nvPr/>
          </p:nvSpPr>
          <p:spPr>
            <a:xfrm>
              <a:off x="546252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4EA9A5B-FEED-4DFE-97E8-61A19140B9EB}"/>
                </a:ext>
              </a:extLst>
            </p:cNvPr>
            <p:cNvSpPr/>
            <p:nvPr/>
          </p:nvSpPr>
          <p:spPr>
            <a:xfrm>
              <a:off x="563363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E3A2702-318E-4688-B0E5-099E0E85F4DF}"/>
                </a:ext>
              </a:extLst>
            </p:cNvPr>
            <p:cNvSpPr/>
            <p:nvPr/>
          </p:nvSpPr>
          <p:spPr>
            <a:xfrm>
              <a:off x="580474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EBEA5DF-FE8D-456F-BAE1-45690676742F}"/>
                </a:ext>
              </a:extLst>
            </p:cNvPr>
            <p:cNvSpPr/>
            <p:nvPr/>
          </p:nvSpPr>
          <p:spPr>
            <a:xfrm>
              <a:off x="597585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347D485-4CA5-4FA3-82D7-7C3FBA2DA717}"/>
                </a:ext>
              </a:extLst>
            </p:cNvPr>
            <p:cNvSpPr/>
            <p:nvPr/>
          </p:nvSpPr>
          <p:spPr>
            <a:xfrm>
              <a:off x="614696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4817032-DBF8-413D-8D3F-DBEDBE055971}"/>
                </a:ext>
              </a:extLst>
            </p:cNvPr>
            <p:cNvSpPr/>
            <p:nvPr/>
          </p:nvSpPr>
          <p:spPr>
            <a:xfrm>
              <a:off x="631807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E2DBEC3-3275-48A4-9789-C673792CD0FC}"/>
                </a:ext>
              </a:extLst>
            </p:cNvPr>
            <p:cNvSpPr/>
            <p:nvPr/>
          </p:nvSpPr>
          <p:spPr>
            <a:xfrm>
              <a:off x="648918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2D37657-4EBE-4A8F-B4DF-D1A28CF1A613}"/>
                </a:ext>
              </a:extLst>
            </p:cNvPr>
            <p:cNvSpPr/>
            <p:nvPr/>
          </p:nvSpPr>
          <p:spPr>
            <a:xfrm>
              <a:off x="666029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07E84E1-7947-4409-8F2F-0A9887474A69}"/>
                </a:ext>
              </a:extLst>
            </p:cNvPr>
            <p:cNvSpPr/>
            <p:nvPr/>
          </p:nvSpPr>
          <p:spPr>
            <a:xfrm>
              <a:off x="683140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96DE43C-387F-4A92-AD61-BD2D4F8E1801}"/>
                </a:ext>
              </a:extLst>
            </p:cNvPr>
            <p:cNvSpPr/>
            <p:nvPr/>
          </p:nvSpPr>
          <p:spPr>
            <a:xfrm>
              <a:off x="700251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3244D9B-70B9-4F99-B3FF-7E16229610C0}"/>
                </a:ext>
              </a:extLst>
            </p:cNvPr>
            <p:cNvSpPr/>
            <p:nvPr/>
          </p:nvSpPr>
          <p:spPr>
            <a:xfrm>
              <a:off x="7173620" y="3211702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7222178-D448-42CB-AC1E-0A4BCF038603}"/>
                </a:ext>
              </a:extLst>
            </p:cNvPr>
            <p:cNvSpPr/>
            <p:nvPr/>
          </p:nvSpPr>
          <p:spPr>
            <a:xfrm>
              <a:off x="7344730" y="3211702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7FB474-A242-485E-94C3-9C8210029313}"/>
              </a:ext>
            </a:extLst>
          </p:cNvPr>
          <p:cNvGrpSpPr/>
          <p:nvPr/>
        </p:nvGrpSpPr>
        <p:grpSpPr>
          <a:xfrm>
            <a:off x="1821016" y="2678806"/>
            <a:ext cx="1405399" cy="191743"/>
            <a:chOff x="1751166" y="2678806"/>
            <a:chExt cx="1405399" cy="19174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A39304D-2C79-412C-AF0E-DF5E7E4CCEF8}"/>
                </a:ext>
              </a:extLst>
            </p:cNvPr>
            <p:cNvSpPr/>
            <p:nvPr/>
          </p:nvSpPr>
          <p:spPr>
            <a:xfrm>
              <a:off x="1762596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5ABD3F8-1B92-4A59-9674-2C87DD8622E8}"/>
                </a:ext>
              </a:extLst>
            </p:cNvPr>
            <p:cNvSpPr/>
            <p:nvPr/>
          </p:nvSpPr>
          <p:spPr>
            <a:xfrm>
              <a:off x="1936842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695E45C-3673-49B5-91D0-48D95D70E04F}"/>
                </a:ext>
              </a:extLst>
            </p:cNvPr>
            <p:cNvSpPr/>
            <p:nvPr/>
          </p:nvSpPr>
          <p:spPr>
            <a:xfrm>
              <a:off x="2111088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CB76EB5-02B7-4275-B625-A8A76866CA7E}"/>
                </a:ext>
              </a:extLst>
            </p:cNvPr>
            <p:cNvSpPr/>
            <p:nvPr/>
          </p:nvSpPr>
          <p:spPr>
            <a:xfrm>
              <a:off x="2285335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3C424E9-654B-4BBE-A411-F37A64728457}"/>
                </a:ext>
              </a:extLst>
            </p:cNvPr>
            <p:cNvSpPr/>
            <p:nvPr/>
          </p:nvSpPr>
          <p:spPr>
            <a:xfrm>
              <a:off x="2459581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AF93879-7E1E-4330-A9FD-C223333FD215}"/>
                </a:ext>
              </a:extLst>
            </p:cNvPr>
            <p:cNvSpPr/>
            <p:nvPr/>
          </p:nvSpPr>
          <p:spPr>
            <a:xfrm>
              <a:off x="2633827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6B1D2D0-A1B2-40B7-AF7A-8330D5DFDF76}"/>
                </a:ext>
              </a:extLst>
            </p:cNvPr>
            <p:cNvSpPr/>
            <p:nvPr/>
          </p:nvSpPr>
          <p:spPr>
            <a:xfrm>
              <a:off x="2808073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2D5B89A-BB9C-4098-AECB-64E45C4659DF}"/>
                </a:ext>
              </a:extLst>
            </p:cNvPr>
            <p:cNvSpPr/>
            <p:nvPr/>
          </p:nvSpPr>
          <p:spPr>
            <a:xfrm>
              <a:off x="2982319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E611F69-AC64-4F48-8231-179B604CF7AF}"/>
                </a:ext>
              </a:extLst>
            </p:cNvPr>
            <p:cNvSpPr/>
            <p:nvPr/>
          </p:nvSpPr>
          <p:spPr>
            <a:xfrm>
              <a:off x="1751166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2081729-137B-444D-AF41-F99295DCCDA9}"/>
                </a:ext>
              </a:extLst>
            </p:cNvPr>
            <p:cNvSpPr/>
            <p:nvPr/>
          </p:nvSpPr>
          <p:spPr>
            <a:xfrm>
              <a:off x="1925412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0FD16AC-3DA8-467D-AE04-4427FAF55691}"/>
                </a:ext>
              </a:extLst>
            </p:cNvPr>
            <p:cNvSpPr/>
            <p:nvPr/>
          </p:nvSpPr>
          <p:spPr>
            <a:xfrm>
              <a:off x="2099658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FC90D57-1F44-42DE-BFFF-79BFB251FD79}"/>
                </a:ext>
              </a:extLst>
            </p:cNvPr>
            <p:cNvSpPr/>
            <p:nvPr/>
          </p:nvSpPr>
          <p:spPr>
            <a:xfrm>
              <a:off x="2273905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C328A41-2E3D-491C-9343-23B321CA68C2}"/>
                </a:ext>
              </a:extLst>
            </p:cNvPr>
            <p:cNvSpPr/>
            <p:nvPr/>
          </p:nvSpPr>
          <p:spPr>
            <a:xfrm>
              <a:off x="2448151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5F09A19-3A08-4C3C-9CFA-6C4B5BAD1A89}"/>
                </a:ext>
              </a:extLst>
            </p:cNvPr>
            <p:cNvSpPr/>
            <p:nvPr/>
          </p:nvSpPr>
          <p:spPr>
            <a:xfrm>
              <a:off x="2622397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97658C4-68D2-4F74-BD2C-85BA9E3FD7D0}"/>
                </a:ext>
              </a:extLst>
            </p:cNvPr>
            <p:cNvSpPr/>
            <p:nvPr/>
          </p:nvSpPr>
          <p:spPr>
            <a:xfrm>
              <a:off x="2796643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1AFD046-01C5-4F4E-956B-F2D336EBFD35}"/>
                </a:ext>
              </a:extLst>
            </p:cNvPr>
            <p:cNvSpPr/>
            <p:nvPr/>
          </p:nvSpPr>
          <p:spPr>
            <a:xfrm>
              <a:off x="2970889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86387D8-2CEE-409F-B305-E3DD4010F8A0}"/>
              </a:ext>
            </a:extLst>
          </p:cNvPr>
          <p:cNvGrpSpPr/>
          <p:nvPr/>
        </p:nvGrpSpPr>
        <p:grpSpPr>
          <a:xfrm>
            <a:off x="401057" y="1331258"/>
            <a:ext cx="1116685" cy="905871"/>
            <a:chOff x="820157" y="1458258"/>
            <a:chExt cx="1116685" cy="905871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A109DD6B-581E-4A98-9B66-E18A3DF24D88}"/>
                </a:ext>
              </a:extLst>
            </p:cNvPr>
            <p:cNvGrpSpPr/>
            <p:nvPr/>
          </p:nvGrpSpPr>
          <p:grpSpPr>
            <a:xfrm>
              <a:off x="1762596" y="1698281"/>
              <a:ext cx="174246" cy="165734"/>
              <a:chOff x="3374524" y="3961948"/>
              <a:chExt cx="521293" cy="51274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D8E06A4-1420-4987-A1E6-757F29DC4EA2}"/>
                  </a:ext>
                </a:extLst>
              </p:cNvPr>
              <p:cNvSpPr/>
              <p:nvPr/>
            </p:nvSpPr>
            <p:spPr>
              <a:xfrm>
                <a:off x="3374524" y="3961949"/>
                <a:ext cx="521293" cy="512748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0255F68-D61D-48EA-BC23-FA439E3A986B}"/>
                  </a:ext>
                </a:extLst>
              </p:cNvPr>
              <p:cNvSpPr/>
              <p:nvPr/>
            </p:nvSpPr>
            <p:spPr>
              <a:xfrm rot="5400000">
                <a:off x="3594070" y="3862042"/>
                <a:ext cx="82199" cy="282011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137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6122C6E2-E643-4B9C-86B3-2914D8C74D12}"/>
                  </a:ext>
                </a:extLst>
              </p:cNvPr>
              <p:cNvSpPr/>
              <p:nvPr/>
            </p:nvSpPr>
            <p:spPr>
              <a:xfrm rot="5400000">
                <a:off x="3594070" y="4292592"/>
                <a:ext cx="82199" cy="282011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137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F16AAB8A-82A5-428C-A814-6F0A8616C33A}"/>
                  </a:ext>
                </a:extLst>
              </p:cNvPr>
              <p:cNvSpPr/>
              <p:nvPr/>
            </p:nvSpPr>
            <p:spPr>
              <a:xfrm>
                <a:off x="3374524" y="4079529"/>
                <a:ext cx="82199" cy="282011"/>
              </a:xfrm>
              <a:prstGeom prst="rect">
                <a:avLst/>
              </a:prstGeom>
              <a:solidFill>
                <a:srgbClr val="9148C8"/>
              </a:solidFill>
              <a:ln w="63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724418E0-A7AE-46D4-9A6C-CA6FF1F13EAD}"/>
                  </a:ext>
                </a:extLst>
              </p:cNvPr>
              <p:cNvSpPr/>
              <p:nvPr/>
            </p:nvSpPr>
            <p:spPr>
              <a:xfrm>
                <a:off x="3813618" y="4079529"/>
                <a:ext cx="82199" cy="282011"/>
              </a:xfrm>
              <a:prstGeom prst="rect">
                <a:avLst/>
              </a:prstGeom>
              <a:solidFill>
                <a:srgbClr val="9148C8"/>
              </a:solidFill>
              <a:ln w="63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3AC056D9-CB4A-4C81-B0B8-A1F9EC6A3A33}"/>
                </a:ext>
              </a:extLst>
            </p:cNvPr>
            <p:cNvGrpSpPr/>
            <p:nvPr/>
          </p:nvGrpSpPr>
          <p:grpSpPr>
            <a:xfrm>
              <a:off x="1337149" y="1458258"/>
              <a:ext cx="174246" cy="165734"/>
              <a:chOff x="1960978" y="2290824"/>
              <a:chExt cx="521293" cy="512748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E39300E9-1385-4A7A-9BD0-F6E863F32A0F}"/>
                  </a:ext>
                </a:extLst>
              </p:cNvPr>
              <p:cNvGrpSpPr/>
              <p:nvPr/>
            </p:nvGrpSpPr>
            <p:grpSpPr>
              <a:xfrm>
                <a:off x="1960978" y="2290824"/>
                <a:ext cx="521293" cy="512748"/>
                <a:chOff x="1378086" y="2546788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BA8FB9D5-5866-4757-BFB2-03518C0EFE9C}"/>
                    </a:ext>
                  </a:extLst>
                </p:cNvPr>
                <p:cNvSpPr/>
                <p:nvPr/>
              </p:nvSpPr>
              <p:spPr>
                <a:xfrm>
                  <a:off x="1378086" y="2546788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097F1BF0-4022-4D05-BBB8-97E13AFAF26E}"/>
                    </a:ext>
                  </a:extLst>
                </p:cNvPr>
                <p:cNvSpPr/>
                <p:nvPr/>
              </p:nvSpPr>
              <p:spPr>
                <a:xfrm rot="5400000">
                  <a:off x="1597632" y="2446882"/>
                  <a:ext cx="82199" cy="282011"/>
                </a:xfrm>
                <a:prstGeom prst="rect">
                  <a:avLst/>
                </a:prstGeom>
                <a:solidFill>
                  <a:schemeClr val="accent5"/>
                </a:solidFill>
                <a:ln w="6350">
                  <a:solidFill>
                    <a:srgbClr val="B6A20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A41DD89E-A0F1-414E-9E1D-E630DD6203CA}"/>
                    </a:ext>
                  </a:extLst>
                </p:cNvPr>
                <p:cNvSpPr/>
                <p:nvPr/>
              </p:nvSpPr>
              <p:spPr>
                <a:xfrm>
                  <a:off x="1817180" y="2662156"/>
                  <a:ext cx="82199" cy="282011"/>
                </a:xfrm>
                <a:prstGeom prst="rect">
                  <a:avLst/>
                </a:prstGeom>
                <a:solidFill>
                  <a:srgbClr val="9148C8"/>
                </a:solidFill>
                <a:ln w="63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1F6A5AC6-08BC-4DED-B689-D8D28BB595CE}"/>
                    </a:ext>
                  </a:extLst>
                </p:cNvPr>
                <p:cNvSpPr/>
                <p:nvPr/>
              </p:nvSpPr>
              <p:spPr>
                <a:xfrm rot="5400000">
                  <a:off x="1597632" y="2877431"/>
                  <a:ext cx="82199" cy="282011"/>
                </a:xfrm>
                <a:prstGeom prst="rect">
                  <a:avLst/>
                </a:prstGeom>
                <a:solidFill>
                  <a:schemeClr val="accent4"/>
                </a:solidFill>
                <a:ln w="63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6D42D8E1-4400-442D-A62C-A97E8EF82485}"/>
                  </a:ext>
                </a:extLst>
              </p:cNvPr>
              <p:cNvCxnSpPr/>
              <p:nvPr/>
            </p:nvCxnSpPr>
            <p:spPr>
              <a:xfrm>
                <a:off x="2224880" y="2290824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746C54A-A166-4ED9-99AF-373A9BA8AD46}"/>
                  </a:ext>
                </a:extLst>
              </p:cNvPr>
              <p:cNvCxnSpPr/>
              <p:nvPr/>
            </p:nvCxnSpPr>
            <p:spPr>
              <a:xfrm>
                <a:off x="2224880" y="2721373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C511A070-A94F-44F4-903E-3CBD0E616B6F}"/>
                </a:ext>
              </a:extLst>
            </p:cNvPr>
            <p:cNvGrpSpPr/>
            <p:nvPr/>
          </p:nvGrpSpPr>
          <p:grpSpPr>
            <a:xfrm>
              <a:off x="1326550" y="1901632"/>
              <a:ext cx="174246" cy="165734"/>
              <a:chOff x="1960976" y="2992945"/>
              <a:chExt cx="521293" cy="512748"/>
            </a:xfrm>
          </p:grpSpPr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99BA9C1C-627F-4D09-BBE9-93987F96AB70}"/>
                  </a:ext>
                </a:extLst>
              </p:cNvPr>
              <p:cNvGrpSpPr/>
              <p:nvPr/>
            </p:nvGrpSpPr>
            <p:grpSpPr>
              <a:xfrm>
                <a:off x="1960976" y="2992945"/>
                <a:ext cx="521293" cy="512748"/>
                <a:chOff x="3603126" y="3395374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349F4D78-9BCD-46F0-9C58-7096A8D81D15}"/>
                    </a:ext>
                  </a:extLst>
                </p:cNvPr>
                <p:cNvSpPr/>
                <p:nvPr/>
              </p:nvSpPr>
              <p:spPr>
                <a:xfrm>
                  <a:off x="3603126" y="3395374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63C53454-E589-47F4-ADCA-A1390BD178BF}"/>
                    </a:ext>
                  </a:extLst>
                </p:cNvPr>
                <p:cNvSpPr/>
                <p:nvPr/>
              </p:nvSpPr>
              <p:spPr>
                <a:xfrm rot="5400000">
                  <a:off x="3822672" y="3726017"/>
                  <a:ext cx="82199" cy="282011"/>
                </a:xfrm>
                <a:prstGeom prst="rect">
                  <a:avLst/>
                </a:prstGeom>
                <a:solidFill>
                  <a:schemeClr val="accent5"/>
                </a:solidFill>
                <a:ln w="6350">
                  <a:solidFill>
                    <a:srgbClr val="B6A20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80B85179-02A1-4139-85A5-99FBF0E5C9F3}"/>
                    </a:ext>
                  </a:extLst>
                </p:cNvPr>
                <p:cNvSpPr/>
                <p:nvPr/>
              </p:nvSpPr>
              <p:spPr>
                <a:xfrm>
                  <a:off x="4042220" y="3510742"/>
                  <a:ext cx="82199" cy="282011"/>
                </a:xfrm>
                <a:prstGeom prst="rect">
                  <a:avLst/>
                </a:prstGeom>
                <a:solidFill>
                  <a:srgbClr val="9148C8"/>
                </a:solidFill>
                <a:ln w="63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180525FF-5183-4D56-96F6-7A04A0806286}"/>
                  </a:ext>
                </a:extLst>
              </p:cNvPr>
              <p:cNvCxnSpPr/>
              <p:nvPr/>
            </p:nvCxnSpPr>
            <p:spPr>
              <a:xfrm>
                <a:off x="2224880" y="3423494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641B49C4-BB46-45AB-B54C-6EE21B2F4A39}"/>
                </a:ext>
              </a:extLst>
            </p:cNvPr>
            <p:cNvGrpSpPr/>
            <p:nvPr/>
          </p:nvGrpSpPr>
          <p:grpSpPr>
            <a:xfrm>
              <a:off x="820157" y="1617725"/>
              <a:ext cx="174246" cy="165734"/>
              <a:chOff x="1205410" y="2290825"/>
              <a:chExt cx="521293" cy="512748"/>
            </a:xfrm>
          </p:grpSpPr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1F69E409-8EE2-4ED3-806F-2F70709AC009}"/>
                  </a:ext>
                </a:extLst>
              </p:cNvPr>
              <p:cNvGrpSpPr/>
              <p:nvPr/>
            </p:nvGrpSpPr>
            <p:grpSpPr>
              <a:xfrm>
                <a:off x="1205410" y="2290825"/>
                <a:ext cx="521293" cy="512748"/>
                <a:chOff x="3737574" y="3110669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55A6CC15-FBC9-4184-949F-5620FAE319E1}"/>
                    </a:ext>
                  </a:extLst>
                </p:cNvPr>
                <p:cNvSpPr/>
                <p:nvPr/>
              </p:nvSpPr>
              <p:spPr>
                <a:xfrm>
                  <a:off x="3737574" y="3110669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CE734CE5-A136-4B05-AC58-CD52303105E8}"/>
                    </a:ext>
                  </a:extLst>
                </p:cNvPr>
                <p:cNvSpPr/>
                <p:nvPr/>
              </p:nvSpPr>
              <p:spPr>
                <a:xfrm rot="5400000">
                  <a:off x="3957120" y="3010763"/>
                  <a:ext cx="82199" cy="282011"/>
                </a:xfrm>
                <a:prstGeom prst="rect">
                  <a:avLst/>
                </a:prstGeom>
                <a:solidFill>
                  <a:schemeClr val="accent4"/>
                </a:solidFill>
                <a:ln w="63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968CD6D9-01ED-4E4A-90BF-85E2E03D738B}"/>
                    </a:ext>
                  </a:extLst>
                </p:cNvPr>
                <p:cNvSpPr/>
                <p:nvPr/>
              </p:nvSpPr>
              <p:spPr>
                <a:xfrm>
                  <a:off x="4171308" y="3226037"/>
                  <a:ext cx="82199" cy="282011"/>
                </a:xfrm>
                <a:prstGeom prst="rect">
                  <a:avLst/>
                </a:prstGeom>
                <a:solidFill>
                  <a:srgbClr val="FC711C"/>
                </a:solidFill>
                <a:ln w="63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A0E08BA6-D804-4FA9-BD7B-747088627E28}"/>
                  </a:ext>
                </a:extLst>
              </p:cNvPr>
              <p:cNvCxnSpPr>
                <a:stCxn id="138" idx="1"/>
                <a:endCxn id="138" idx="3"/>
              </p:cNvCxnSpPr>
              <p:nvPr/>
            </p:nvCxnSpPr>
            <p:spPr>
              <a:xfrm>
                <a:off x="1466055" y="2290825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D453FEB8-CD4A-4D9A-A20E-A52BEDF44DB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680241" y="2498948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2415FA2B-FB53-40FF-8F90-FCFB0BD7896A}"/>
                </a:ext>
              </a:extLst>
            </p:cNvPr>
            <p:cNvGrpSpPr/>
            <p:nvPr/>
          </p:nvGrpSpPr>
          <p:grpSpPr>
            <a:xfrm>
              <a:off x="957605" y="2084005"/>
              <a:ext cx="174247" cy="165734"/>
              <a:chOff x="1200047" y="2998405"/>
              <a:chExt cx="521296" cy="512748"/>
            </a:xfrm>
          </p:grpSpPr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09AF3B16-B491-4D01-BC26-E65F0D4665F1}"/>
                  </a:ext>
                </a:extLst>
              </p:cNvPr>
              <p:cNvGrpSpPr/>
              <p:nvPr/>
            </p:nvGrpSpPr>
            <p:grpSpPr>
              <a:xfrm>
                <a:off x="1200050" y="2998405"/>
                <a:ext cx="521293" cy="512748"/>
                <a:chOff x="3515961" y="3443740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E80C9F32-CCCC-42FC-BC9F-25467F425BAE}"/>
                    </a:ext>
                  </a:extLst>
                </p:cNvPr>
                <p:cNvSpPr/>
                <p:nvPr/>
              </p:nvSpPr>
              <p:spPr>
                <a:xfrm>
                  <a:off x="3515961" y="3443740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8BEA8A7E-46B6-4E0C-AC33-74510027E689}"/>
                    </a:ext>
                  </a:extLst>
                </p:cNvPr>
                <p:cNvSpPr/>
                <p:nvPr/>
              </p:nvSpPr>
              <p:spPr>
                <a:xfrm>
                  <a:off x="3515961" y="3559108"/>
                  <a:ext cx="82199" cy="282011"/>
                </a:xfrm>
                <a:prstGeom prst="rect">
                  <a:avLst/>
                </a:prstGeom>
                <a:solidFill>
                  <a:srgbClr val="F81818"/>
                </a:solidFill>
                <a:ln w="6350">
                  <a:solidFill>
                    <a:srgbClr val="9D050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94579CC8-273C-459C-A085-CCF3375C38AD}"/>
                    </a:ext>
                  </a:extLst>
                </p:cNvPr>
                <p:cNvSpPr/>
                <p:nvPr/>
              </p:nvSpPr>
              <p:spPr>
                <a:xfrm rot="5400000">
                  <a:off x="3735507" y="3343834"/>
                  <a:ext cx="82199" cy="282011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1377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A69F8EB1-DBEC-4493-BDCE-4FC0FDA5525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241147" y="3206974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70EA6372-A80D-422B-87A1-5D1458D6042C}"/>
                </a:ext>
              </a:extLst>
            </p:cNvPr>
            <p:cNvGrpSpPr/>
            <p:nvPr/>
          </p:nvGrpSpPr>
          <p:grpSpPr>
            <a:xfrm>
              <a:off x="1602087" y="2197680"/>
              <a:ext cx="174247" cy="166449"/>
              <a:chOff x="1200046" y="3705985"/>
              <a:chExt cx="521295" cy="514960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F1F3E3AD-B570-4384-9A9D-AA43B7A94F06}"/>
                  </a:ext>
                </a:extLst>
              </p:cNvPr>
              <p:cNvGrpSpPr/>
              <p:nvPr/>
            </p:nvGrpSpPr>
            <p:grpSpPr>
              <a:xfrm>
                <a:off x="1200048" y="3705985"/>
                <a:ext cx="521293" cy="514960"/>
                <a:chOff x="3519304" y="3703188"/>
                <a:chExt cx="521293" cy="514960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65F66145-1618-498B-990B-02CBC060762E}"/>
                    </a:ext>
                  </a:extLst>
                </p:cNvPr>
                <p:cNvSpPr/>
                <p:nvPr/>
              </p:nvSpPr>
              <p:spPr>
                <a:xfrm>
                  <a:off x="3519304" y="3705400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1E8C4CB1-D737-45BA-8411-3476ACB6B0E6}"/>
                    </a:ext>
                  </a:extLst>
                </p:cNvPr>
                <p:cNvSpPr/>
                <p:nvPr/>
              </p:nvSpPr>
              <p:spPr>
                <a:xfrm rot="5400000">
                  <a:off x="3734549" y="3603282"/>
                  <a:ext cx="82199" cy="282011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1377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6A89A705-7632-43F1-B999-336546FF2111}"/>
                    </a:ext>
                  </a:extLst>
                </p:cNvPr>
                <p:cNvSpPr/>
                <p:nvPr/>
              </p:nvSpPr>
              <p:spPr>
                <a:xfrm>
                  <a:off x="3519304" y="3820768"/>
                  <a:ext cx="82199" cy="282011"/>
                </a:xfrm>
                <a:prstGeom prst="rect">
                  <a:avLst/>
                </a:prstGeom>
                <a:solidFill>
                  <a:srgbClr val="FC711C"/>
                </a:solidFill>
                <a:ln w="63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CA862F90-4332-4EBA-BF0C-58508E0C9E60}"/>
                    </a:ext>
                  </a:extLst>
                </p:cNvPr>
                <p:cNvSpPr/>
                <p:nvPr/>
              </p:nvSpPr>
              <p:spPr>
                <a:xfrm>
                  <a:off x="3958398" y="3820768"/>
                  <a:ext cx="82199" cy="282011"/>
                </a:xfrm>
                <a:prstGeom prst="rect">
                  <a:avLst/>
                </a:prstGeom>
                <a:solidFill>
                  <a:srgbClr val="F81818"/>
                </a:solidFill>
                <a:ln w="6350">
                  <a:solidFill>
                    <a:srgbClr val="9D050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748F962E-B66F-40D6-A5E5-150D79FB1DC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680240" y="3921349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56211C4C-E289-4A13-B0E4-91AAFF162DD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241146" y="3924572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ABC1B264-44DF-4A8E-BE2E-7F3E9739858D}"/>
              </a:ext>
            </a:extLst>
          </p:cNvPr>
          <p:cNvGrpSpPr/>
          <p:nvPr/>
        </p:nvGrpSpPr>
        <p:grpSpPr>
          <a:xfrm>
            <a:off x="1131102" y="2533377"/>
            <a:ext cx="436046" cy="393700"/>
            <a:chOff x="947440" y="2425700"/>
            <a:chExt cx="436046" cy="393700"/>
          </a:xfrm>
        </p:grpSpPr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817BD31A-85C5-4F15-9498-EDACA3D6FEE6}"/>
                </a:ext>
              </a:extLst>
            </p:cNvPr>
            <p:cNvCxnSpPr/>
            <p:nvPr/>
          </p:nvCxnSpPr>
          <p:spPr>
            <a:xfrm>
              <a:off x="947440" y="2425700"/>
              <a:ext cx="0" cy="3937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93D13032-B044-4797-9E8D-802E12737EF4}"/>
                </a:ext>
              </a:extLst>
            </p:cNvPr>
            <p:cNvCxnSpPr/>
            <p:nvPr/>
          </p:nvCxnSpPr>
          <p:spPr>
            <a:xfrm>
              <a:off x="947440" y="2819400"/>
              <a:ext cx="43604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0E977D9-9E71-4D5F-9595-7DE15A3060FD}"/>
              </a:ext>
            </a:extLst>
          </p:cNvPr>
          <p:cNvSpPr txBox="1"/>
          <p:nvPr/>
        </p:nvSpPr>
        <p:spPr>
          <a:xfrm>
            <a:off x="7446404" y="5544498"/>
            <a:ext cx="13740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O(1) tile types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2789D83-E6F0-4F17-BA0B-359023473BF1}"/>
              </a:ext>
            </a:extLst>
          </p:cNvPr>
          <p:cNvSpPr txBox="1"/>
          <p:nvPr/>
        </p:nvSpPr>
        <p:spPr>
          <a:xfrm>
            <a:off x="4598672" y="4631690"/>
            <a:ext cx="2230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TM using O(1) tile types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A43C72D-B94D-4B68-B282-E4AB47C3EAF8}"/>
              </a:ext>
            </a:extLst>
          </p:cNvPr>
          <p:cNvSpPr txBox="1"/>
          <p:nvPr/>
        </p:nvSpPr>
        <p:spPr>
          <a:xfrm>
            <a:off x="1677472" y="788798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distinct tile types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F8C397B-5E63-46A7-BF50-0E3D70B6CDFD}"/>
              </a:ext>
            </a:extLst>
          </p:cNvPr>
          <p:cNvSpPr txBox="1"/>
          <p:nvPr/>
        </p:nvSpPr>
        <p:spPr>
          <a:xfrm>
            <a:off x="1731992" y="2153576"/>
            <a:ext cx="2789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Higher-Base Representation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EAA4AE99-52BF-40DF-90D2-28D54F2E87CB}"/>
              </a:ext>
            </a:extLst>
          </p:cNvPr>
          <p:cNvSpPr txBox="1"/>
          <p:nvPr/>
        </p:nvSpPr>
        <p:spPr>
          <a:xfrm>
            <a:off x="3351599" y="2937732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Binary Representation of length K(S)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46A6559-F5AD-46C0-941C-258BB587794E}"/>
              </a:ext>
            </a:extLst>
          </p:cNvPr>
          <p:cNvSpPr txBox="1"/>
          <p:nvPr/>
        </p:nvSpPr>
        <p:spPr>
          <a:xfrm>
            <a:off x="6740780" y="3718324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Explicit Encoding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ADE3E20A-BCAC-4D00-9CA5-DA6629F5E08B}"/>
              </a:ext>
            </a:extLst>
          </p:cNvPr>
          <p:cNvSpPr txBox="1"/>
          <p:nvPr/>
        </p:nvSpPr>
        <p:spPr>
          <a:xfrm>
            <a:off x="11978" y="3154621"/>
            <a:ext cx="1447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Self Assembles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C8C29DE-1286-4EE6-A89B-F5FCF4AD12D9}"/>
              </a:ext>
            </a:extLst>
          </p:cNvPr>
          <p:cNvSpPr txBox="1"/>
          <p:nvPr/>
        </p:nvSpPr>
        <p:spPr>
          <a:xfrm>
            <a:off x="9972999" y="4113749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Scaled Shape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48FC53F-9B66-496A-AF45-965340E29953}"/>
              </a:ext>
            </a:extLst>
          </p:cNvPr>
          <p:cNvGrpSpPr/>
          <p:nvPr/>
        </p:nvGrpSpPr>
        <p:grpSpPr>
          <a:xfrm>
            <a:off x="203174" y="647383"/>
            <a:ext cx="1677062" cy="584775"/>
            <a:chOff x="2877923" y="1258626"/>
            <a:chExt cx="1677062" cy="584775"/>
          </a:xfrm>
        </p:grpSpPr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0485483A-602F-42A9-A60E-BBF1EE8A6B7D}"/>
                </a:ext>
              </a:extLst>
            </p:cNvPr>
            <p:cNvGrpSpPr/>
            <p:nvPr/>
          </p:nvGrpSpPr>
          <p:grpSpPr>
            <a:xfrm>
              <a:off x="3351599" y="1301863"/>
              <a:ext cx="920445" cy="529053"/>
              <a:chOff x="1041705" y="3992508"/>
              <a:chExt cx="920445" cy="529053"/>
            </a:xfrm>
          </p:grpSpPr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5F9F15ED-962B-4FC6-ABF2-DE9CD7111237}"/>
                  </a:ext>
                </a:extLst>
              </p:cNvPr>
              <p:cNvSpPr txBox="1"/>
              <p:nvPr/>
            </p:nvSpPr>
            <p:spPr>
              <a:xfrm>
                <a:off x="1041705" y="4213784"/>
                <a:ext cx="9204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log(K(S))</a:t>
                </a:r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BEB28611-EC70-40B6-8997-241985D0D2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2295" y="4270935"/>
                <a:ext cx="81584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28A34A84-BF9D-412F-B91D-C7C8324F6DBA}"/>
                  </a:ext>
                </a:extLst>
              </p:cNvPr>
              <p:cNvSpPr txBox="1"/>
              <p:nvPr/>
            </p:nvSpPr>
            <p:spPr>
              <a:xfrm>
                <a:off x="1210464" y="3992508"/>
                <a:ext cx="6976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K(S)</a:t>
                </a: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3349DA4E-0CE9-4C02-8622-DA089EF7EF20}"/>
                </a:ext>
              </a:extLst>
            </p:cNvPr>
            <p:cNvSpPr txBox="1"/>
            <p:nvPr/>
          </p:nvSpPr>
          <p:spPr>
            <a:xfrm>
              <a:off x="2877923" y="1258626"/>
              <a:ext cx="167706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O(        ) </a:t>
              </a:r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D7FB1177-F169-467D-AB59-CBD7961EA614}"/>
              </a:ext>
            </a:extLst>
          </p:cNvPr>
          <p:cNvGrpSpPr/>
          <p:nvPr/>
        </p:nvGrpSpPr>
        <p:grpSpPr>
          <a:xfrm>
            <a:off x="743298" y="3908474"/>
            <a:ext cx="3343112" cy="584775"/>
            <a:chOff x="986344" y="3656157"/>
            <a:chExt cx="3343112" cy="584775"/>
          </a:xfrm>
        </p:grpSpPr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4B658B26-5786-4592-BE91-0CBFC25BA4BE}"/>
                </a:ext>
              </a:extLst>
            </p:cNvPr>
            <p:cNvSpPr txBox="1"/>
            <p:nvPr/>
          </p:nvSpPr>
          <p:spPr>
            <a:xfrm>
              <a:off x="986344" y="3781695"/>
              <a:ext cx="9893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TM using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B659BAF7-6502-427F-BC98-BBDB7732F0C2}"/>
                </a:ext>
              </a:extLst>
            </p:cNvPr>
            <p:cNvSpPr txBox="1"/>
            <p:nvPr/>
          </p:nvSpPr>
          <p:spPr>
            <a:xfrm>
              <a:off x="3394585" y="3797529"/>
              <a:ext cx="9348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tile types</a:t>
              </a:r>
            </a:p>
          </p:txBody>
        </p: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97E1A4A8-7EAD-478E-9B38-420112D9E593}"/>
                </a:ext>
              </a:extLst>
            </p:cNvPr>
            <p:cNvGrpSpPr/>
            <p:nvPr/>
          </p:nvGrpSpPr>
          <p:grpSpPr>
            <a:xfrm>
              <a:off x="1908667" y="3656157"/>
              <a:ext cx="1677062" cy="584775"/>
              <a:chOff x="2877923" y="1258626"/>
              <a:chExt cx="1677062" cy="584775"/>
            </a:xfrm>
          </p:grpSpPr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6648B426-4ACC-4BC2-8704-85E1A7522CC6}"/>
                  </a:ext>
                </a:extLst>
              </p:cNvPr>
              <p:cNvGrpSpPr/>
              <p:nvPr/>
            </p:nvGrpSpPr>
            <p:grpSpPr>
              <a:xfrm>
                <a:off x="3351599" y="1301863"/>
                <a:ext cx="920445" cy="529053"/>
                <a:chOff x="1041705" y="3992508"/>
                <a:chExt cx="920445" cy="529053"/>
              </a:xfrm>
            </p:grpSpPr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E0830B86-9DF3-474F-95AD-90F4C1AFD127}"/>
                    </a:ext>
                  </a:extLst>
                </p:cNvPr>
                <p:cNvSpPr txBox="1"/>
                <p:nvPr/>
              </p:nvSpPr>
              <p:spPr>
                <a:xfrm>
                  <a:off x="1041705" y="4213784"/>
                  <a:ext cx="92044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bg1"/>
                      </a:solidFill>
                    </a:rPr>
                    <a:t>log(K(S))</a:t>
                  </a:r>
                </a:p>
              </p:txBody>
            </p: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AD51F425-45B2-4EB5-93CE-967981544D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92295" y="4270935"/>
                  <a:ext cx="815844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3946CCB3-DC7A-4B44-ADEC-6B7F58EE819A}"/>
                    </a:ext>
                  </a:extLst>
                </p:cNvPr>
                <p:cNvSpPr txBox="1"/>
                <p:nvPr/>
              </p:nvSpPr>
              <p:spPr>
                <a:xfrm>
                  <a:off x="1210464" y="3992508"/>
                  <a:ext cx="6976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bg1"/>
                      </a:solidFill>
                    </a:rPr>
                    <a:t>K(S)</a:t>
                  </a:r>
                </a:p>
              </p:txBody>
            </p:sp>
          </p:grp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952D3241-A891-4BE7-8C6D-F9A221C7CF21}"/>
                  </a:ext>
                </a:extLst>
              </p:cNvPr>
              <p:cNvSpPr txBox="1"/>
              <p:nvPr/>
            </p:nvSpPr>
            <p:spPr>
              <a:xfrm>
                <a:off x="2877923" y="1258626"/>
                <a:ext cx="167706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</a:rPr>
                  <a:t>O(        ) </a:t>
                </a:r>
              </a:p>
            </p:txBody>
          </p:sp>
        </p:grpSp>
      </p:grp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F23FF927-B29C-4426-8D5F-29C37E4F5A5B}"/>
              </a:ext>
            </a:extLst>
          </p:cNvPr>
          <p:cNvCxnSpPr/>
          <p:nvPr/>
        </p:nvCxnSpPr>
        <p:spPr>
          <a:xfrm>
            <a:off x="282639" y="1197104"/>
            <a:ext cx="30996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5B53A76-D56C-4F48-B6B1-D3AFBE3B3054}"/>
              </a:ext>
            </a:extLst>
          </p:cNvPr>
          <p:cNvGrpSpPr/>
          <p:nvPr/>
        </p:nvGrpSpPr>
        <p:grpSpPr>
          <a:xfrm>
            <a:off x="2735453" y="3110214"/>
            <a:ext cx="436046" cy="393700"/>
            <a:chOff x="947440" y="2425700"/>
            <a:chExt cx="436046" cy="393700"/>
          </a:xfrm>
        </p:grpSpPr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6EF27FFB-05CB-48B3-A954-2A4CB9E86DB2}"/>
                </a:ext>
              </a:extLst>
            </p:cNvPr>
            <p:cNvCxnSpPr/>
            <p:nvPr/>
          </p:nvCxnSpPr>
          <p:spPr>
            <a:xfrm>
              <a:off x="947440" y="2425700"/>
              <a:ext cx="0" cy="3937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A2603C93-4197-4308-ACEA-06CC2BB605E6}"/>
                </a:ext>
              </a:extLst>
            </p:cNvPr>
            <p:cNvCxnSpPr/>
            <p:nvPr/>
          </p:nvCxnSpPr>
          <p:spPr>
            <a:xfrm>
              <a:off x="947440" y="2819400"/>
              <a:ext cx="43604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265A3C86-22FA-4829-B7AF-EB5787D08001}"/>
              </a:ext>
            </a:extLst>
          </p:cNvPr>
          <p:cNvGrpSpPr/>
          <p:nvPr/>
        </p:nvGrpSpPr>
        <p:grpSpPr>
          <a:xfrm>
            <a:off x="5714112" y="3868932"/>
            <a:ext cx="436046" cy="393700"/>
            <a:chOff x="947440" y="2425700"/>
            <a:chExt cx="436046" cy="393700"/>
          </a:xfrm>
        </p:grpSpPr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BC73A610-1C10-44DF-8A95-8149ABB18EAE}"/>
                </a:ext>
              </a:extLst>
            </p:cNvPr>
            <p:cNvCxnSpPr/>
            <p:nvPr/>
          </p:nvCxnSpPr>
          <p:spPr>
            <a:xfrm>
              <a:off x="947440" y="2425700"/>
              <a:ext cx="0" cy="3937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EE12E0DA-55CA-45B6-9924-428DA741C3FB}"/>
                </a:ext>
              </a:extLst>
            </p:cNvPr>
            <p:cNvCxnSpPr/>
            <p:nvPr/>
          </p:nvCxnSpPr>
          <p:spPr>
            <a:xfrm>
              <a:off x="947440" y="2819400"/>
              <a:ext cx="43604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68A315F1-DABA-49B7-B091-5315F4D43C2E}"/>
              </a:ext>
            </a:extLst>
          </p:cNvPr>
          <p:cNvGrpSpPr/>
          <p:nvPr/>
        </p:nvGrpSpPr>
        <p:grpSpPr>
          <a:xfrm>
            <a:off x="8769158" y="4539411"/>
            <a:ext cx="436046" cy="671218"/>
            <a:chOff x="947440" y="2425700"/>
            <a:chExt cx="436046" cy="393700"/>
          </a:xfrm>
        </p:grpSpPr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E27CF774-8C38-4D24-A7EC-7D0C2739E67C}"/>
                </a:ext>
              </a:extLst>
            </p:cNvPr>
            <p:cNvCxnSpPr/>
            <p:nvPr/>
          </p:nvCxnSpPr>
          <p:spPr>
            <a:xfrm>
              <a:off x="947440" y="2425700"/>
              <a:ext cx="0" cy="3937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6204134B-3876-4798-BD07-759DFBA372F7}"/>
                </a:ext>
              </a:extLst>
            </p:cNvPr>
            <p:cNvCxnSpPr/>
            <p:nvPr/>
          </p:nvCxnSpPr>
          <p:spPr>
            <a:xfrm>
              <a:off x="947440" y="2819400"/>
              <a:ext cx="43604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97BF5A79-5F5B-45E5-BFD9-C7D9B9E6A1CD}"/>
              </a:ext>
            </a:extLst>
          </p:cNvPr>
          <p:cNvCxnSpPr/>
          <p:nvPr/>
        </p:nvCxnSpPr>
        <p:spPr>
          <a:xfrm flipV="1">
            <a:off x="2170902" y="3581121"/>
            <a:ext cx="387580" cy="2432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0EBCBC8F-45A3-45BA-9B48-AE822A28F212}"/>
              </a:ext>
            </a:extLst>
          </p:cNvPr>
          <p:cNvCxnSpPr/>
          <p:nvPr/>
        </p:nvCxnSpPr>
        <p:spPr>
          <a:xfrm flipV="1">
            <a:off x="617591" y="2923190"/>
            <a:ext cx="387580" cy="2432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3889F13C-7C90-42A3-9C8A-57899446BE2C}"/>
              </a:ext>
            </a:extLst>
          </p:cNvPr>
          <p:cNvCxnSpPr/>
          <p:nvPr/>
        </p:nvCxnSpPr>
        <p:spPr>
          <a:xfrm flipV="1">
            <a:off x="5248240" y="4361470"/>
            <a:ext cx="387580" cy="2432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60CD7B74-A001-4DC2-8A8D-0E1E430F4ECC}"/>
              </a:ext>
            </a:extLst>
          </p:cNvPr>
          <p:cNvCxnSpPr/>
          <p:nvPr/>
        </p:nvCxnSpPr>
        <p:spPr>
          <a:xfrm flipV="1">
            <a:off x="8273761" y="5301276"/>
            <a:ext cx="387580" cy="2432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601B9928-F266-4DB4-ABAB-670A3E0ABAF7}"/>
              </a:ext>
            </a:extLst>
          </p:cNvPr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26015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35032B44-D258-4F5D-8430-486FFDEC3D70}"/>
              </a:ext>
            </a:extLst>
          </p:cNvPr>
          <p:cNvGrpSpPr/>
          <p:nvPr/>
        </p:nvGrpSpPr>
        <p:grpSpPr>
          <a:xfrm>
            <a:off x="6327937" y="4136083"/>
            <a:ext cx="2787939" cy="191746"/>
            <a:chOff x="4778080" y="3211702"/>
            <a:chExt cx="2737760" cy="152528"/>
          </a:xfrm>
          <a:solidFill>
            <a:schemeClr val="bg1">
              <a:lumMod val="65000"/>
              <a:lumOff val="35000"/>
            </a:schemeClr>
          </a:solidFill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4B22EB1-8678-4B7E-B155-DDBA684C0EB1}"/>
                </a:ext>
              </a:extLst>
            </p:cNvPr>
            <p:cNvSpPr/>
            <p:nvPr/>
          </p:nvSpPr>
          <p:spPr>
            <a:xfrm>
              <a:off x="477808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D15412F-E923-44B4-8C08-BFB71D68B110}"/>
                </a:ext>
              </a:extLst>
            </p:cNvPr>
            <p:cNvSpPr/>
            <p:nvPr/>
          </p:nvSpPr>
          <p:spPr>
            <a:xfrm>
              <a:off x="494919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E0D416B-519A-460D-AEA3-534AB3569AC3}"/>
                </a:ext>
              </a:extLst>
            </p:cNvPr>
            <p:cNvSpPr/>
            <p:nvPr/>
          </p:nvSpPr>
          <p:spPr>
            <a:xfrm>
              <a:off x="512030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B7D213E-541A-4162-86CB-E672B022E7E2}"/>
                </a:ext>
              </a:extLst>
            </p:cNvPr>
            <p:cNvSpPr/>
            <p:nvPr/>
          </p:nvSpPr>
          <p:spPr>
            <a:xfrm>
              <a:off x="529141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902C0D1-DF17-4AF5-9D21-8089F084F4F6}"/>
                </a:ext>
              </a:extLst>
            </p:cNvPr>
            <p:cNvSpPr/>
            <p:nvPr/>
          </p:nvSpPr>
          <p:spPr>
            <a:xfrm>
              <a:off x="546252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11F31C7-688D-4A5E-89EB-1617EC854D0F}"/>
                </a:ext>
              </a:extLst>
            </p:cNvPr>
            <p:cNvSpPr/>
            <p:nvPr/>
          </p:nvSpPr>
          <p:spPr>
            <a:xfrm>
              <a:off x="563363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1C726A0-57FE-4FC9-BC0C-49F7E94B8ACC}"/>
                </a:ext>
              </a:extLst>
            </p:cNvPr>
            <p:cNvSpPr/>
            <p:nvPr/>
          </p:nvSpPr>
          <p:spPr>
            <a:xfrm>
              <a:off x="580474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6189E4A9-D521-4F60-B009-A84CDE95269C}"/>
                </a:ext>
              </a:extLst>
            </p:cNvPr>
            <p:cNvSpPr/>
            <p:nvPr/>
          </p:nvSpPr>
          <p:spPr>
            <a:xfrm>
              <a:off x="597585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8F0439D-F329-4B84-866F-68A3B6514881}"/>
                </a:ext>
              </a:extLst>
            </p:cNvPr>
            <p:cNvSpPr/>
            <p:nvPr/>
          </p:nvSpPr>
          <p:spPr>
            <a:xfrm>
              <a:off x="614696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E4474C6-D40E-4E22-BA5B-0DF2EA1BA041}"/>
                </a:ext>
              </a:extLst>
            </p:cNvPr>
            <p:cNvSpPr/>
            <p:nvPr/>
          </p:nvSpPr>
          <p:spPr>
            <a:xfrm>
              <a:off x="631807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A9444C7-3D35-48FF-8959-44877C36A114}"/>
                </a:ext>
              </a:extLst>
            </p:cNvPr>
            <p:cNvSpPr/>
            <p:nvPr/>
          </p:nvSpPr>
          <p:spPr>
            <a:xfrm>
              <a:off x="648918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6A588CE-AF10-4AD7-82E5-516C1B10EE82}"/>
                </a:ext>
              </a:extLst>
            </p:cNvPr>
            <p:cNvSpPr/>
            <p:nvPr/>
          </p:nvSpPr>
          <p:spPr>
            <a:xfrm>
              <a:off x="666029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R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B4BEA90-F4C1-45F4-92F3-8A6731AE83C8}"/>
                </a:ext>
              </a:extLst>
            </p:cNvPr>
            <p:cNvSpPr/>
            <p:nvPr/>
          </p:nvSpPr>
          <p:spPr>
            <a:xfrm>
              <a:off x="683140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182DE21-5CDE-4E94-BF0B-844BBF44BE8C}"/>
                </a:ext>
              </a:extLst>
            </p:cNvPr>
            <p:cNvSpPr/>
            <p:nvPr/>
          </p:nvSpPr>
          <p:spPr>
            <a:xfrm>
              <a:off x="7002510" y="3211703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0B927B2-4781-4F9A-9BC7-AD14DAC2F161}"/>
                </a:ext>
              </a:extLst>
            </p:cNvPr>
            <p:cNvSpPr/>
            <p:nvPr/>
          </p:nvSpPr>
          <p:spPr>
            <a:xfrm>
              <a:off x="7173620" y="3211702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F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3855F59-729A-4513-8CED-E5DBE20B5550}"/>
                </a:ext>
              </a:extLst>
            </p:cNvPr>
            <p:cNvSpPr/>
            <p:nvPr/>
          </p:nvSpPr>
          <p:spPr>
            <a:xfrm>
              <a:off x="7344730" y="3211702"/>
              <a:ext cx="171110" cy="152527"/>
            </a:xfrm>
            <a:prstGeom prst="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L</a:t>
              </a:r>
            </a:p>
          </p:txBody>
        </p:sp>
      </p:grpSp>
      <p:pic>
        <p:nvPicPr>
          <p:cNvPr id="55" name="Picture 54">
            <a:extLst>
              <a:ext uri="{FF2B5EF4-FFF2-40B4-BE49-F238E27FC236}">
                <a16:creationId xmlns:a16="http://schemas.microsoft.com/office/drawing/2014/main" id="{B7F8F777-38BD-41AD-96DC-FB7317E635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9569" y="4571426"/>
            <a:ext cx="2160551" cy="2160551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75A332BE-B896-4DF5-B342-EB5C07002CAF}"/>
              </a:ext>
            </a:extLst>
          </p:cNvPr>
          <p:cNvGrpSpPr/>
          <p:nvPr/>
        </p:nvGrpSpPr>
        <p:grpSpPr>
          <a:xfrm>
            <a:off x="3396744" y="3404519"/>
            <a:ext cx="2787939" cy="191744"/>
            <a:chOff x="4778080" y="3211702"/>
            <a:chExt cx="2737760" cy="15252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ABDA122-3983-4F62-A634-73A574AD3FEB}"/>
                </a:ext>
              </a:extLst>
            </p:cNvPr>
            <p:cNvSpPr/>
            <p:nvPr/>
          </p:nvSpPr>
          <p:spPr>
            <a:xfrm>
              <a:off x="477808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34EC096-B51D-4F8A-A821-1537D6FF5FB8}"/>
                </a:ext>
              </a:extLst>
            </p:cNvPr>
            <p:cNvSpPr/>
            <p:nvPr/>
          </p:nvSpPr>
          <p:spPr>
            <a:xfrm>
              <a:off x="494919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FCFC2CD6-D0E1-4C8F-AC33-2E17F07781C2}"/>
                </a:ext>
              </a:extLst>
            </p:cNvPr>
            <p:cNvSpPr/>
            <p:nvPr/>
          </p:nvSpPr>
          <p:spPr>
            <a:xfrm>
              <a:off x="512030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915AEFC-EC3D-41B3-8FE9-84D77D0AEB92}"/>
                </a:ext>
              </a:extLst>
            </p:cNvPr>
            <p:cNvSpPr/>
            <p:nvPr/>
          </p:nvSpPr>
          <p:spPr>
            <a:xfrm>
              <a:off x="529141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4DA306B-92FD-474B-BDBB-3EC8875B2915}"/>
                </a:ext>
              </a:extLst>
            </p:cNvPr>
            <p:cNvSpPr/>
            <p:nvPr/>
          </p:nvSpPr>
          <p:spPr>
            <a:xfrm>
              <a:off x="546252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F4EA9A5B-FEED-4DFE-97E8-61A19140B9EB}"/>
                </a:ext>
              </a:extLst>
            </p:cNvPr>
            <p:cNvSpPr/>
            <p:nvPr/>
          </p:nvSpPr>
          <p:spPr>
            <a:xfrm>
              <a:off x="563363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E3A2702-318E-4688-B0E5-099E0E85F4DF}"/>
                </a:ext>
              </a:extLst>
            </p:cNvPr>
            <p:cNvSpPr/>
            <p:nvPr/>
          </p:nvSpPr>
          <p:spPr>
            <a:xfrm>
              <a:off x="580474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EBEA5DF-FE8D-456F-BAE1-45690676742F}"/>
                </a:ext>
              </a:extLst>
            </p:cNvPr>
            <p:cNvSpPr/>
            <p:nvPr/>
          </p:nvSpPr>
          <p:spPr>
            <a:xfrm>
              <a:off x="597585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2347D485-4CA5-4FA3-82D7-7C3FBA2DA717}"/>
                </a:ext>
              </a:extLst>
            </p:cNvPr>
            <p:cNvSpPr/>
            <p:nvPr/>
          </p:nvSpPr>
          <p:spPr>
            <a:xfrm>
              <a:off x="614696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F4817032-DBF8-413D-8D3F-DBEDBE055971}"/>
                </a:ext>
              </a:extLst>
            </p:cNvPr>
            <p:cNvSpPr/>
            <p:nvPr/>
          </p:nvSpPr>
          <p:spPr>
            <a:xfrm>
              <a:off x="631807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8E2DBEC3-3275-48A4-9789-C673792CD0FC}"/>
                </a:ext>
              </a:extLst>
            </p:cNvPr>
            <p:cNvSpPr/>
            <p:nvPr/>
          </p:nvSpPr>
          <p:spPr>
            <a:xfrm>
              <a:off x="648918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2D37657-4EBE-4A8F-B4DF-D1A28CF1A613}"/>
                </a:ext>
              </a:extLst>
            </p:cNvPr>
            <p:cNvSpPr/>
            <p:nvPr/>
          </p:nvSpPr>
          <p:spPr>
            <a:xfrm>
              <a:off x="666029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07E84E1-7947-4409-8F2F-0A9887474A69}"/>
                </a:ext>
              </a:extLst>
            </p:cNvPr>
            <p:cNvSpPr/>
            <p:nvPr/>
          </p:nvSpPr>
          <p:spPr>
            <a:xfrm>
              <a:off x="683140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B96DE43C-387F-4A92-AD61-BD2D4F8E1801}"/>
                </a:ext>
              </a:extLst>
            </p:cNvPr>
            <p:cNvSpPr/>
            <p:nvPr/>
          </p:nvSpPr>
          <p:spPr>
            <a:xfrm>
              <a:off x="7002510" y="3211703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D3244D9B-70B9-4F99-B3FF-7E16229610C0}"/>
                </a:ext>
              </a:extLst>
            </p:cNvPr>
            <p:cNvSpPr/>
            <p:nvPr/>
          </p:nvSpPr>
          <p:spPr>
            <a:xfrm>
              <a:off x="7173620" y="3211702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37222178-D448-42CB-AC1E-0A4BCF038603}"/>
                </a:ext>
              </a:extLst>
            </p:cNvPr>
            <p:cNvSpPr/>
            <p:nvPr/>
          </p:nvSpPr>
          <p:spPr>
            <a:xfrm>
              <a:off x="7344730" y="3211702"/>
              <a:ext cx="171110" cy="152527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7FB474-A242-485E-94C3-9C8210029313}"/>
              </a:ext>
            </a:extLst>
          </p:cNvPr>
          <p:cNvGrpSpPr/>
          <p:nvPr/>
        </p:nvGrpSpPr>
        <p:grpSpPr>
          <a:xfrm>
            <a:off x="1821016" y="2678806"/>
            <a:ext cx="1405399" cy="191743"/>
            <a:chOff x="1751166" y="2678806"/>
            <a:chExt cx="1405399" cy="191743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A39304D-2C79-412C-AF0E-DF5E7E4CCEF8}"/>
                </a:ext>
              </a:extLst>
            </p:cNvPr>
            <p:cNvSpPr/>
            <p:nvPr/>
          </p:nvSpPr>
          <p:spPr>
            <a:xfrm>
              <a:off x="1762596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5ABD3F8-1B92-4A59-9674-2C87DD8622E8}"/>
                </a:ext>
              </a:extLst>
            </p:cNvPr>
            <p:cNvSpPr/>
            <p:nvPr/>
          </p:nvSpPr>
          <p:spPr>
            <a:xfrm>
              <a:off x="1936842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695E45C-3673-49B5-91D0-48D95D70E04F}"/>
                </a:ext>
              </a:extLst>
            </p:cNvPr>
            <p:cNvSpPr/>
            <p:nvPr/>
          </p:nvSpPr>
          <p:spPr>
            <a:xfrm>
              <a:off x="2111088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CB76EB5-02B7-4275-B625-A8A76866CA7E}"/>
                </a:ext>
              </a:extLst>
            </p:cNvPr>
            <p:cNvSpPr/>
            <p:nvPr/>
          </p:nvSpPr>
          <p:spPr>
            <a:xfrm>
              <a:off x="2285335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3C424E9-654B-4BBE-A411-F37A64728457}"/>
                </a:ext>
              </a:extLst>
            </p:cNvPr>
            <p:cNvSpPr/>
            <p:nvPr/>
          </p:nvSpPr>
          <p:spPr>
            <a:xfrm>
              <a:off x="2459581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AF93879-7E1E-4330-A9FD-C223333FD215}"/>
                </a:ext>
              </a:extLst>
            </p:cNvPr>
            <p:cNvSpPr/>
            <p:nvPr/>
          </p:nvSpPr>
          <p:spPr>
            <a:xfrm>
              <a:off x="2633827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6B1D2D0-A1B2-40B7-AF7A-8330D5DFDF76}"/>
                </a:ext>
              </a:extLst>
            </p:cNvPr>
            <p:cNvSpPr/>
            <p:nvPr/>
          </p:nvSpPr>
          <p:spPr>
            <a:xfrm>
              <a:off x="2808073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2D5B89A-BB9C-4098-AECB-64E45C4659DF}"/>
                </a:ext>
              </a:extLst>
            </p:cNvPr>
            <p:cNvSpPr/>
            <p:nvPr/>
          </p:nvSpPr>
          <p:spPr>
            <a:xfrm>
              <a:off x="2982319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E611F69-AC64-4F48-8231-179B604CF7AF}"/>
                </a:ext>
              </a:extLst>
            </p:cNvPr>
            <p:cNvSpPr/>
            <p:nvPr/>
          </p:nvSpPr>
          <p:spPr>
            <a:xfrm>
              <a:off x="1751166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12081729-137B-444D-AF41-F99295DCCDA9}"/>
                </a:ext>
              </a:extLst>
            </p:cNvPr>
            <p:cNvSpPr/>
            <p:nvPr/>
          </p:nvSpPr>
          <p:spPr>
            <a:xfrm>
              <a:off x="1925412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0FD16AC-3DA8-467D-AE04-4427FAF55691}"/>
                </a:ext>
              </a:extLst>
            </p:cNvPr>
            <p:cNvSpPr/>
            <p:nvPr/>
          </p:nvSpPr>
          <p:spPr>
            <a:xfrm>
              <a:off x="2099658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FC90D57-1F44-42DE-BFFF-79BFB251FD79}"/>
                </a:ext>
              </a:extLst>
            </p:cNvPr>
            <p:cNvSpPr/>
            <p:nvPr/>
          </p:nvSpPr>
          <p:spPr>
            <a:xfrm>
              <a:off x="2273905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6C328A41-2E3D-491C-9343-23B321CA68C2}"/>
                </a:ext>
              </a:extLst>
            </p:cNvPr>
            <p:cNvSpPr/>
            <p:nvPr/>
          </p:nvSpPr>
          <p:spPr>
            <a:xfrm>
              <a:off x="2448151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85F09A19-3A08-4C3C-9CFA-6C4B5BAD1A89}"/>
                </a:ext>
              </a:extLst>
            </p:cNvPr>
            <p:cNvSpPr/>
            <p:nvPr/>
          </p:nvSpPr>
          <p:spPr>
            <a:xfrm>
              <a:off x="2622397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97658C4-68D2-4F74-BD2C-85BA9E3FD7D0}"/>
                </a:ext>
              </a:extLst>
            </p:cNvPr>
            <p:cNvSpPr/>
            <p:nvPr/>
          </p:nvSpPr>
          <p:spPr>
            <a:xfrm>
              <a:off x="2796643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61AFD046-01C5-4F4E-956B-F2D336EBFD35}"/>
                </a:ext>
              </a:extLst>
            </p:cNvPr>
            <p:cNvSpPr/>
            <p:nvPr/>
          </p:nvSpPr>
          <p:spPr>
            <a:xfrm>
              <a:off x="2970889" y="2678806"/>
              <a:ext cx="174246" cy="19174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86387D8-2CEE-409F-B305-E3DD4010F8A0}"/>
              </a:ext>
            </a:extLst>
          </p:cNvPr>
          <p:cNvGrpSpPr/>
          <p:nvPr/>
        </p:nvGrpSpPr>
        <p:grpSpPr>
          <a:xfrm>
            <a:off x="401057" y="1331258"/>
            <a:ext cx="1116685" cy="905871"/>
            <a:chOff x="820157" y="1458258"/>
            <a:chExt cx="1116685" cy="905871"/>
          </a:xfrm>
        </p:grpSpPr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A109DD6B-581E-4A98-9B66-E18A3DF24D88}"/>
                </a:ext>
              </a:extLst>
            </p:cNvPr>
            <p:cNvGrpSpPr/>
            <p:nvPr/>
          </p:nvGrpSpPr>
          <p:grpSpPr>
            <a:xfrm>
              <a:off x="1762596" y="1698281"/>
              <a:ext cx="174246" cy="165734"/>
              <a:chOff x="3374524" y="3961948"/>
              <a:chExt cx="521293" cy="512749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D8E06A4-1420-4987-A1E6-757F29DC4EA2}"/>
                  </a:ext>
                </a:extLst>
              </p:cNvPr>
              <p:cNvSpPr/>
              <p:nvPr/>
            </p:nvSpPr>
            <p:spPr>
              <a:xfrm>
                <a:off x="3374524" y="3961949"/>
                <a:ext cx="521293" cy="512748"/>
              </a:xfrm>
              <a:prstGeom prst="rect">
                <a:avLst/>
              </a:prstGeom>
              <a:solidFill>
                <a:schemeClr val="tx1">
                  <a:lumMod val="50000"/>
                </a:schemeClr>
              </a:solidFill>
              <a:ln w="6350">
                <a:solidFill>
                  <a:schemeClr val="bg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00255F68-D61D-48EA-BC23-FA439E3A986B}"/>
                  </a:ext>
                </a:extLst>
              </p:cNvPr>
              <p:cNvSpPr/>
              <p:nvPr/>
            </p:nvSpPr>
            <p:spPr>
              <a:xfrm rot="5400000">
                <a:off x="3594070" y="3862042"/>
                <a:ext cx="82199" cy="282011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137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6122C6E2-E643-4B9C-86B3-2914D8C74D12}"/>
                  </a:ext>
                </a:extLst>
              </p:cNvPr>
              <p:cNvSpPr/>
              <p:nvPr/>
            </p:nvSpPr>
            <p:spPr>
              <a:xfrm rot="5400000">
                <a:off x="3594070" y="4292592"/>
                <a:ext cx="82199" cy="282011"/>
              </a:xfrm>
              <a:prstGeom prst="rect">
                <a:avLst/>
              </a:prstGeom>
              <a:solidFill>
                <a:srgbClr val="015AAB"/>
              </a:solidFill>
              <a:ln w="6350">
                <a:solidFill>
                  <a:srgbClr val="0137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F16AAB8A-82A5-428C-A814-6F0A8616C33A}"/>
                  </a:ext>
                </a:extLst>
              </p:cNvPr>
              <p:cNvSpPr/>
              <p:nvPr/>
            </p:nvSpPr>
            <p:spPr>
              <a:xfrm>
                <a:off x="3374524" y="4079529"/>
                <a:ext cx="82199" cy="282011"/>
              </a:xfrm>
              <a:prstGeom prst="rect">
                <a:avLst/>
              </a:prstGeom>
              <a:solidFill>
                <a:srgbClr val="9148C8"/>
              </a:solidFill>
              <a:ln w="63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724418E0-A7AE-46D4-9A6C-CA6FF1F13EAD}"/>
                  </a:ext>
                </a:extLst>
              </p:cNvPr>
              <p:cNvSpPr/>
              <p:nvPr/>
            </p:nvSpPr>
            <p:spPr>
              <a:xfrm>
                <a:off x="3813618" y="4079529"/>
                <a:ext cx="82199" cy="282011"/>
              </a:xfrm>
              <a:prstGeom prst="rect">
                <a:avLst/>
              </a:prstGeom>
              <a:solidFill>
                <a:srgbClr val="9148C8"/>
              </a:solidFill>
              <a:ln w="6350"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3AC056D9-CB4A-4C81-B0B8-A1F9EC6A3A33}"/>
                </a:ext>
              </a:extLst>
            </p:cNvPr>
            <p:cNvGrpSpPr/>
            <p:nvPr/>
          </p:nvGrpSpPr>
          <p:grpSpPr>
            <a:xfrm>
              <a:off x="1337149" y="1458258"/>
              <a:ext cx="174246" cy="165734"/>
              <a:chOff x="1960978" y="2290824"/>
              <a:chExt cx="521293" cy="512748"/>
            </a:xfrm>
          </p:grpSpPr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E39300E9-1385-4A7A-9BD0-F6E863F32A0F}"/>
                  </a:ext>
                </a:extLst>
              </p:cNvPr>
              <p:cNvGrpSpPr/>
              <p:nvPr/>
            </p:nvGrpSpPr>
            <p:grpSpPr>
              <a:xfrm>
                <a:off x="1960978" y="2290824"/>
                <a:ext cx="521293" cy="512748"/>
                <a:chOff x="1378086" y="2546788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BA8FB9D5-5866-4757-BFB2-03518C0EFE9C}"/>
                    </a:ext>
                  </a:extLst>
                </p:cNvPr>
                <p:cNvSpPr/>
                <p:nvPr/>
              </p:nvSpPr>
              <p:spPr>
                <a:xfrm>
                  <a:off x="1378086" y="2546788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097F1BF0-4022-4D05-BBB8-97E13AFAF26E}"/>
                    </a:ext>
                  </a:extLst>
                </p:cNvPr>
                <p:cNvSpPr/>
                <p:nvPr/>
              </p:nvSpPr>
              <p:spPr>
                <a:xfrm rot="5400000">
                  <a:off x="1597632" y="2446882"/>
                  <a:ext cx="82199" cy="282011"/>
                </a:xfrm>
                <a:prstGeom prst="rect">
                  <a:avLst/>
                </a:prstGeom>
                <a:solidFill>
                  <a:schemeClr val="accent5"/>
                </a:solidFill>
                <a:ln w="6350">
                  <a:solidFill>
                    <a:srgbClr val="B6A20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A41DD89E-A0F1-414E-9E1D-E630DD6203CA}"/>
                    </a:ext>
                  </a:extLst>
                </p:cNvPr>
                <p:cNvSpPr/>
                <p:nvPr/>
              </p:nvSpPr>
              <p:spPr>
                <a:xfrm>
                  <a:off x="1817180" y="2662156"/>
                  <a:ext cx="82199" cy="282011"/>
                </a:xfrm>
                <a:prstGeom prst="rect">
                  <a:avLst/>
                </a:prstGeom>
                <a:solidFill>
                  <a:srgbClr val="9148C8"/>
                </a:solidFill>
                <a:ln w="63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1F6A5AC6-08BC-4DED-B689-D8D28BB595CE}"/>
                    </a:ext>
                  </a:extLst>
                </p:cNvPr>
                <p:cNvSpPr/>
                <p:nvPr/>
              </p:nvSpPr>
              <p:spPr>
                <a:xfrm rot="5400000">
                  <a:off x="1597632" y="2877431"/>
                  <a:ext cx="82199" cy="282011"/>
                </a:xfrm>
                <a:prstGeom prst="rect">
                  <a:avLst/>
                </a:prstGeom>
                <a:solidFill>
                  <a:schemeClr val="accent4"/>
                </a:solidFill>
                <a:ln w="63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6D42D8E1-4400-442D-A62C-A97E8EF82485}"/>
                  </a:ext>
                </a:extLst>
              </p:cNvPr>
              <p:cNvCxnSpPr/>
              <p:nvPr/>
            </p:nvCxnSpPr>
            <p:spPr>
              <a:xfrm>
                <a:off x="2224880" y="2290824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5746C54A-A166-4ED9-99AF-373A9BA8AD46}"/>
                  </a:ext>
                </a:extLst>
              </p:cNvPr>
              <p:cNvCxnSpPr/>
              <p:nvPr/>
            </p:nvCxnSpPr>
            <p:spPr>
              <a:xfrm>
                <a:off x="2224880" y="2721373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C511A070-A94F-44F4-903E-3CBD0E616B6F}"/>
                </a:ext>
              </a:extLst>
            </p:cNvPr>
            <p:cNvGrpSpPr/>
            <p:nvPr/>
          </p:nvGrpSpPr>
          <p:grpSpPr>
            <a:xfrm>
              <a:off x="1326550" y="1901632"/>
              <a:ext cx="174246" cy="165734"/>
              <a:chOff x="1960976" y="2992945"/>
              <a:chExt cx="521293" cy="512748"/>
            </a:xfrm>
          </p:grpSpPr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99BA9C1C-627F-4D09-BBE9-93987F96AB70}"/>
                  </a:ext>
                </a:extLst>
              </p:cNvPr>
              <p:cNvGrpSpPr/>
              <p:nvPr/>
            </p:nvGrpSpPr>
            <p:grpSpPr>
              <a:xfrm>
                <a:off x="1960976" y="2992945"/>
                <a:ext cx="521293" cy="512748"/>
                <a:chOff x="3603126" y="3395374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349F4D78-9BCD-46F0-9C58-7096A8D81D15}"/>
                    </a:ext>
                  </a:extLst>
                </p:cNvPr>
                <p:cNvSpPr/>
                <p:nvPr/>
              </p:nvSpPr>
              <p:spPr>
                <a:xfrm>
                  <a:off x="3603126" y="3395374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63C53454-E589-47F4-ADCA-A1390BD178BF}"/>
                    </a:ext>
                  </a:extLst>
                </p:cNvPr>
                <p:cNvSpPr/>
                <p:nvPr/>
              </p:nvSpPr>
              <p:spPr>
                <a:xfrm rot="5400000">
                  <a:off x="3822672" y="3726017"/>
                  <a:ext cx="82199" cy="282011"/>
                </a:xfrm>
                <a:prstGeom prst="rect">
                  <a:avLst/>
                </a:prstGeom>
                <a:solidFill>
                  <a:schemeClr val="accent5"/>
                </a:solidFill>
                <a:ln w="6350">
                  <a:solidFill>
                    <a:srgbClr val="B6A20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80B85179-02A1-4139-85A5-99FBF0E5C9F3}"/>
                    </a:ext>
                  </a:extLst>
                </p:cNvPr>
                <p:cNvSpPr/>
                <p:nvPr/>
              </p:nvSpPr>
              <p:spPr>
                <a:xfrm>
                  <a:off x="4042220" y="3510742"/>
                  <a:ext cx="82199" cy="282011"/>
                </a:xfrm>
                <a:prstGeom prst="rect">
                  <a:avLst/>
                </a:prstGeom>
                <a:solidFill>
                  <a:srgbClr val="9148C8"/>
                </a:solidFill>
                <a:ln w="6350"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180525FF-5183-4D56-96F6-7A04A0806286}"/>
                  </a:ext>
                </a:extLst>
              </p:cNvPr>
              <p:cNvCxnSpPr/>
              <p:nvPr/>
            </p:nvCxnSpPr>
            <p:spPr>
              <a:xfrm>
                <a:off x="2224880" y="3423494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641B49C4-BB46-45AB-B54C-6EE21B2F4A39}"/>
                </a:ext>
              </a:extLst>
            </p:cNvPr>
            <p:cNvGrpSpPr/>
            <p:nvPr/>
          </p:nvGrpSpPr>
          <p:grpSpPr>
            <a:xfrm>
              <a:off x="820157" y="1617725"/>
              <a:ext cx="174246" cy="165734"/>
              <a:chOff x="1205410" y="2290825"/>
              <a:chExt cx="521293" cy="512748"/>
            </a:xfrm>
          </p:grpSpPr>
          <p:grpSp>
            <p:nvGrpSpPr>
              <p:cNvPr id="134" name="Group 133">
                <a:extLst>
                  <a:ext uri="{FF2B5EF4-FFF2-40B4-BE49-F238E27FC236}">
                    <a16:creationId xmlns:a16="http://schemas.microsoft.com/office/drawing/2014/main" id="{1F69E409-8EE2-4ED3-806F-2F70709AC009}"/>
                  </a:ext>
                </a:extLst>
              </p:cNvPr>
              <p:cNvGrpSpPr/>
              <p:nvPr/>
            </p:nvGrpSpPr>
            <p:grpSpPr>
              <a:xfrm>
                <a:off x="1205410" y="2290825"/>
                <a:ext cx="521293" cy="512748"/>
                <a:chOff x="3737574" y="3110669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55A6CC15-FBC9-4184-949F-5620FAE319E1}"/>
                    </a:ext>
                  </a:extLst>
                </p:cNvPr>
                <p:cNvSpPr/>
                <p:nvPr/>
              </p:nvSpPr>
              <p:spPr>
                <a:xfrm>
                  <a:off x="3737574" y="3110669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CE734CE5-A136-4B05-AC58-CD52303105E8}"/>
                    </a:ext>
                  </a:extLst>
                </p:cNvPr>
                <p:cNvSpPr/>
                <p:nvPr/>
              </p:nvSpPr>
              <p:spPr>
                <a:xfrm rot="5400000">
                  <a:off x="3957120" y="3010763"/>
                  <a:ext cx="82199" cy="282011"/>
                </a:xfrm>
                <a:prstGeom prst="rect">
                  <a:avLst/>
                </a:prstGeom>
                <a:solidFill>
                  <a:schemeClr val="accent4"/>
                </a:solidFill>
                <a:ln w="6350">
                  <a:solidFill>
                    <a:schemeClr val="accent4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968CD6D9-01ED-4E4A-90BF-85E2E03D738B}"/>
                    </a:ext>
                  </a:extLst>
                </p:cNvPr>
                <p:cNvSpPr/>
                <p:nvPr/>
              </p:nvSpPr>
              <p:spPr>
                <a:xfrm>
                  <a:off x="4171308" y="3226037"/>
                  <a:ext cx="82199" cy="282011"/>
                </a:xfrm>
                <a:prstGeom prst="rect">
                  <a:avLst/>
                </a:prstGeom>
                <a:solidFill>
                  <a:srgbClr val="FC711C"/>
                </a:solidFill>
                <a:ln w="63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A0E08BA6-D804-4FA9-BD7B-747088627E28}"/>
                  </a:ext>
                </a:extLst>
              </p:cNvPr>
              <p:cNvCxnSpPr>
                <a:stCxn id="138" idx="1"/>
                <a:endCxn id="138" idx="3"/>
              </p:cNvCxnSpPr>
              <p:nvPr/>
            </p:nvCxnSpPr>
            <p:spPr>
              <a:xfrm>
                <a:off x="1466055" y="2290825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D453FEB8-CD4A-4D9A-A20E-A52BEDF44DB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680241" y="2498948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2415FA2B-FB53-40FF-8F90-FCFB0BD7896A}"/>
                </a:ext>
              </a:extLst>
            </p:cNvPr>
            <p:cNvGrpSpPr/>
            <p:nvPr/>
          </p:nvGrpSpPr>
          <p:grpSpPr>
            <a:xfrm>
              <a:off x="957605" y="2084005"/>
              <a:ext cx="174247" cy="165734"/>
              <a:chOff x="1200047" y="2998405"/>
              <a:chExt cx="521296" cy="512748"/>
            </a:xfrm>
          </p:grpSpPr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09AF3B16-B491-4D01-BC26-E65F0D4665F1}"/>
                  </a:ext>
                </a:extLst>
              </p:cNvPr>
              <p:cNvGrpSpPr/>
              <p:nvPr/>
            </p:nvGrpSpPr>
            <p:grpSpPr>
              <a:xfrm>
                <a:off x="1200050" y="2998405"/>
                <a:ext cx="521293" cy="512748"/>
                <a:chOff x="3515961" y="3443740"/>
                <a:chExt cx="521293" cy="512748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E80C9F32-CCCC-42FC-BC9F-25467F425BAE}"/>
                    </a:ext>
                  </a:extLst>
                </p:cNvPr>
                <p:cNvSpPr/>
                <p:nvPr/>
              </p:nvSpPr>
              <p:spPr>
                <a:xfrm>
                  <a:off x="3515961" y="3443740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8BEA8A7E-46B6-4E0C-AC33-74510027E689}"/>
                    </a:ext>
                  </a:extLst>
                </p:cNvPr>
                <p:cNvSpPr/>
                <p:nvPr/>
              </p:nvSpPr>
              <p:spPr>
                <a:xfrm>
                  <a:off x="3515961" y="3559108"/>
                  <a:ext cx="82199" cy="282011"/>
                </a:xfrm>
                <a:prstGeom prst="rect">
                  <a:avLst/>
                </a:prstGeom>
                <a:solidFill>
                  <a:srgbClr val="F81818"/>
                </a:solidFill>
                <a:ln w="6350">
                  <a:solidFill>
                    <a:srgbClr val="9D050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94579CC8-273C-459C-A085-CCF3375C38AD}"/>
                    </a:ext>
                  </a:extLst>
                </p:cNvPr>
                <p:cNvSpPr/>
                <p:nvPr/>
              </p:nvSpPr>
              <p:spPr>
                <a:xfrm rot="5400000">
                  <a:off x="3735507" y="3343834"/>
                  <a:ext cx="82199" cy="282011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1377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A69F8EB1-DBEC-4493-BDCE-4FC0FDA5525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241147" y="3206974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70EA6372-A80D-422B-87A1-5D1458D6042C}"/>
                </a:ext>
              </a:extLst>
            </p:cNvPr>
            <p:cNvGrpSpPr/>
            <p:nvPr/>
          </p:nvGrpSpPr>
          <p:grpSpPr>
            <a:xfrm>
              <a:off x="1602087" y="2197680"/>
              <a:ext cx="174247" cy="166449"/>
              <a:chOff x="1200046" y="3705985"/>
              <a:chExt cx="521295" cy="514960"/>
            </a:xfrm>
          </p:grpSpPr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F1F3E3AD-B570-4384-9A9D-AA43B7A94F06}"/>
                  </a:ext>
                </a:extLst>
              </p:cNvPr>
              <p:cNvGrpSpPr/>
              <p:nvPr/>
            </p:nvGrpSpPr>
            <p:grpSpPr>
              <a:xfrm>
                <a:off x="1200048" y="3705985"/>
                <a:ext cx="521293" cy="514960"/>
                <a:chOff x="3519304" y="3703188"/>
                <a:chExt cx="521293" cy="514960"/>
              </a:xfr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50" name="Rectangle 149">
                  <a:extLst>
                    <a:ext uri="{FF2B5EF4-FFF2-40B4-BE49-F238E27FC236}">
                      <a16:creationId xmlns:a16="http://schemas.microsoft.com/office/drawing/2014/main" id="{65F66145-1618-498B-990B-02CBC060762E}"/>
                    </a:ext>
                  </a:extLst>
                </p:cNvPr>
                <p:cNvSpPr/>
                <p:nvPr/>
              </p:nvSpPr>
              <p:spPr>
                <a:xfrm>
                  <a:off x="3519304" y="3705400"/>
                  <a:ext cx="521293" cy="512748"/>
                </a:xfrm>
                <a:prstGeom prst="rect">
                  <a:avLst/>
                </a:prstGeom>
                <a:solidFill>
                  <a:schemeClr val="tx1">
                    <a:lumMod val="50000"/>
                  </a:schemeClr>
                </a:solidFill>
                <a:ln w="6350">
                  <a:solidFill>
                    <a:schemeClr val="bg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1E8C4CB1-D737-45BA-8411-3476ACB6B0E6}"/>
                    </a:ext>
                  </a:extLst>
                </p:cNvPr>
                <p:cNvSpPr/>
                <p:nvPr/>
              </p:nvSpPr>
              <p:spPr>
                <a:xfrm rot="5400000">
                  <a:off x="3734549" y="3603282"/>
                  <a:ext cx="82199" cy="282011"/>
                </a:xfrm>
                <a:prstGeom prst="rect">
                  <a:avLst/>
                </a:prstGeom>
                <a:solidFill>
                  <a:srgbClr val="015AAB"/>
                </a:solidFill>
                <a:ln w="6350">
                  <a:solidFill>
                    <a:srgbClr val="01377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6A89A705-7632-43F1-B999-336546FF2111}"/>
                    </a:ext>
                  </a:extLst>
                </p:cNvPr>
                <p:cNvSpPr/>
                <p:nvPr/>
              </p:nvSpPr>
              <p:spPr>
                <a:xfrm>
                  <a:off x="3519304" y="3820768"/>
                  <a:ext cx="82199" cy="282011"/>
                </a:xfrm>
                <a:prstGeom prst="rect">
                  <a:avLst/>
                </a:prstGeom>
                <a:solidFill>
                  <a:srgbClr val="FC711C"/>
                </a:solidFill>
                <a:ln w="6350">
                  <a:solidFill>
                    <a:schemeClr val="accent6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CA862F90-4332-4EBA-BF0C-58508E0C9E60}"/>
                    </a:ext>
                  </a:extLst>
                </p:cNvPr>
                <p:cNvSpPr/>
                <p:nvPr/>
              </p:nvSpPr>
              <p:spPr>
                <a:xfrm>
                  <a:off x="3958398" y="3820768"/>
                  <a:ext cx="82199" cy="282011"/>
                </a:xfrm>
                <a:prstGeom prst="rect">
                  <a:avLst/>
                </a:prstGeom>
                <a:solidFill>
                  <a:srgbClr val="F81818"/>
                </a:solidFill>
                <a:ln w="6350">
                  <a:solidFill>
                    <a:srgbClr val="9D050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bg1"/>
                    </a:solidFill>
                  </a:endParaRPr>
                </a:p>
              </p:txBody>
            </p:sp>
          </p:grp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748F962E-B66F-40D6-A5E5-150D79FB1DC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680240" y="3921349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56211C4C-E289-4A13-B0E4-91AAFF162DDC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241146" y="3924572"/>
                <a:ext cx="0" cy="82199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ABC1B264-44DF-4A8E-BE2E-7F3E9739858D}"/>
              </a:ext>
            </a:extLst>
          </p:cNvPr>
          <p:cNvGrpSpPr/>
          <p:nvPr/>
        </p:nvGrpSpPr>
        <p:grpSpPr>
          <a:xfrm>
            <a:off x="1131102" y="2533377"/>
            <a:ext cx="436046" cy="393700"/>
            <a:chOff x="947440" y="2425700"/>
            <a:chExt cx="436046" cy="393700"/>
          </a:xfrm>
        </p:grpSpPr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817BD31A-85C5-4F15-9498-EDACA3D6FEE6}"/>
                </a:ext>
              </a:extLst>
            </p:cNvPr>
            <p:cNvCxnSpPr/>
            <p:nvPr/>
          </p:nvCxnSpPr>
          <p:spPr>
            <a:xfrm>
              <a:off x="947440" y="2425700"/>
              <a:ext cx="0" cy="3937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93D13032-B044-4797-9E8D-802E12737EF4}"/>
                </a:ext>
              </a:extLst>
            </p:cNvPr>
            <p:cNvCxnSpPr/>
            <p:nvPr/>
          </p:nvCxnSpPr>
          <p:spPr>
            <a:xfrm>
              <a:off x="947440" y="2819400"/>
              <a:ext cx="43604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B0E977D9-9E71-4D5F-9595-7DE15A3060FD}"/>
              </a:ext>
            </a:extLst>
          </p:cNvPr>
          <p:cNvSpPr txBox="1"/>
          <p:nvPr/>
        </p:nvSpPr>
        <p:spPr>
          <a:xfrm>
            <a:off x="7446404" y="5544498"/>
            <a:ext cx="13740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O(1) tile types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E2789D83-E6F0-4F17-BA0B-359023473BF1}"/>
              </a:ext>
            </a:extLst>
          </p:cNvPr>
          <p:cNvSpPr txBox="1"/>
          <p:nvPr/>
        </p:nvSpPr>
        <p:spPr>
          <a:xfrm>
            <a:off x="4024157" y="4635484"/>
            <a:ext cx="22300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TM using O(1) tile types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A43C72D-B94D-4B68-B282-E4AB47C3EAF8}"/>
              </a:ext>
            </a:extLst>
          </p:cNvPr>
          <p:cNvSpPr txBox="1"/>
          <p:nvPr/>
        </p:nvSpPr>
        <p:spPr>
          <a:xfrm>
            <a:off x="1677472" y="788798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distinct tile types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2F8C397B-5E63-46A7-BF50-0E3D70B6CDFD}"/>
              </a:ext>
            </a:extLst>
          </p:cNvPr>
          <p:cNvSpPr txBox="1"/>
          <p:nvPr/>
        </p:nvSpPr>
        <p:spPr>
          <a:xfrm>
            <a:off x="1731992" y="2153576"/>
            <a:ext cx="2789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Higher-Base Representation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EAA4AE99-52BF-40DF-90D2-28D54F2E87CB}"/>
              </a:ext>
            </a:extLst>
          </p:cNvPr>
          <p:cNvSpPr txBox="1"/>
          <p:nvPr/>
        </p:nvSpPr>
        <p:spPr>
          <a:xfrm>
            <a:off x="3351599" y="2937732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Binary Representation of length K(S)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46A6559-F5AD-46C0-941C-258BB587794E}"/>
              </a:ext>
            </a:extLst>
          </p:cNvPr>
          <p:cNvSpPr txBox="1"/>
          <p:nvPr/>
        </p:nvSpPr>
        <p:spPr>
          <a:xfrm>
            <a:off x="6740780" y="3718324"/>
            <a:ext cx="1915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Explicit Encoding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ADE3E20A-BCAC-4D00-9CA5-DA6629F5E08B}"/>
              </a:ext>
            </a:extLst>
          </p:cNvPr>
          <p:cNvSpPr txBox="1"/>
          <p:nvPr/>
        </p:nvSpPr>
        <p:spPr>
          <a:xfrm>
            <a:off x="11978" y="3154621"/>
            <a:ext cx="1447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Self Assembles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C8C29DE-1286-4EE6-A89B-F5FCF4AD12D9}"/>
              </a:ext>
            </a:extLst>
          </p:cNvPr>
          <p:cNvSpPr txBox="1"/>
          <p:nvPr/>
        </p:nvSpPr>
        <p:spPr>
          <a:xfrm>
            <a:off x="9972999" y="4113749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Scaled Shape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48FC53F-9B66-496A-AF45-965340E29953}"/>
              </a:ext>
            </a:extLst>
          </p:cNvPr>
          <p:cNvGrpSpPr/>
          <p:nvPr/>
        </p:nvGrpSpPr>
        <p:grpSpPr>
          <a:xfrm>
            <a:off x="203174" y="647383"/>
            <a:ext cx="1677062" cy="584775"/>
            <a:chOff x="2877923" y="1258626"/>
            <a:chExt cx="1677062" cy="584775"/>
          </a:xfrm>
        </p:grpSpPr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0485483A-602F-42A9-A60E-BBF1EE8A6B7D}"/>
                </a:ext>
              </a:extLst>
            </p:cNvPr>
            <p:cNvGrpSpPr/>
            <p:nvPr/>
          </p:nvGrpSpPr>
          <p:grpSpPr>
            <a:xfrm>
              <a:off x="3351599" y="1301863"/>
              <a:ext cx="920445" cy="529053"/>
              <a:chOff x="1041705" y="3992508"/>
              <a:chExt cx="920445" cy="529053"/>
            </a:xfrm>
          </p:grpSpPr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5F9F15ED-962B-4FC6-ABF2-DE9CD7111237}"/>
                  </a:ext>
                </a:extLst>
              </p:cNvPr>
              <p:cNvSpPr txBox="1"/>
              <p:nvPr/>
            </p:nvSpPr>
            <p:spPr>
              <a:xfrm>
                <a:off x="1041705" y="4213784"/>
                <a:ext cx="92044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log(K(S))</a:t>
                </a:r>
              </a:p>
            </p:txBody>
          </p: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BEB28611-EC70-40B6-8997-241985D0D2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92295" y="4270935"/>
                <a:ext cx="815844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28A34A84-BF9D-412F-B91D-C7C8324F6DBA}"/>
                  </a:ext>
                </a:extLst>
              </p:cNvPr>
              <p:cNvSpPr txBox="1"/>
              <p:nvPr/>
            </p:nvSpPr>
            <p:spPr>
              <a:xfrm>
                <a:off x="1210464" y="3992508"/>
                <a:ext cx="6976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K(S)</a:t>
                </a:r>
              </a:p>
            </p:txBody>
          </p:sp>
        </p:grp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3349DA4E-0CE9-4C02-8622-DA089EF7EF20}"/>
                </a:ext>
              </a:extLst>
            </p:cNvPr>
            <p:cNvSpPr txBox="1"/>
            <p:nvPr/>
          </p:nvSpPr>
          <p:spPr>
            <a:xfrm>
              <a:off x="2877923" y="1258626"/>
              <a:ext cx="167706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O(        ) </a:t>
              </a:r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D7FB1177-F169-467D-AB59-CBD7961EA614}"/>
              </a:ext>
            </a:extLst>
          </p:cNvPr>
          <p:cNvGrpSpPr/>
          <p:nvPr/>
        </p:nvGrpSpPr>
        <p:grpSpPr>
          <a:xfrm>
            <a:off x="743298" y="3908474"/>
            <a:ext cx="3343112" cy="584775"/>
            <a:chOff x="986344" y="3656157"/>
            <a:chExt cx="3343112" cy="584775"/>
          </a:xfrm>
        </p:grpSpPr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4B658B26-5786-4592-BE91-0CBFC25BA4BE}"/>
                </a:ext>
              </a:extLst>
            </p:cNvPr>
            <p:cNvSpPr txBox="1"/>
            <p:nvPr/>
          </p:nvSpPr>
          <p:spPr>
            <a:xfrm>
              <a:off x="986344" y="3781695"/>
              <a:ext cx="9893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TM using</a:t>
              </a: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B659BAF7-6502-427F-BC98-BBDB7732F0C2}"/>
                </a:ext>
              </a:extLst>
            </p:cNvPr>
            <p:cNvSpPr txBox="1"/>
            <p:nvPr/>
          </p:nvSpPr>
          <p:spPr>
            <a:xfrm>
              <a:off x="3394585" y="3797529"/>
              <a:ext cx="93487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tile types</a:t>
              </a:r>
            </a:p>
          </p:txBody>
        </p: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97E1A4A8-7EAD-478E-9B38-420112D9E593}"/>
                </a:ext>
              </a:extLst>
            </p:cNvPr>
            <p:cNvGrpSpPr/>
            <p:nvPr/>
          </p:nvGrpSpPr>
          <p:grpSpPr>
            <a:xfrm>
              <a:off x="1908667" y="3656157"/>
              <a:ext cx="1677062" cy="584775"/>
              <a:chOff x="2877923" y="1258626"/>
              <a:chExt cx="1677062" cy="584775"/>
            </a:xfrm>
          </p:grpSpPr>
          <p:grpSp>
            <p:nvGrpSpPr>
              <p:cNvPr id="188" name="Group 187">
                <a:extLst>
                  <a:ext uri="{FF2B5EF4-FFF2-40B4-BE49-F238E27FC236}">
                    <a16:creationId xmlns:a16="http://schemas.microsoft.com/office/drawing/2014/main" id="{6648B426-4ACC-4BC2-8704-85E1A7522CC6}"/>
                  </a:ext>
                </a:extLst>
              </p:cNvPr>
              <p:cNvGrpSpPr/>
              <p:nvPr/>
            </p:nvGrpSpPr>
            <p:grpSpPr>
              <a:xfrm>
                <a:off x="3351599" y="1301863"/>
                <a:ext cx="920445" cy="529053"/>
                <a:chOff x="1041705" y="3992508"/>
                <a:chExt cx="920445" cy="529053"/>
              </a:xfrm>
            </p:grpSpPr>
            <p:sp>
              <p:nvSpPr>
                <p:cNvPr id="190" name="TextBox 189">
                  <a:extLst>
                    <a:ext uri="{FF2B5EF4-FFF2-40B4-BE49-F238E27FC236}">
                      <a16:creationId xmlns:a16="http://schemas.microsoft.com/office/drawing/2014/main" id="{E0830B86-9DF3-474F-95AD-90F4C1AFD127}"/>
                    </a:ext>
                  </a:extLst>
                </p:cNvPr>
                <p:cNvSpPr txBox="1"/>
                <p:nvPr/>
              </p:nvSpPr>
              <p:spPr>
                <a:xfrm>
                  <a:off x="1041705" y="4213784"/>
                  <a:ext cx="92044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bg1"/>
                      </a:solidFill>
                    </a:rPr>
                    <a:t>log(K(S))</a:t>
                  </a:r>
                </a:p>
              </p:txBody>
            </p: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AD51F425-45B2-4EB5-93CE-967981544D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92295" y="4270935"/>
                  <a:ext cx="815844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2" name="TextBox 191">
                  <a:extLst>
                    <a:ext uri="{FF2B5EF4-FFF2-40B4-BE49-F238E27FC236}">
                      <a16:creationId xmlns:a16="http://schemas.microsoft.com/office/drawing/2014/main" id="{3946CCB3-DC7A-4B44-ADEC-6B7F58EE819A}"/>
                    </a:ext>
                  </a:extLst>
                </p:cNvPr>
                <p:cNvSpPr txBox="1"/>
                <p:nvPr/>
              </p:nvSpPr>
              <p:spPr>
                <a:xfrm>
                  <a:off x="1210464" y="3992508"/>
                  <a:ext cx="69767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solidFill>
                        <a:schemeClr val="bg1"/>
                      </a:solidFill>
                    </a:rPr>
                    <a:t>K(S)</a:t>
                  </a:r>
                </a:p>
              </p:txBody>
            </p:sp>
          </p:grpSp>
          <p:sp>
            <p:nvSpPr>
              <p:cNvPr id="189" name="TextBox 188">
                <a:extLst>
                  <a:ext uri="{FF2B5EF4-FFF2-40B4-BE49-F238E27FC236}">
                    <a16:creationId xmlns:a16="http://schemas.microsoft.com/office/drawing/2014/main" id="{952D3241-A891-4BE7-8C6D-F9A221C7CF21}"/>
                  </a:ext>
                </a:extLst>
              </p:cNvPr>
              <p:cNvSpPr txBox="1"/>
              <p:nvPr/>
            </p:nvSpPr>
            <p:spPr>
              <a:xfrm>
                <a:off x="2877923" y="1258626"/>
                <a:ext cx="167706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solidFill>
                      <a:schemeClr val="bg1"/>
                    </a:solidFill>
                  </a:rPr>
                  <a:t>O(        ) </a:t>
                </a:r>
              </a:p>
            </p:txBody>
          </p:sp>
        </p:grpSp>
      </p:grp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F23FF927-B29C-4426-8D5F-29C37E4F5A5B}"/>
              </a:ext>
            </a:extLst>
          </p:cNvPr>
          <p:cNvCxnSpPr/>
          <p:nvPr/>
        </p:nvCxnSpPr>
        <p:spPr>
          <a:xfrm>
            <a:off x="282639" y="1197104"/>
            <a:ext cx="30996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55B53A76-D56C-4F48-B6B1-D3AFBE3B3054}"/>
              </a:ext>
            </a:extLst>
          </p:cNvPr>
          <p:cNvGrpSpPr/>
          <p:nvPr/>
        </p:nvGrpSpPr>
        <p:grpSpPr>
          <a:xfrm>
            <a:off x="2735453" y="3110214"/>
            <a:ext cx="436046" cy="393700"/>
            <a:chOff x="947440" y="2425700"/>
            <a:chExt cx="436046" cy="393700"/>
          </a:xfrm>
        </p:grpSpPr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6EF27FFB-05CB-48B3-A954-2A4CB9E86DB2}"/>
                </a:ext>
              </a:extLst>
            </p:cNvPr>
            <p:cNvCxnSpPr/>
            <p:nvPr/>
          </p:nvCxnSpPr>
          <p:spPr>
            <a:xfrm>
              <a:off x="947440" y="2425700"/>
              <a:ext cx="0" cy="3937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A2603C93-4197-4308-ACEA-06CC2BB605E6}"/>
                </a:ext>
              </a:extLst>
            </p:cNvPr>
            <p:cNvCxnSpPr/>
            <p:nvPr/>
          </p:nvCxnSpPr>
          <p:spPr>
            <a:xfrm>
              <a:off x="947440" y="2819400"/>
              <a:ext cx="43604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265A3C86-22FA-4829-B7AF-EB5787D08001}"/>
              </a:ext>
            </a:extLst>
          </p:cNvPr>
          <p:cNvGrpSpPr/>
          <p:nvPr/>
        </p:nvGrpSpPr>
        <p:grpSpPr>
          <a:xfrm>
            <a:off x="5714112" y="3868932"/>
            <a:ext cx="436046" cy="393700"/>
            <a:chOff x="947440" y="2425700"/>
            <a:chExt cx="436046" cy="393700"/>
          </a:xfrm>
        </p:grpSpPr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BC73A610-1C10-44DF-8A95-8149ABB18EAE}"/>
                </a:ext>
              </a:extLst>
            </p:cNvPr>
            <p:cNvCxnSpPr/>
            <p:nvPr/>
          </p:nvCxnSpPr>
          <p:spPr>
            <a:xfrm>
              <a:off x="947440" y="2425700"/>
              <a:ext cx="0" cy="3937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EE12E0DA-55CA-45B6-9924-428DA741C3FB}"/>
                </a:ext>
              </a:extLst>
            </p:cNvPr>
            <p:cNvCxnSpPr/>
            <p:nvPr/>
          </p:nvCxnSpPr>
          <p:spPr>
            <a:xfrm>
              <a:off x="947440" y="2819400"/>
              <a:ext cx="43604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68A315F1-DABA-49B7-B091-5315F4D43C2E}"/>
              </a:ext>
            </a:extLst>
          </p:cNvPr>
          <p:cNvGrpSpPr/>
          <p:nvPr/>
        </p:nvGrpSpPr>
        <p:grpSpPr>
          <a:xfrm>
            <a:off x="8769158" y="4539411"/>
            <a:ext cx="436046" cy="671218"/>
            <a:chOff x="947440" y="2425700"/>
            <a:chExt cx="436046" cy="393700"/>
          </a:xfrm>
        </p:grpSpPr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E27CF774-8C38-4D24-A7EC-7D0C2739E67C}"/>
                </a:ext>
              </a:extLst>
            </p:cNvPr>
            <p:cNvCxnSpPr/>
            <p:nvPr/>
          </p:nvCxnSpPr>
          <p:spPr>
            <a:xfrm>
              <a:off x="947440" y="2425700"/>
              <a:ext cx="0" cy="39370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6204134B-3876-4798-BD07-759DFBA372F7}"/>
                </a:ext>
              </a:extLst>
            </p:cNvPr>
            <p:cNvCxnSpPr/>
            <p:nvPr/>
          </p:nvCxnSpPr>
          <p:spPr>
            <a:xfrm>
              <a:off x="947440" y="2819400"/>
              <a:ext cx="43604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97BF5A79-5F5B-45E5-BFD9-C7D9B9E6A1CD}"/>
              </a:ext>
            </a:extLst>
          </p:cNvPr>
          <p:cNvCxnSpPr/>
          <p:nvPr/>
        </p:nvCxnSpPr>
        <p:spPr>
          <a:xfrm flipV="1">
            <a:off x="2170902" y="3581121"/>
            <a:ext cx="387580" cy="2432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0EBCBC8F-45A3-45BA-9B48-AE822A28F212}"/>
              </a:ext>
            </a:extLst>
          </p:cNvPr>
          <p:cNvCxnSpPr/>
          <p:nvPr/>
        </p:nvCxnSpPr>
        <p:spPr>
          <a:xfrm flipV="1">
            <a:off x="617591" y="2923190"/>
            <a:ext cx="387580" cy="2432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3889F13C-7C90-42A3-9C8A-57899446BE2C}"/>
              </a:ext>
            </a:extLst>
          </p:cNvPr>
          <p:cNvCxnSpPr/>
          <p:nvPr/>
        </p:nvCxnSpPr>
        <p:spPr>
          <a:xfrm flipV="1">
            <a:off x="5248240" y="4361470"/>
            <a:ext cx="387580" cy="2432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60CD7B74-A001-4DC2-8A8D-0E1E430F4ECC}"/>
              </a:ext>
            </a:extLst>
          </p:cNvPr>
          <p:cNvCxnSpPr/>
          <p:nvPr/>
        </p:nvCxnSpPr>
        <p:spPr>
          <a:xfrm flipV="1">
            <a:off x="8273761" y="5301276"/>
            <a:ext cx="387580" cy="2432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7" name="Rectangle 156">
            <a:extLst>
              <a:ext uri="{FF2B5EF4-FFF2-40B4-BE49-F238E27FC236}">
                <a16:creationId xmlns:a16="http://schemas.microsoft.com/office/drawing/2014/main" id="{866EF418-5903-4BAF-8C26-E3C0AD2C9B65}"/>
              </a:ext>
            </a:extLst>
          </p:cNvPr>
          <p:cNvSpPr/>
          <p:nvPr/>
        </p:nvSpPr>
        <p:spPr>
          <a:xfrm>
            <a:off x="-829" y="1244524"/>
            <a:ext cx="6304735" cy="3862316"/>
          </a:xfrm>
          <a:prstGeom prst="rect">
            <a:avLst/>
          </a:prstGeom>
          <a:solidFill>
            <a:srgbClr val="F2F2F2">
              <a:alpha val="70980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D29D4A6C-751D-4A31-B616-7720261385FD}"/>
              </a:ext>
            </a:extLst>
          </p:cNvPr>
          <p:cNvSpPr/>
          <p:nvPr/>
        </p:nvSpPr>
        <p:spPr>
          <a:xfrm>
            <a:off x="61187" y="423186"/>
            <a:ext cx="3542518" cy="847899"/>
          </a:xfrm>
          <a:prstGeom prst="rect">
            <a:avLst/>
          </a:prstGeom>
          <a:solidFill>
            <a:srgbClr val="F2F2F2">
              <a:alpha val="70980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8E514274-ED0D-4105-B0F9-B810BE073BBB}"/>
              </a:ext>
            </a:extLst>
          </p:cNvPr>
          <p:cNvSpPr/>
          <p:nvPr/>
        </p:nvSpPr>
        <p:spPr>
          <a:xfrm>
            <a:off x="6304735" y="2733222"/>
            <a:ext cx="658160" cy="847899"/>
          </a:xfrm>
          <a:prstGeom prst="rect">
            <a:avLst/>
          </a:prstGeom>
          <a:solidFill>
            <a:srgbClr val="F2F2F2">
              <a:alpha val="70980"/>
            </a:srgb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DF1454F6-68CD-4FAB-9535-6C0D3F0C2071}"/>
              </a:ext>
            </a:extLst>
          </p:cNvPr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FA403F21-5FBC-4406-87B7-D75402D240FB}"/>
              </a:ext>
            </a:extLst>
          </p:cNvPr>
          <p:cNvGrpSpPr/>
          <p:nvPr/>
        </p:nvGrpSpPr>
        <p:grpSpPr>
          <a:xfrm>
            <a:off x="1844763" y="5525862"/>
            <a:ext cx="2414811" cy="867770"/>
            <a:chOff x="4543200" y="4407239"/>
            <a:chExt cx="2414811" cy="867770"/>
          </a:xfrm>
        </p:grpSpPr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DAF6473F-3068-4D20-B57E-66B97C4FD835}"/>
                </a:ext>
              </a:extLst>
            </p:cNvPr>
            <p:cNvGrpSpPr/>
            <p:nvPr/>
          </p:nvGrpSpPr>
          <p:grpSpPr>
            <a:xfrm>
              <a:off x="5321099" y="4474789"/>
              <a:ext cx="1636912" cy="800220"/>
              <a:chOff x="5678286" y="3403227"/>
              <a:chExt cx="1636912" cy="800220"/>
            </a:xfrm>
          </p:grpSpPr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F1060370-716B-4BE7-AF6C-22481D48CC56}"/>
                  </a:ext>
                </a:extLst>
              </p:cNvPr>
              <p:cNvSpPr txBox="1"/>
              <p:nvPr/>
            </p:nvSpPr>
            <p:spPr>
              <a:xfrm>
                <a:off x="5678286" y="3803337"/>
                <a:ext cx="1636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log(K(S))</a:t>
                </a:r>
              </a:p>
            </p:txBody>
          </p:sp>
          <p:cxnSp>
            <p:nvCxnSpPr>
              <p:cNvPr id="170" name="Straight Connector 169">
                <a:extLst>
                  <a:ext uri="{FF2B5EF4-FFF2-40B4-BE49-F238E27FC236}">
                    <a16:creationId xmlns:a16="http://schemas.microsoft.com/office/drawing/2014/main" id="{1E5BD25A-45CA-48A4-BFD7-3984AC32D8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9158" y="3817867"/>
                <a:ext cx="96180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9FBE3616-1AC2-4372-A4CC-89AD20B4DD39}"/>
                  </a:ext>
                </a:extLst>
              </p:cNvPr>
              <p:cNvSpPr txBox="1"/>
              <p:nvPr/>
            </p:nvSpPr>
            <p:spPr>
              <a:xfrm>
                <a:off x="5878726" y="3403227"/>
                <a:ext cx="11174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K(S)</a:t>
                </a:r>
              </a:p>
            </p:txBody>
          </p:sp>
        </p:grp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A8A6D26A-EEA4-4B5E-BB78-747B131FB686}"/>
                </a:ext>
              </a:extLst>
            </p:cNvPr>
            <p:cNvSpPr txBox="1"/>
            <p:nvPr/>
          </p:nvSpPr>
          <p:spPr>
            <a:xfrm>
              <a:off x="4543200" y="4407239"/>
              <a:ext cx="227017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</a:rPr>
                <a:t>O(        )</a:t>
              </a:r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F5D887-AE6A-41D5-8F67-FF4F194E41F3}"/>
              </a:ext>
            </a:extLst>
          </p:cNvPr>
          <p:cNvCxnSpPr/>
          <p:nvPr/>
        </p:nvCxnSpPr>
        <p:spPr>
          <a:xfrm>
            <a:off x="1131102" y="4493249"/>
            <a:ext cx="1928640" cy="9431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0147AE-8E30-47D3-B743-4953EAB9042F}"/>
              </a:ext>
            </a:extLst>
          </p:cNvPr>
          <p:cNvCxnSpPr>
            <a:cxnSpLocks/>
          </p:cNvCxnSpPr>
          <p:nvPr/>
        </p:nvCxnSpPr>
        <p:spPr>
          <a:xfrm flipV="1">
            <a:off x="3057382" y="4315311"/>
            <a:ext cx="2267561" cy="1119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75113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 preferRelativeResize="0"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843185"/>
            <a:ext cx="2359152" cy="14630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18984" y="3291842"/>
            <a:ext cx="25506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Path-walking instructions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 flipH="1">
            <a:off x="1828800" y="3101009"/>
            <a:ext cx="265533" cy="19083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16511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 preferRelativeResize="0"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843185"/>
            <a:ext cx="2359152" cy="1463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429" y="3297786"/>
            <a:ext cx="5121642" cy="146614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1669774" y="1431235"/>
            <a:ext cx="9546348" cy="5199250"/>
            <a:chOff x="1669774" y="1431235"/>
            <a:chExt cx="9546348" cy="5199250"/>
          </a:xfrm>
        </p:grpSpPr>
        <p:sp>
          <p:nvSpPr>
            <p:cNvPr id="2" name="Oval 1"/>
            <p:cNvSpPr/>
            <p:nvPr/>
          </p:nvSpPr>
          <p:spPr>
            <a:xfrm>
              <a:off x="1669774" y="2650831"/>
              <a:ext cx="492981" cy="492981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5926377" y="1431235"/>
              <a:ext cx="5289745" cy="519925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Connector 7"/>
            <p:cNvCxnSpPr>
              <a:cxnSpLocks/>
              <a:stCxn id="2" idx="0"/>
            </p:cNvCxnSpPr>
            <p:nvPr/>
          </p:nvCxnSpPr>
          <p:spPr>
            <a:xfrm flipV="1">
              <a:off x="1916265" y="1431235"/>
              <a:ext cx="6424653" cy="121959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>
              <a:cxnSpLocks/>
              <a:stCxn id="2" idx="4"/>
            </p:cNvCxnSpPr>
            <p:nvPr/>
          </p:nvCxnSpPr>
          <p:spPr>
            <a:xfrm>
              <a:off x="1916265" y="3143812"/>
              <a:ext cx="5518205" cy="32410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1460" y="5953693"/>
            <a:ext cx="3868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Inspired by (</a:t>
            </a:r>
            <a:r>
              <a:rPr lang="en-US" dirty="0" err="1">
                <a:solidFill>
                  <a:schemeClr val="bg1"/>
                </a:solidFill>
              </a:rPr>
              <a:t>Schweller</a:t>
            </a:r>
            <a:r>
              <a:rPr lang="en-US" dirty="0">
                <a:solidFill>
                  <a:schemeClr val="bg1"/>
                </a:solidFill>
              </a:rPr>
              <a:t>, Sherman, 2013)</a:t>
            </a:r>
          </a:p>
        </p:txBody>
      </p:sp>
    </p:spTree>
    <p:extLst>
      <p:ext uri="{BB962C8B-B14F-4D97-AF65-F5344CB8AC3E}">
        <p14:creationId xmlns:p14="http://schemas.microsoft.com/office/powerpoint/2010/main" val="366521046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2774819"/>
            <a:ext cx="2358512" cy="21620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28799" y="1952542"/>
            <a:ext cx="1896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Information Block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1916264" y="2385391"/>
            <a:ext cx="174929" cy="26239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60683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2774819"/>
            <a:ext cx="2358512" cy="216209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1669774" y="1431235"/>
            <a:ext cx="9546348" cy="5199250"/>
            <a:chOff x="1669774" y="1431235"/>
            <a:chExt cx="9546348" cy="5199250"/>
          </a:xfrm>
        </p:grpSpPr>
        <p:sp>
          <p:nvSpPr>
            <p:cNvPr id="9" name="Oval 8"/>
            <p:cNvSpPr/>
            <p:nvPr/>
          </p:nvSpPr>
          <p:spPr>
            <a:xfrm>
              <a:off x="1669774" y="2650831"/>
              <a:ext cx="492981" cy="492981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5926377" y="1431235"/>
              <a:ext cx="5289745" cy="519925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/>
            <p:cNvCxnSpPr>
              <a:cxnSpLocks/>
              <a:stCxn id="9" idx="0"/>
            </p:cNvCxnSpPr>
            <p:nvPr/>
          </p:nvCxnSpPr>
          <p:spPr>
            <a:xfrm flipV="1">
              <a:off x="1916265" y="1431235"/>
              <a:ext cx="6424653" cy="121959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cxnSpLocks/>
              <a:stCxn id="9" idx="4"/>
            </p:cNvCxnSpPr>
            <p:nvPr/>
          </p:nvCxnSpPr>
          <p:spPr>
            <a:xfrm>
              <a:off x="1916265" y="3143812"/>
              <a:ext cx="5518205" cy="32410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273" y="1876520"/>
            <a:ext cx="5073748" cy="28595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45237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534" y="2774750"/>
            <a:ext cx="2222416" cy="212257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2218414" y="2687540"/>
            <a:ext cx="5883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19045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534" y="2774750"/>
            <a:ext cx="2222416" cy="212257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>
            <a:off x="2218414" y="2687540"/>
            <a:ext cx="5883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5370" y="4943818"/>
            <a:ext cx="3503561" cy="1671667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77" y="4914234"/>
            <a:ext cx="3244246" cy="1701251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155" y="4943818"/>
            <a:ext cx="3509161" cy="1671667"/>
          </a:xfrm>
          <a:prstGeom prst="rect">
            <a:avLst/>
          </a:prstGeom>
        </p:spPr>
      </p:pic>
      <p:grpSp>
        <p:nvGrpSpPr>
          <p:cNvPr id="43" name="Group 42"/>
          <p:cNvGrpSpPr/>
          <p:nvPr/>
        </p:nvGrpSpPr>
        <p:grpSpPr>
          <a:xfrm>
            <a:off x="294198" y="2650831"/>
            <a:ext cx="2417197" cy="1467945"/>
            <a:chOff x="294198" y="2650831"/>
            <a:chExt cx="2417197" cy="1467945"/>
          </a:xfrm>
        </p:grpSpPr>
        <p:sp>
          <p:nvSpPr>
            <p:cNvPr id="8" name="Oval 7"/>
            <p:cNvSpPr/>
            <p:nvPr/>
          </p:nvSpPr>
          <p:spPr>
            <a:xfrm>
              <a:off x="2218414" y="2650831"/>
              <a:ext cx="492981" cy="492981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/>
            <p:cNvCxnSpPr>
              <a:cxnSpLocks/>
            </p:cNvCxnSpPr>
            <p:nvPr/>
          </p:nvCxnSpPr>
          <p:spPr>
            <a:xfrm flipH="1">
              <a:off x="294198" y="2650831"/>
              <a:ext cx="2075292" cy="146794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Straight Connector 43"/>
          <p:cNvCxnSpPr>
            <a:cxnSpLocks/>
            <a:stCxn id="8" idx="0"/>
          </p:cNvCxnSpPr>
          <p:nvPr/>
        </p:nvCxnSpPr>
        <p:spPr>
          <a:xfrm>
            <a:off x="2464905" y="2650831"/>
            <a:ext cx="9032681" cy="13804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Freeform: Shape 44"/>
          <p:cNvSpPr/>
          <p:nvPr/>
        </p:nvSpPr>
        <p:spPr>
          <a:xfrm>
            <a:off x="-5301" y="3443487"/>
            <a:ext cx="12197301" cy="747484"/>
          </a:xfrm>
          <a:custGeom>
            <a:avLst/>
            <a:gdLst>
              <a:gd name="connsiteX0" fmla="*/ 0 w 12197301"/>
              <a:gd name="connsiteY0" fmla="*/ 747484 h 747484"/>
              <a:gd name="connsiteX1" fmla="*/ 5128591 w 12197301"/>
              <a:gd name="connsiteY1" fmla="*/ 61 h 747484"/>
              <a:gd name="connsiteX2" fmla="*/ 12197301 w 12197301"/>
              <a:gd name="connsiteY2" fmla="*/ 707727 h 747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97301" h="747484">
                <a:moveTo>
                  <a:pt x="0" y="747484"/>
                </a:moveTo>
                <a:cubicBezTo>
                  <a:pt x="1547854" y="377085"/>
                  <a:pt x="3095708" y="6687"/>
                  <a:pt x="5128591" y="61"/>
                </a:cubicBezTo>
                <a:cubicBezTo>
                  <a:pt x="7161475" y="-6565"/>
                  <a:pt x="11322658" y="524847"/>
                  <a:pt x="12197301" y="707727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37365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534" y="2774749"/>
            <a:ext cx="2222421" cy="212257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3297092" y="2647783"/>
            <a:ext cx="588397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7358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534" y="2774748"/>
            <a:ext cx="2359770" cy="21225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472829" y="2266121"/>
            <a:ext cx="153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Outlining Path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4345505" y="2576775"/>
            <a:ext cx="254647" cy="24542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66164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534" y="2774748"/>
            <a:ext cx="2359770" cy="212258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4045581" y="1333263"/>
            <a:ext cx="7862773" cy="5199250"/>
            <a:chOff x="1669774" y="1316935"/>
            <a:chExt cx="7862773" cy="5199250"/>
          </a:xfrm>
        </p:grpSpPr>
        <p:sp>
          <p:nvSpPr>
            <p:cNvPr id="15" name="Oval 14"/>
            <p:cNvSpPr/>
            <p:nvPr/>
          </p:nvSpPr>
          <p:spPr>
            <a:xfrm>
              <a:off x="1669774" y="2650831"/>
              <a:ext cx="492981" cy="492981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4242802" y="1316935"/>
              <a:ext cx="5289745" cy="519925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/>
            <p:cNvCxnSpPr>
              <a:cxnSpLocks/>
              <a:stCxn id="15" idx="0"/>
            </p:cNvCxnSpPr>
            <p:nvPr/>
          </p:nvCxnSpPr>
          <p:spPr>
            <a:xfrm flipV="1">
              <a:off x="1916265" y="1528686"/>
              <a:ext cx="3929364" cy="112214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cxnSpLocks/>
              <a:stCxn id="15" idx="4"/>
              <a:endCxn id="16" idx="3"/>
            </p:cNvCxnSpPr>
            <p:nvPr/>
          </p:nvCxnSpPr>
          <p:spPr>
            <a:xfrm>
              <a:off x="1916265" y="3143812"/>
              <a:ext cx="3101202" cy="261096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470" y="3160140"/>
            <a:ext cx="4589394" cy="15366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58527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534" y="2774748"/>
            <a:ext cx="2359770" cy="2122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414144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265" y="2774691"/>
            <a:ext cx="2223039" cy="2123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40816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265" y="2774691"/>
            <a:ext cx="2223039" cy="212315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1876509" y="2650831"/>
            <a:ext cx="492981" cy="492981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>
            <a:cxnSpLocks/>
            <a:stCxn id="12" idx="0"/>
          </p:cNvCxnSpPr>
          <p:nvPr/>
        </p:nvCxnSpPr>
        <p:spPr>
          <a:xfrm>
            <a:off x="2123000" y="2650831"/>
            <a:ext cx="9374586" cy="13804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  <a:stCxn id="12" idx="1"/>
          </p:cNvCxnSpPr>
          <p:nvPr/>
        </p:nvCxnSpPr>
        <p:spPr>
          <a:xfrm flipH="1">
            <a:off x="294198" y="2723026"/>
            <a:ext cx="1654506" cy="13957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82" y="4573751"/>
            <a:ext cx="2710642" cy="195889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5359" y="4616906"/>
            <a:ext cx="2572909" cy="1969657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7204" y="4575604"/>
            <a:ext cx="2572909" cy="1967804"/>
          </a:xfrm>
          <a:prstGeom prst="rect">
            <a:avLst/>
          </a:prstGeom>
        </p:spPr>
      </p:pic>
      <p:sp>
        <p:nvSpPr>
          <p:cNvPr id="23" name="Freeform: Shape 22"/>
          <p:cNvSpPr/>
          <p:nvPr/>
        </p:nvSpPr>
        <p:spPr>
          <a:xfrm>
            <a:off x="-5301" y="3443487"/>
            <a:ext cx="12197301" cy="747484"/>
          </a:xfrm>
          <a:custGeom>
            <a:avLst/>
            <a:gdLst>
              <a:gd name="connsiteX0" fmla="*/ 0 w 12197301"/>
              <a:gd name="connsiteY0" fmla="*/ 747484 h 747484"/>
              <a:gd name="connsiteX1" fmla="*/ 5128591 w 12197301"/>
              <a:gd name="connsiteY1" fmla="*/ 61 h 747484"/>
              <a:gd name="connsiteX2" fmla="*/ 12197301 w 12197301"/>
              <a:gd name="connsiteY2" fmla="*/ 707727 h 747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97301" h="747484">
                <a:moveTo>
                  <a:pt x="0" y="747484"/>
                </a:moveTo>
                <a:cubicBezTo>
                  <a:pt x="1547854" y="377085"/>
                  <a:pt x="3095708" y="6687"/>
                  <a:pt x="5128591" y="61"/>
                </a:cubicBezTo>
                <a:cubicBezTo>
                  <a:pt x="7161475" y="-6565"/>
                  <a:pt x="11322658" y="524847"/>
                  <a:pt x="12197301" y="707727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23449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 preferRelativeResize="0"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263" y="2774318"/>
            <a:ext cx="2223039" cy="219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27666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265" y="2775236"/>
            <a:ext cx="2360404" cy="2123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20833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6119" y="2775236"/>
            <a:ext cx="3053552" cy="2123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31444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741" y="1108107"/>
            <a:ext cx="7059088" cy="38101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335802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2328" y="1108107"/>
            <a:ext cx="6523048" cy="5685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025948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2581" y="1178222"/>
            <a:ext cx="5822795" cy="55419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26548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161" y="1178222"/>
            <a:ext cx="5683215" cy="55397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398436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161" y="1178222"/>
            <a:ext cx="5683215" cy="55397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81637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648" y="1179576"/>
            <a:ext cx="5684788" cy="55412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48326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648" y="1179576"/>
            <a:ext cx="5684788" cy="5541264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3885489" y="2674685"/>
            <a:ext cx="492981" cy="492981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/>
          <p:cNvCxnSpPr>
            <a:cxnSpLocks/>
            <a:stCxn id="5" idx="7"/>
          </p:cNvCxnSpPr>
          <p:nvPr/>
        </p:nvCxnSpPr>
        <p:spPr>
          <a:xfrm flipH="1" flipV="1">
            <a:off x="3369926" y="697161"/>
            <a:ext cx="936349" cy="20497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cxnSpLocks/>
            <a:stCxn id="5" idx="5"/>
          </p:cNvCxnSpPr>
          <p:nvPr/>
        </p:nvCxnSpPr>
        <p:spPr>
          <a:xfrm flipH="1">
            <a:off x="3261222" y="3095471"/>
            <a:ext cx="1045053" cy="29634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04" y="373995"/>
            <a:ext cx="2670498" cy="151046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04" y="2338179"/>
            <a:ext cx="2478880" cy="151458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56" y="4373713"/>
            <a:ext cx="2703746" cy="1514583"/>
          </a:xfrm>
          <a:prstGeom prst="rect">
            <a:avLst/>
          </a:prstGeom>
        </p:spPr>
      </p:pic>
      <p:sp>
        <p:nvSpPr>
          <p:cNvPr id="26" name="Freeform: Shape 25"/>
          <p:cNvSpPr/>
          <p:nvPr/>
        </p:nvSpPr>
        <p:spPr>
          <a:xfrm>
            <a:off x="3074070" y="-3976"/>
            <a:ext cx="675457" cy="6861976"/>
          </a:xfrm>
          <a:custGeom>
            <a:avLst/>
            <a:gdLst>
              <a:gd name="connsiteX0" fmla="*/ 0 w 882639"/>
              <a:gd name="connsiteY0" fmla="*/ 0 h 6861976"/>
              <a:gd name="connsiteX1" fmla="*/ 882595 w 882639"/>
              <a:gd name="connsiteY1" fmla="*/ 2727298 h 6861976"/>
              <a:gd name="connsiteX2" fmla="*/ 39757 w 882639"/>
              <a:gd name="connsiteY2" fmla="*/ 6861976 h 6861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2639" h="6861976">
                <a:moveTo>
                  <a:pt x="0" y="0"/>
                </a:moveTo>
                <a:cubicBezTo>
                  <a:pt x="437984" y="791817"/>
                  <a:pt x="875969" y="1583635"/>
                  <a:pt x="882595" y="2727298"/>
                </a:cubicBezTo>
                <a:cubicBezTo>
                  <a:pt x="889221" y="3870961"/>
                  <a:pt x="160352" y="6208644"/>
                  <a:pt x="39757" y="6861976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79534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 preferRelativeResize="0"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647" y="1037420"/>
            <a:ext cx="5687568" cy="5687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00875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648" y="1037419"/>
            <a:ext cx="5820670" cy="56834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81031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 preferRelativeResize="0"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646" y="1037419"/>
            <a:ext cx="5820672" cy="58205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21069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647" y="1037419"/>
            <a:ext cx="5820671" cy="58206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06752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463" y="1694993"/>
            <a:ext cx="4137379" cy="4137379"/>
          </a:xfrm>
          <a:prstGeom prst="rect">
            <a:avLst/>
          </a:prstGeom>
        </p:spPr>
      </p:pic>
      <p:sp>
        <p:nvSpPr>
          <p:cNvPr id="8" name="Arrow: Right 7"/>
          <p:cNvSpPr/>
          <p:nvPr/>
        </p:nvSpPr>
        <p:spPr>
          <a:xfrm>
            <a:off x="5104575" y="3170151"/>
            <a:ext cx="905854" cy="467051"/>
          </a:xfrm>
          <a:prstGeom prst="rightArrow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44566" y="373996"/>
            <a:ext cx="3531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Process Overview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584ED8C-A0F2-4314-904F-471078B4E9F7}"/>
              </a:ext>
            </a:extLst>
          </p:cNvPr>
          <p:cNvGrpSpPr/>
          <p:nvPr/>
        </p:nvGrpSpPr>
        <p:grpSpPr>
          <a:xfrm>
            <a:off x="795311" y="2782667"/>
            <a:ext cx="3537230" cy="1242017"/>
            <a:chOff x="504998" y="2485001"/>
            <a:chExt cx="3537230" cy="124201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C4C002C-F06D-48F2-9A86-BBC75A854D1C}"/>
                </a:ext>
              </a:extLst>
            </p:cNvPr>
            <p:cNvGrpSpPr/>
            <p:nvPr/>
          </p:nvGrpSpPr>
          <p:grpSpPr>
            <a:xfrm>
              <a:off x="2761113" y="2485001"/>
              <a:ext cx="1281115" cy="1242017"/>
              <a:chOff x="6281735" y="3261458"/>
              <a:chExt cx="642899" cy="622851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FBF8833-DB8F-41EC-B78A-9E446A65B76B}"/>
                  </a:ext>
                </a:extLst>
              </p:cNvPr>
              <p:cNvSpPr/>
              <p:nvPr/>
            </p:nvSpPr>
            <p:spPr>
              <a:xfrm>
                <a:off x="6650038" y="3261458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79CAAD97-5156-4CAD-BA36-346FE2034049}"/>
                  </a:ext>
                </a:extLst>
              </p:cNvPr>
              <p:cNvSpPr/>
              <p:nvPr/>
            </p:nvSpPr>
            <p:spPr>
              <a:xfrm>
                <a:off x="6557963" y="3261458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DAA86E5-CD21-444D-93A7-FAB086C902E9}"/>
                  </a:ext>
                </a:extLst>
              </p:cNvPr>
              <p:cNvSpPr/>
              <p:nvPr/>
            </p:nvSpPr>
            <p:spPr>
              <a:xfrm>
                <a:off x="6650038" y="3351224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8CC0FB9-A236-4331-922F-E928E71BCF70}"/>
                  </a:ext>
                </a:extLst>
              </p:cNvPr>
              <p:cNvSpPr/>
              <p:nvPr/>
            </p:nvSpPr>
            <p:spPr>
              <a:xfrm>
                <a:off x="6557963" y="3351224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0859373-FA88-4295-B8C7-53755971019F}"/>
                  </a:ext>
                </a:extLst>
              </p:cNvPr>
              <p:cNvSpPr/>
              <p:nvPr/>
            </p:nvSpPr>
            <p:spPr>
              <a:xfrm>
                <a:off x="6650038" y="3440990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92D7DFB-23B4-4BDB-ADBE-3FFA69D69AEB}"/>
                  </a:ext>
                </a:extLst>
              </p:cNvPr>
              <p:cNvSpPr/>
              <p:nvPr/>
            </p:nvSpPr>
            <p:spPr>
              <a:xfrm>
                <a:off x="6742113" y="3440990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32357A76-AB52-4533-9BC5-9FD1CB8739AB}"/>
                  </a:ext>
                </a:extLst>
              </p:cNvPr>
              <p:cNvSpPr/>
              <p:nvPr/>
            </p:nvSpPr>
            <p:spPr>
              <a:xfrm>
                <a:off x="6742112" y="3530756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7D82096-76D4-4746-9957-DFF030A784C4}"/>
                  </a:ext>
                </a:extLst>
              </p:cNvPr>
              <p:cNvSpPr/>
              <p:nvPr/>
            </p:nvSpPr>
            <p:spPr>
              <a:xfrm>
                <a:off x="6742112" y="3616303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4DAB21D-3B76-4945-9D36-5E3AD9B0BD81}"/>
                  </a:ext>
                </a:extLst>
              </p:cNvPr>
              <p:cNvSpPr/>
              <p:nvPr/>
            </p:nvSpPr>
            <p:spPr>
              <a:xfrm>
                <a:off x="6832559" y="3616303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687FE38-D40B-4652-B626-9812E0343C1A}"/>
                  </a:ext>
                </a:extLst>
              </p:cNvPr>
              <p:cNvSpPr/>
              <p:nvPr/>
            </p:nvSpPr>
            <p:spPr>
              <a:xfrm>
                <a:off x="6557962" y="3440990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AB9EFA1-C9FB-43D0-A436-E4200F76B8BE}"/>
                  </a:ext>
                </a:extLst>
              </p:cNvPr>
              <p:cNvSpPr/>
              <p:nvPr/>
            </p:nvSpPr>
            <p:spPr>
              <a:xfrm>
                <a:off x="6465887" y="3440990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B9EAAAD2-8008-4058-BBA7-55F5053BAD9D}"/>
                  </a:ext>
                </a:extLst>
              </p:cNvPr>
              <p:cNvSpPr/>
              <p:nvPr/>
            </p:nvSpPr>
            <p:spPr>
              <a:xfrm>
                <a:off x="6373811" y="3440990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E7C1DE81-0CD9-4BFD-A0E5-5A77DDD1D0D6}"/>
                  </a:ext>
                </a:extLst>
              </p:cNvPr>
              <p:cNvSpPr/>
              <p:nvPr/>
            </p:nvSpPr>
            <p:spPr>
              <a:xfrm>
                <a:off x="6281735" y="3440990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ED6EF56-F7BB-45A9-A7D3-AE94121833D5}"/>
                  </a:ext>
                </a:extLst>
              </p:cNvPr>
              <p:cNvSpPr/>
              <p:nvPr/>
            </p:nvSpPr>
            <p:spPr>
              <a:xfrm>
                <a:off x="6373810" y="3530756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9D79190A-47BE-4BFB-A5E4-E23A489AD649}"/>
                  </a:ext>
                </a:extLst>
              </p:cNvPr>
              <p:cNvSpPr/>
              <p:nvPr/>
            </p:nvSpPr>
            <p:spPr>
              <a:xfrm>
                <a:off x="6373810" y="3616303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903EDB05-5F6C-45D3-8D38-78FB76A11A70}"/>
                  </a:ext>
                </a:extLst>
              </p:cNvPr>
              <p:cNvSpPr/>
              <p:nvPr/>
            </p:nvSpPr>
            <p:spPr>
              <a:xfrm>
                <a:off x="6465886" y="3616303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F58606B6-2D95-47F9-A22D-9FDE3CEBFBF2}"/>
                  </a:ext>
                </a:extLst>
              </p:cNvPr>
              <p:cNvSpPr/>
              <p:nvPr/>
            </p:nvSpPr>
            <p:spPr>
              <a:xfrm>
                <a:off x="6557961" y="3616303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0A80BFD7-450F-462B-80E2-BCC014233985}"/>
                  </a:ext>
                </a:extLst>
              </p:cNvPr>
              <p:cNvSpPr/>
              <p:nvPr/>
            </p:nvSpPr>
            <p:spPr>
              <a:xfrm>
                <a:off x="6650037" y="3616303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76DAA41-8FB9-4F19-B52A-E6B530E7E476}"/>
                  </a:ext>
                </a:extLst>
              </p:cNvPr>
              <p:cNvSpPr/>
              <p:nvPr/>
            </p:nvSpPr>
            <p:spPr>
              <a:xfrm>
                <a:off x="6465478" y="3794543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15FF15C2-2326-400F-9822-84CD540A786D}"/>
                  </a:ext>
                </a:extLst>
              </p:cNvPr>
              <p:cNvSpPr/>
              <p:nvPr/>
            </p:nvSpPr>
            <p:spPr>
              <a:xfrm>
                <a:off x="6466125" y="3705423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FF872E3-E00E-4604-B2BA-F347DE8F38C0}"/>
                  </a:ext>
                </a:extLst>
              </p:cNvPr>
              <p:cNvSpPr/>
              <p:nvPr/>
            </p:nvSpPr>
            <p:spPr>
              <a:xfrm>
                <a:off x="6557144" y="3794543"/>
                <a:ext cx="91837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D08091E-8982-47DB-8829-44131B70937B}"/>
                  </a:ext>
                </a:extLst>
              </p:cNvPr>
              <p:cNvSpPr/>
              <p:nvPr/>
            </p:nvSpPr>
            <p:spPr>
              <a:xfrm>
                <a:off x="6556332" y="3705423"/>
                <a:ext cx="92075" cy="89766"/>
              </a:xfrm>
              <a:prstGeom prst="rect">
                <a:avLst/>
              </a:prstGeom>
              <a:solidFill>
                <a:schemeClr val="tx1">
                  <a:lumMod val="65000"/>
                </a:schemeClr>
              </a:solidFill>
              <a:ln w="31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96AC067-8A98-45BC-9B4A-DCC1129A2C62}"/>
                </a:ext>
              </a:extLst>
            </p:cNvPr>
            <p:cNvSpPr txBox="1"/>
            <p:nvPr/>
          </p:nvSpPr>
          <p:spPr>
            <a:xfrm>
              <a:off x="504998" y="2782845"/>
              <a:ext cx="26196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Optimal description 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of shape 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411080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0417" y="373996"/>
            <a:ext cx="19800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Summary</a:t>
            </a:r>
            <a:endParaRPr lang="en-US" sz="16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CB0DA3B-1F47-4E03-B8A3-66201E11A5CA}"/>
              </a:ext>
            </a:extLst>
          </p:cNvPr>
          <p:cNvGrpSpPr/>
          <p:nvPr/>
        </p:nvGrpSpPr>
        <p:grpSpPr>
          <a:xfrm>
            <a:off x="2120302" y="4708006"/>
            <a:ext cx="3576620" cy="1637936"/>
            <a:chOff x="1936792" y="3524089"/>
            <a:chExt cx="3576620" cy="1637936"/>
          </a:xfrm>
        </p:grpSpPr>
        <p:sp>
          <p:nvSpPr>
            <p:cNvPr id="3" name="TextBox 2"/>
            <p:cNvSpPr txBox="1"/>
            <p:nvPr/>
          </p:nvSpPr>
          <p:spPr>
            <a:xfrm>
              <a:off x="1936792" y="3961696"/>
              <a:ext cx="357662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Can we lower the temperature?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  - currently a temperature 10 system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  - high temperatures allow for</a:t>
              </a:r>
            </a:p>
            <a:p>
              <a:r>
                <a:rPr lang="en-US" dirty="0">
                  <a:solidFill>
                    <a:schemeClr val="bg1"/>
                  </a:solidFill>
                </a:rPr>
                <a:t>    varying degrees of interaction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B68B30A-F3A3-4311-8CCE-6359E687C087}"/>
                </a:ext>
              </a:extLst>
            </p:cNvPr>
            <p:cNvSpPr txBox="1"/>
            <p:nvPr/>
          </p:nvSpPr>
          <p:spPr>
            <a:xfrm>
              <a:off x="1936792" y="3524089"/>
              <a:ext cx="199452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u="sng" dirty="0">
                  <a:solidFill>
                    <a:schemeClr val="bg1"/>
                  </a:solidFill>
                </a:rPr>
                <a:t>Future Work</a:t>
              </a:r>
            </a:p>
          </p:txBody>
        </p:sp>
      </p:grp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6AFFBB3-DBFB-4D08-AE9D-84F5C2F94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372236"/>
              </p:ext>
            </p:extLst>
          </p:nvPr>
        </p:nvGraphicFramePr>
        <p:xfrm>
          <a:off x="1990108" y="1126306"/>
          <a:ext cx="8127999" cy="311404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5925769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22268499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2336554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Tile Complexity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ysClr val="windowText" lastClr="000000"/>
                          </a:solidFill>
                        </a:rPr>
                        <a:t>Scale Factor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199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aTAM</a:t>
                      </a:r>
                      <a:endParaRPr lang="en-US" sz="20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en-US" sz="16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Soloveichik</a:t>
                      </a:r>
                      <a:r>
                        <a:rPr lang="en-US" sz="1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Winfree</a:t>
                      </a:r>
                      <a:r>
                        <a:rPr lang="en-US" sz="1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, 2007)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126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Staged </a:t>
                      </a:r>
                      <a:r>
                        <a:rPr lang="en-US" sz="20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RNAse</a:t>
                      </a:r>
                      <a:endParaRPr lang="en-US" sz="20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en-US" sz="1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en-US" sz="16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Demaine</a:t>
                      </a:r>
                      <a:r>
                        <a:rPr lang="en-US" sz="1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Patitz</a:t>
                      </a:r>
                      <a:r>
                        <a:rPr lang="en-US" sz="1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Schweller</a:t>
                      </a:r>
                      <a:r>
                        <a:rPr lang="en-US" sz="16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, and Summers, 2010)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9431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ysClr val="windowText" lastClr="000000"/>
                          </a:solidFill>
                        </a:rPr>
                        <a:t>Negative Glue 2HAM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905310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53D4BB52-E88C-442D-BC8C-A9EE435192AC}"/>
              </a:ext>
            </a:extLst>
          </p:cNvPr>
          <p:cNvGrpSpPr/>
          <p:nvPr/>
        </p:nvGrpSpPr>
        <p:grpSpPr>
          <a:xfrm>
            <a:off x="4919023" y="3303498"/>
            <a:ext cx="2414811" cy="867770"/>
            <a:chOff x="4543200" y="4407239"/>
            <a:chExt cx="2414811" cy="86777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3C6A788-C6C0-4E63-B285-76BDA809DC20}"/>
                </a:ext>
              </a:extLst>
            </p:cNvPr>
            <p:cNvGrpSpPr/>
            <p:nvPr/>
          </p:nvGrpSpPr>
          <p:grpSpPr>
            <a:xfrm>
              <a:off x="5321099" y="4474789"/>
              <a:ext cx="1636912" cy="800220"/>
              <a:chOff x="5678286" y="3403227"/>
              <a:chExt cx="1636912" cy="800220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8B7DC60-4122-4541-AA76-45DC11A53E56}"/>
                  </a:ext>
                </a:extLst>
              </p:cNvPr>
              <p:cNvSpPr txBox="1"/>
              <p:nvPr/>
            </p:nvSpPr>
            <p:spPr>
              <a:xfrm>
                <a:off x="5678286" y="3803337"/>
                <a:ext cx="1636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log(K(S))</a:t>
                </a: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F370C296-8B67-41C3-8676-D66A5F6A65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9158" y="3817867"/>
                <a:ext cx="96180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9BB57C-2FE3-49A7-B54D-2C166C1D40AC}"/>
                  </a:ext>
                </a:extLst>
              </p:cNvPr>
              <p:cNvSpPr txBox="1"/>
              <p:nvPr/>
            </p:nvSpPr>
            <p:spPr>
              <a:xfrm>
                <a:off x="5878726" y="3403227"/>
                <a:ext cx="11174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bg1"/>
                    </a:solidFill>
                  </a:rPr>
                  <a:t>K(S)</a:t>
                </a:r>
              </a:p>
            </p:txBody>
          </p: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5243E0-7E8D-44C0-9441-47EC67B980E4}"/>
                </a:ext>
              </a:extLst>
            </p:cNvPr>
            <p:cNvSpPr txBox="1"/>
            <p:nvPr/>
          </p:nvSpPr>
          <p:spPr>
            <a:xfrm>
              <a:off x="4543200" y="4407239"/>
              <a:ext cx="227017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solidFill>
                    <a:schemeClr val="bg1"/>
                  </a:solidFill>
                </a:rPr>
                <a:t>O(        )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2BB3F61-E92E-46C9-8F04-64C52ED63523}"/>
              </a:ext>
            </a:extLst>
          </p:cNvPr>
          <p:cNvGrpSpPr/>
          <p:nvPr/>
        </p:nvGrpSpPr>
        <p:grpSpPr>
          <a:xfrm>
            <a:off x="4919023" y="1478651"/>
            <a:ext cx="2414811" cy="867770"/>
            <a:chOff x="4543200" y="4407239"/>
            <a:chExt cx="2414811" cy="86777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1CA3E40-0D8A-48E9-8E3C-8A6F757FE89F}"/>
                </a:ext>
              </a:extLst>
            </p:cNvPr>
            <p:cNvGrpSpPr/>
            <p:nvPr/>
          </p:nvGrpSpPr>
          <p:grpSpPr>
            <a:xfrm>
              <a:off x="5321099" y="4474789"/>
              <a:ext cx="1636912" cy="800220"/>
              <a:chOff x="5678286" y="3403227"/>
              <a:chExt cx="1636912" cy="800220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32E4D18-B946-417F-8853-7F48D113B5E1}"/>
                  </a:ext>
                </a:extLst>
              </p:cNvPr>
              <p:cNvSpPr txBox="1"/>
              <p:nvPr/>
            </p:nvSpPr>
            <p:spPr>
              <a:xfrm>
                <a:off x="5678286" y="3803337"/>
                <a:ext cx="1636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log(K(S))</a:t>
                </a:r>
              </a:p>
            </p:txBody>
          </p: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DE2775F1-E718-4211-AFB4-167AF7AA97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9158" y="3817867"/>
                <a:ext cx="96180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6FB6203-124B-4DA8-B991-6C3A68465CDD}"/>
                  </a:ext>
                </a:extLst>
              </p:cNvPr>
              <p:cNvSpPr txBox="1"/>
              <p:nvPr/>
            </p:nvSpPr>
            <p:spPr>
              <a:xfrm>
                <a:off x="5878726" y="3403227"/>
                <a:ext cx="11174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K(S)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927AA58-07DA-475D-B84A-3293F0911FCE}"/>
                </a:ext>
              </a:extLst>
            </p:cNvPr>
            <p:cNvSpPr txBox="1"/>
            <p:nvPr/>
          </p:nvSpPr>
          <p:spPr>
            <a:xfrm>
              <a:off x="4543200" y="4407239"/>
              <a:ext cx="227017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solidFill>
                    <a:schemeClr val="tx1">
                      <a:lumMod val="50000"/>
                    </a:schemeClr>
                  </a:solidFill>
                </a:rPr>
                <a:t>O(        )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443018CE-41B5-46B9-AF9D-A7A5E80EFBD7}"/>
              </a:ext>
            </a:extLst>
          </p:cNvPr>
          <p:cNvSpPr txBox="1"/>
          <p:nvPr/>
        </p:nvSpPr>
        <p:spPr>
          <a:xfrm>
            <a:off x="8015679" y="1653333"/>
            <a:ext cx="14205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arbitrary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6D3C43E-E797-447A-952C-218895BEAFC0}"/>
              </a:ext>
            </a:extLst>
          </p:cNvPr>
          <p:cNvGrpSpPr/>
          <p:nvPr/>
        </p:nvGrpSpPr>
        <p:grpSpPr>
          <a:xfrm>
            <a:off x="4919023" y="2392374"/>
            <a:ext cx="2414811" cy="867770"/>
            <a:chOff x="4543200" y="4407239"/>
            <a:chExt cx="2414811" cy="86777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11D7D634-9773-425B-BDC3-AB9A11A7D1C0}"/>
                </a:ext>
              </a:extLst>
            </p:cNvPr>
            <p:cNvGrpSpPr/>
            <p:nvPr/>
          </p:nvGrpSpPr>
          <p:grpSpPr>
            <a:xfrm>
              <a:off x="5321099" y="4474789"/>
              <a:ext cx="1636912" cy="800220"/>
              <a:chOff x="5678286" y="3403227"/>
              <a:chExt cx="1636912" cy="800220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9E3F67D-A6B8-4C97-A905-F1AA522F5701}"/>
                  </a:ext>
                </a:extLst>
              </p:cNvPr>
              <p:cNvSpPr txBox="1"/>
              <p:nvPr/>
            </p:nvSpPr>
            <p:spPr>
              <a:xfrm>
                <a:off x="5678286" y="3803337"/>
                <a:ext cx="16369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log(K(S))</a:t>
                </a: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0C7E12EC-B309-4104-B14F-253F941C65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59158" y="3817867"/>
                <a:ext cx="96180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BB733E7-78BA-423F-9674-CE116E67211D}"/>
                  </a:ext>
                </a:extLst>
              </p:cNvPr>
              <p:cNvSpPr txBox="1"/>
              <p:nvPr/>
            </p:nvSpPr>
            <p:spPr>
              <a:xfrm>
                <a:off x="5878726" y="3403227"/>
                <a:ext cx="11174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tx1">
                        <a:lumMod val="50000"/>
                      </a:schemeClr>
                    </a:solidFill>
                  </a:rPr>
                  <a:t>K(S)</a:t>
                </a: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FBDE1B3-A5FC-4CB3-A260-63FED824B519}"/>
                </a:ext>
              </a:extLst>
            </p:cNvPr>
            <p:cNvSpPr txBox="1"/>
            <p:nvPr/>
          </p:nvSpPr>
          <p:spPr>
            <a:xfrm>
              <a:off x="4543200" y="4407239"/>
              <a:ext cx="227017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800" dirty="0">
                  <a:solidFill>
                    <a:schemeClr val="tx1">
                      <a:lumMod val="50000"/>
                    </a:schemeClr>
                  </a:solidFill>
                </a:rPr>
                <a:t>O(        )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2428191F-CEA4-4F74-8F91-2CB54F7DF0F0}"/>
              </a:ext>
            </a:extLst>
          </p:cNvPr>
          <p:cNvSpPr txBox="1"/>
          <p:nvPr/>
        </p:nvSpPr>
        <p:spPr>
          <a:xfrm>
            <a:off x="7807289" y="2546262"/>
            <a:ext cx="18373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50000"/>
                  </a:schemeClr>
                </a:solidFill>
              </a:rPr>
              <a:t>logarithmic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4DA71E-503A-41A7-8D63-BA549E5D0644}"/>
              </a:ext>
            </a:extLst>
          </p:cNvPr>
          <p:cNvSpPr txBox="1"/>
          <p:nvPr/>
        </p:nvSpPr>
        <p:spPr>
          <a:xfrm>
            <a:off x="8036518" y="3457386"/>
            <a:ext cx="1378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constant</a:t>
            </a:r>
          </a:p>
        </p:txBody>
      </p:sp>
    </p:spTree>
    <p:extLst>
      <p:ext uri="{BB962C8B-B14F-4D97-AF65-F5344CB8AC3E}">
        <p14:creationId xmlns:p14="http://schemas.microsoft.com/office/powerpoint/2010/main" val="284087993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12192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pPr algn="ctr"/>
            <a:endParaRPr lang="en-US" sz="3600" dirty="0">
              <a:solidFill>
                <a:schemeClr val="bg1"/>
              </a:solidFill>
            </a:endParaRPr>
          </a:p>
          <a:p>
            <a:pPr algn="ctr"/>
            <a:r>
              <a:rPr lang="en-US" sz="5400" dirty="0">
                <a:solidFill>
                  <a:schemeClr val="bg1"/>
                </a:solidFill>
              </a:rPr>
              <a:t>Thank You!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91478" y="22581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47917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Arial-Times New Roman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10184</TotalTime>
  <Words>1626</Words>
  <Application>Microsoft Office PowerPoint</Application>
  <PresentationFormat>Widescreen</PresentationFormat>
  <Paragraphs>671</Paragraphs>
  <Slides>89</Slides>
  <Notes>1</Notes>
  <HiddenSlides>7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4" baseType="lpstr">
      <vt:lpstr>Arial</vt:lpstr>
      <vt:lpstr>Calibri</vt:lpstr>
      <vt:lpstr>Times New Roman</vt:lpstr>
      <vt:lpstr>Depth</vt:lpstr>
      <vt:lpstr>Acrobat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Austin Luchsinger</dc:creator>
  <cp:lastModifiedBy>Austin Luchsinger</cp:lastModifiedBy>
  <cp:revision>171</cp:revision>
  <dcterms:created xsi:type="dcterms:W3CDTF">2017-02-08T23:16:21Z</dcterms:created>
  <dcterms:modified xsi:type="dcterms:W3CDTF">2017-06-09T03:52:57Z</dcterms:modified>
</cp:coreProperties>
</file>