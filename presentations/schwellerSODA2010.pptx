
<file path=[Content_Types].xml><?xml version="1.0" encoding="utf-8"?>
<Types xmlns="http://schemas.openxmlformats.org/package/2006/content-types"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94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6.xml" ContentType="application/vnd.openxmlformats-officedocument.presentationml.slide+xml"/>
  <Override PartName="/ppt/slides/slide83.xml" ContentType="application/vnd.openxmlformats-officedocument.presentationml.slide+xml"/>
  <Override PartName="/ppt/notesSlides/notesSlide3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96.xml" ContentType="application/vnd.openxmlformats-officedocument.presentationml.notesSlide+xml"/>
  <Override PartName="/ppt/slides/slide25.xml" ContentType="application/vnd.openxmlformats-officedocument.presentationml.slide+xml"/>
  <Override PartName="/ppt/slides/slide72.xml" ContentType="application/vnd.openxmlformats-officedocument.presentationml.slide+xml"/>
  <Override PartName="/ppt/slideLayouts/slideLayout2.xml" ContentType="application/vnd.openxmlformats-officedocument.presentationml.slideLayout+xml"/>
  <Override PartName="/ppt/notesSlides/notesSlide27.xml" ContentType="application/vnd.openxmlformats-officedocument.presentationml.notesSlide+xml"/>
  <Override PartName="/ppt/notesSlides/notesSlide74.xml" ContentType="application/vnd.openxmlformats-officedocument.presentationml.notesSlide+xml"/>
  <Default Extension="xml" ContentType="application/xml"/>
  <Override PartName="/ppt/slides/slide14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notesSlides/notesSlide63.xml" ContentType="application/vnd.openxmlformats-officedocument.presentationml.notesSlide+xml"/>
  <Override PartName="/ppt/tableStyles.xml" ContentType="application/vnd.openxmlformats-officedocument.presentationml.tableStyles+xml"/>
  <Override PartName="/ppt/notesSlides/notesSlide4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30.xml" ContentType="application/vnd.openxmlformats-officedocument.presentationml.notesSlide+xml"/>
  <Override PartName="/ppt/slides/slide99.xml" ContentType="application/vnd.openxmlformats-officedocument.presentationml.slide+xml"/>
  <Override PartName="/ppt/notesSlides/notesSlide7.xml" ContentType="application/vnd.openxmlformats-officedocument.presentationml.notesSlide+xml"/>
  <Override PartName="/ppt/slides/slide77.xml" ContentType="application/vnd.openxmlformats-officedocument.presentationml.slide+xml"/>
  <Override PartName="/ppt/slides/slide88.xml" ContentType="application/vnd.openxmlformats-officedocument.presentationml.slide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48.xml" ContentType="application/vnd.openxmlformats-officedocument.presentationml.slide+xml"/>
  <Override PartName="/ppt/slides/slide66.xml" ContentType="application/vnd.openxmlformats-officedocument.presentationml.slide+xml"/>
  <Override PartName="/ppt/slides/slide95.xml" ContentType="application/vnd.openxmlformats-officedocument.presentationml.slide+xml"/>
  <Override PartName="/ppt/slides/slide103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3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97.xml" ContentType="application/vnd.openxmlformats-officedocument.presentationml.notes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55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presProps.xml" ContentType="application/vnd.openxmlformats-officedocument.presentationml.presProps+xml"/>
  <Override PartName="/ppt/theme/theme2.xml" ContentType="application/vnd.openxmlformats-officedocument.theme+xml"/>
  <Override PartName="/ppt/notesSlides/notesSlide39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102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33.xml" ContentType="application/vnd.openxmlformats-officedocument.presentationml.slide+xml"/>
  <Override PartName="/ppt/slides/slide44.xml" ContentType="application/vnd.openxmlformats-officedocument.presentationml.slide+xml"/>
  <Override PartName="/ppt/slides/slide62.xml" ContentType="application/vnd.openxmlformats-officedocument.presentationml.slide+xml"/>
  <Override PartName="/ppt/slides/slide80.xml" ContentType="application/vnd.openxmlformats-officedocument.presentationml.slide+xml"/>
  <Override PartName="/ppt/slides/slide91.xml" ContentType="application/vnd.openxmlformats-officedocument.presentationml.slide+xml"/>
  <Override PartName="/ppt/slideLayouts/slideLayout3.xml" ContentType="application/vnd.openxmlformats-officedocument.presentationml.slideLayout+xml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93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slides/slide51.xml" ContentType="application/vnd.openxmlformats-officedocument.presentationml.slide+xml"/>
  <Override PartName="/ppt/notesSlides/notesSlide2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82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4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60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31.xml" ContentType="application/vnd.openxmlformats-officedocument.presentationml.notesSlide+xml"/>
  <Override PartName="/ppt/slides/slide89.xml" ContentType="application/vnd.openxmlformats-officedocument.presentationml.slide+xml"/>
  <Override PartName="/ppt/slides/slide108.xml" ContentType="application/vnd.openxmlformats-officedocument.presentationml.slide+xml"/>
  <Override PartName="/ppt/slides/slide49.xml" ContentType="application/vnd.openxmlformats-officedocument.presentationml.slide+xml"/>
  <Override PartName="/ppt/slides/slide78.xml" ContentType="application/vnd.openxmlformats-officedocument.presentationml.slide+xml"/>
  <Override PartName="/ppt/slides/slide96.xml" ContentType="application/vnd.openxmlformats-officedocument.presentationml.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85.xml" ContentType="application/vnd.openxmlformats-officedocument.presentationml.slide+xml"/>
  <Override PartName="/ppt/slides/slide104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69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98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s/slide92.xml" ContentType="application/vnd.openxmlformats-officedocument.presentationml.slide+xml"/>
  <Override PartName="/ppt/slideLayouts/slideLayout4.xml" ContentType="application/vnd.openxmlformats-officedocument.presentationml.slideLayout+xml"/>
  <Override PartName="/ppt/notesSlides/notesSlide29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94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81.xml" ContentType="application/vnd.openxmlformats-officedocument.presentationml.slide+xml"/>
  <Override PartName="/ppt/slides/slide100.xml" ContentType="application/vnd.openxmlformats-officedocument.presentationml.slide+xml"/>
  <Override PartName="/ppt/notesSlides/notesSlide18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83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notesSlides/notesSlide25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90.xml" ContentType="application/vnd.openxmlformats-officedocument.presentationml.notes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50.xml" ContentType="application/vnd.openxmlformats-officedocument.presentationml.notesSlide+xml"/>
  <Override PartName="/ppt/slides/slide79.xml" ContentType="application/vnd.openxmlformats-officedocument.presentationml.slide+xml"/>
  <Override PartName="/ppt/slides/slide109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68.xml" ContentType="application/vnd.openxmlformats-officedocument.presentationml.slide+xml"/>
  <Override PartName="/ppt/slides/slide97.xml" ContentType="application/vnd.openxmlformats-officedocument.presentationml.slide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notesSlides/notesSlide99.xml" ContentType="application/vnd.openxmlformats-officedocument.presentationml.notes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57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slides/slide105.xml" ContentType="application/vnd.openxmlformats-officedocument.presentationml.slide+xml"/>
  <Override PartName="/ppt/notesSlides/notesSlide1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88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46.xml" ContentType="application/vnd.openxmlformats-officedocument.presentationml.slide+xml"/>
  <Override PartName="/ppt/slides/slide64.xml" ContentType="application/vnd.openxmlformats-officedocument.presentationml.slide+xml"/>
  <Override PartName="/ppt/slides/slide93.xml" ContentType="application/vnd.openxmlformats-officedocument.presentationml.slide+xml"/>
  <Override PartName="/ppt/slides/slide101.xml" ContentType="application/vnd.openxmlformats-officedocument.presentationml.slide+xml"/>
  <Override PartName="/ppt/slideLayouts/slideLayout5.xml" ContentType="application/vnd.openxmlformats-officedocument.presentationml.slideLayout+xml"/>
  <Override PartName="/ppt/notesSlides/notesSlide19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95.xml" ContentType="application/vnd.openxmlformats-officedocument.presentationml.notesSlide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s/slide53.xml" ContentType="application/vnd.openxmlformats-officedocument.presentationml.slide+xml"/>
  <Override PartName="/ppt/slides/slide71.xml" ContentType="application/vnd.openxmlformats-officedocument.presentationml.slide+xml"/>
  <Override PartName="/ppt/slides/slide82.xml" ContentType="application/vnd.openxmlformats-officedocument.presentationml.slide+xml"/>
  <Override PartName="/ppt/notesSlides/notesSlide37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100.xml" ContentType="application/vnd.openxmlformats-officedocument.presentationml.notesSlide+xml"/>
  <Default Extension="jpeg" ContentType="image/jpeg"/>
  <Override PartName="/ppt/slides/slide13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91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2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40.xml" ContentType="application/vnd.openxmlformats-officedocument.presentationml.notesSlide+xml"/>
  <Override PartName="/ppt/slides/slide98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69.xml" ContentType="application/vnd.openxmlformats-officedocument.presentationml.slide+xml"/>
  <Override PartName="/ppt/slides/slide87.xml" ContentType="application/vnd.openxmlformats-officedocument.presentationml.slide+xml"/>
  <Override PartName="/ppt/slides/slide106.xml" ContentType="application/vnd.openxmlformats-officedocument.presentationml.slide+xml"/>
  <Override PartName="/ppt/notesSlides/notesSlide89.xml" ContentType="application/vnd.openxmlformats-officedocument.presentationml.notesSlide+xml"/>
  <Override PartName="/ppt/slides/slide29.xml" ContentType="application/vnd.openxmlformats-officedocument.presentationml.slide+xml"/>
  <Override PartName="/ppt/slides/slide76.xml" ContentType="application/vnd.openxmlformats-officedocument.presentationml.slide+xml"/>
  <Override PartName="/ppt/notesSlides/notesSlide78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102.xml" ContentType="application/vnd.openxmlformats-officedocument.presentationml.slide+xml"/>
  <Override PartName="/ppt/slideLayouts/slideLayout6.xml" ContentType="application/vnd.openxmlformats-officedocument.presentationml.slideLayout+xml"/>
  <Override PartName="/ppt/notesSlides/notesSlide67.xml" ContentType="application/vnd.openxmlformats-officedocument.presentationml.notesSlide+xml"/>
  <Override PartName="/ppt/slides/slide43.xml" ContentType="application/vnd.openxmlformats-officedocument.presentationml.slide+xml"/>
  <Override PartName="/ppt/slides/slide90.xml" ContentType="application/vnd.openxmlformats-officedocument.presentationml.slide+xml"/>
  <Override PartName="/ppt/theme/theme1.xml" ContentType="application/vnd.openxmlformats-officedocument.theme+xml"/>
  <Override PartName="/ppt/notesSlides/notesSlide4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101.xml" ContentType="application/vnd.openxmlformats-officedocument.presentationml.notesSlide+xml"/>
  <Override PartName="/ppt/slides/slide32.xml" ContentType="application/vnd.openxmlformats-officedocument.presentationml.slide+xml"/>
  <Override PartName="/ppt/notesSlides/notesSlide34.xml" ContentType="application/vnd.openxmlformats-officedocument.presentationml.notesSlide+xml"/>
  <Override PartName="/ppt/notesSlides/notesSlide81.xml" ContentType="application/vnd.openxmlformats-officedocument.presentationml.notes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notesSlides/notesSlide23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12.xml" ContentType="application/vnd.openxmlformats-officedocument.presentationml.notes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107.xml" ContentType="application/vnd.openxmlformats-officedocument.presentationml.slid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11"/>
  </p:notesMasterIdLst>
  <p:sldIdLst>
    <p:sldId id="1023" r:id="rId2"/>
    <p:sldId id="918" r:id="rId3"/>
    <p:sldId id="919" r:id="rId4"/>
    <p:sldId id="920" r:id="rId5"/>
    <p:sldId id="921" r:id="rId6"/>
    <p:sldId id="922" r:id="rId7"/>
    <p:sldId id="923" r:id="rId8"/>
    <p:sldId id="924" r:id="rId9"/>
    <p:sldId id="925" r:id="rId10"/>
    <p:sldId id="926" r:id="rId11"/>
    <p:sldId id="927" r:id="rId12"/>
    <p:sldId id="928" r:id="rId13"/>
    <p:sldId id="929" r:id="rId14"/>
    <p:sldId id="930" r:id="rId15"/>
    <p:sldId id="931" r:id="rId16"/>
    <p:sldId id="932" r:id="rId17"/>
    <p:sldId id="933" r:id="rId18"/>
    <p:sldId id="934" r:id="rId19"/>
    <p:sldId id="1026" r:id="rId20"/>
    <p:sldId id="1025" r:id="rId21"/>
    <p:sldId id="1027" r:id="rId22"/>
    <p:sldId id="1028" r:id="rId23"/>
    <p:sldId id="1029" r:id="rId24"/>
    <p:sldId id="1030" r:id="rId25"/>
    <p:sldId id="1031" r:id="rId26"/>
    <p:sldId id="1032" r:id="rId27"/>
    <p:sldId id="1033" r:id="rId28"/>
    <p:sldId id="1034" r:id="rId29"/>
    <p:sldId id="1035" r:id="rId30"/>
    <p:sldId id="1036" r:id="rId31"/>
    <p:sldId id="1037" r:id="rId32"/>
    <p:sldId id="1038" r:id="rId33"/>
    <p:sldId id="1019" r:id="rId34"/>
    <p:sldId id="1040" r:id="rId35"/>
    <p:sldId id="1039" r:id="rId36"/>
    <p:sldId id="937" r:id="rId37"/>
    <p:sldId id="1043" r:id="rId38"/>
    <p:sldId id="1044" r:id="rId39"/>
    <p:sldId id="1041" r:id="rId40"/>
    <p:sldId id="1042" r:id="rId41"/>
    <p:sldId id="940" r:id="rId42"/>
    <p:sldId id="941" r:id="rId43"/>
    <p:sldId id="943" r:id="rId44"/>
    <p:sldId id="942" r:id="rId45"/>
    <p:sldId id="944" r:id="rId46"/>
    <p:sldId id="945" r:id="rId47"/>
    <p:sldId id="946" r:id="rId48"/>
    <p:sldId id="947" r:id="rId49"/>
    <p:sldId id="948" r:id="rId50"/>
    <p:sldId id="949" r:id="rId51"/>
    <p:sldId id="950" r:id="rId52"/>
    <p:sldId id="951" r:id="rId53"/>
    <p:sldId id="952" r:id="rId54"/>
    <p:sldId id="958" r:id="rId55"/>
    <p:sldId id="1018" r:id="rId56"/>
    <p:sldId id="959" r:id="rId57"/>
    <p:sldId id="938" r:id="rId58"/>
    <p:sldId id="961" r:id="rId59"/>
    <p:sldId id="1020" r:id="rId60"/>
    <p:sldId id="962" r:id="rId61"/>
    <p:sldId id="1021" r:id="rId62"/>
    <p:sldId id="963" r:id="rId63"/>
    <p:sldId id="1022" r:id="rId64"/>
    <p:sldId id="966" r:id="rId65"/>
    <p:sldId id="967" r:id="rId66"/>
    <p:sldId id="968" r:id="rId67"/>
    <p:sldId id="969" r:id="rId68"/>
    <p:sldId id="970" r:id="rId69"/>
    <p:sldId id="971" r:id="rId70"/>
    <p:sldId id="972" r:id="rId71"/>
    <p:sldId id="973" r:id="rId72"/>
    <p:sldId id="974" r:id="rId73"/>
    <p:sldId id="975" r:id="rId74"/>
    <p:sldId id="976" r:id="rId75"/>
    <p:sldId id="977" r:id="rId76"/>
    <p:sldId id="978" r:id="rId77"/>
    <p:sldId id="980" r:id="rId78"/>
    <p:sldId id="982" r:id="rId79"/>
    <p:sldId id="983" r:id="rId80"/>
    <p:sldId id="984" r:id="rId81"/>
    <p:sldId id="985" r:id="rId82"/>
    <p:sldId id="986" r:id="rId83"/>
    <p:sldId id="987" r:id="rId84"/>
    <p:sldId id="988" r:id="rId85"/>
    <p:sldId id="989" r:id="rId86"/>
    <p:sldId id="990" r:id="rId87"/>
    <p:sldId id="991" r:id="rId88"/>
    <p:sldId id="993" r:id="rId89"/>
    <p:sldId id="995" r:id="rId90"/>
    <p:sldId id="992" r:id="rId91"/>
    <p:sldId id="996" r:id="rId92"/>
    <p:sldId id="997" r:id="rId93"/>
    <p:sldId id="998" r:id="rId94"/>
    <p:sldId id="1000" r:id="rId95"/>
    <p:sldId id="1001" r:id="rId96"/>
    <p:sldId id="1002" r:id="rId97"/>
    <p:sldId id="1004" r:id="rId98"/>
    <p:sldId id="1005" r:id="rId99"/>
    <p:sldId id="1006" r:id="rId100"/>
    <p:sldId id="1045" r:id="rId101"/>
    <p:sldId id="1008" r:id="rId102"/>
    <p:sldId id="1009" r:id="rId103"/>
    <p:sldId id="1010" r:id="rId104"/>
    <p:sldId id="1014" r:id="rId105"/>
    <p:sldId id="1016" r:id="rId106"/>
    <p:sldId id="1017" r:id="rId107"/>
    <p:sldId id="1046" r:id="rId108"/>
    <p:sldId id="979" r:id="rId109"/>
    <p:sldId id="1048" r:id="rId110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3300"/>
    <a:srgbClr val="FF33CC"/>
    <a:srgbClr val="FF0066"/>
    <a:srgbClr val="F7B7EE"/>
    <a:srgbClr val="CC0099"/>
    <a:srgbClr val="33CCFF"/>
    <a:srgbClr val="003300"/>
    <a:srgbClr val="FF9900"/>
    <a:srgbClr val="996633"/>
    <a:srgbClr val="FF000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7945" autoAdjust="0"/>
    <p:restoredTop sz="94595" autoAdjust="0"/>
  </p:normalViewPr>
  <p:slideViewPr>
    <p:cSldViewPr>
      <p:cViewPr varScale="1">
        <p:scale>
          <a:sx n="104" d="100"/>
          <a:sy n="104" d="100"/>
        </p:scale>
        <p:origin x="-474" y="-90"/>
      </p:cViewPr>
      <p:guideLst>
        <p:guide orient="horz" pos="2160"/>
        <p:guide pos="2880"/>
      </p:guideLst>
    </p:cSldViewPr>
  </p:slideViewPr>
  <p:outlineViewPr>
    <p:cViewPr>
      <p:scale>
        <a:sx n="25" d="100"/>
        <a:sy n="25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presProps" Target="pres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115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 b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457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301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458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2458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b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458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>
                <a:latin typeface="Times New Roman" pitchFamily="18" charset="0"/>
              </a:defRPr>
            </a:lvl1pPr>
          </a:lstStyle>
          <a:p>
            <a:pPr>
              <a:defRPr/>
            </a:pPr>
            <a:fld id="{E9CD3355-CD27-45BD-B044-22AEDEF11B7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8BC5892-A045-4F82-A9EC-06DFD3B5A1B7}" type="slidenum">
              <a:rPr lang="en-US" smtClean="0"/>
              <a:pPr/>
              <a:t>1</a:t>
            </a:fld>
            <a:endParaRPr lang="en-US" smtClean="0"/>
          </a:p>
        </p:txBody>
      </p:sp>
      <p:sp>
        <p:nvSpPr>
          <p:cNvPr id="4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2A338-8FDA-4E27-BF10-4E553AA3A547}" type="slidenum">
              <a:rPr lang="en-US" smtClean="0"/>
              <a:pPr/>
              <a:t>2</a:t>
            </a:fld>
            <a:endParaRPr lang="en-US" smtClean="0"/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CF6E882-3F0B-4CE2-8686-3E70E4038AFB}" type="slidenum">
              <a:rPr lang="en-US" smtClean="0"/>
              <a:pPr/>
              <a:t>3</a:t>
            </a:fld>
            <a:endParaRPr lang="en-US" smtClean="0"/>
          </a:p>
        </p:txBody>
      </p:sp>
      <p:sp>
        <p:nvSpPr>
          <p:cNvPr id="4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6A84F72-DE0E-472F-BD4B-0F7D0C401960}" type="slidenum">
              <a:rPr lang="en-US" smtClean="0"/>
              <a:pPr/>
              <a:t>4</a:t>
            </a:fld>
            <a:endParaRPr lang="en-US" smtClean="0"/>
          </a:p>
        </p:txBody>
      </p:sp>
      <p:sp>
        <p:nvSpPr>
          <p:cNvPr id="4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4E24D83-A6E2-43C4-BDDD-B7A53DEEA3AF}" type="slidenum">
              <a:rPr lang="en-US" smtClean="0"/>
              <a:pPr/>
              <a:t>5</a:t>
            </a:fld>
            <a:endParaRPr lang="en-US" smtClean="0"/>
          </a:p>
        </p:txBody>
      </p:sp>
      <p:sp>
        <p:nvSpPr>
          <p:cNvPr id="4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711CBD5-538A-4492-94E8-20817AC80469}" type="slidenum">
              <a:rPr lang="en-US" smtClean="0"/>
              <a:pPr/>
              <a:t>6</a:t>
            </a:fld>
            <a:endParaRPr lang="en-US" smtClean="0"/>
          </a:p>
        </p:txBody>
      </p:sp>
      <p:sp>
        <p:nvSpPr>
          <p:cNvPr id="5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FAEC476-2768-4F04-BA68-4EE407FEFE5B}" type="slidenum">
              <a:rPr lang="en-US" smtClean="0"/>
              <a:pPr/>
              <a:t>7</a:t>
            </a:fld>
            <a:endParaRPr lang="en-US" smtClean="0"/>
          </a:p>
        </p:txBody>
      </p:sp>
      <p:sp>
        <p:nvSpPr>
          <p:cNvPr id="51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B937B34-39E0-4706-9227-92D9CFA299B2}" type="slidenum">
              <a:rPr lang="en-US" smtClean="0"/>
              <a:pPr/>
              <a:t>8</a:t>
            </a:fld>
            <a:endParaRPr lang="en-US" smtClean="0"/>
          </a:p>
        </p:txBody>
      </p:sp>
      <p:sp>
        <p:nvSpPr>
          <p:cNvPr id="5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27B9FF9-6D55-4CCA-85C9-BF503B6309E4}" type="slidenum">
              <a:rPr lang="en-US" smtClean="0"/>
              <a:pPr/>
              <a:t>9</a:t>
            </a:fld>
            <a:endParaRPr lang="en-US" smtClean="0"/>
          </a:p>
        </p:txBody>
      </p:sp>
      <p:sp>
        <p:nvSpPr>
          <p:cNvPr id="5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CB293E7-BFB7-41C1-B7E6-40679B04F69C}" type="slidenum">
              <a:rPr lang="en-US" smtClean="0"/>
              <a:pPr/>
              <a:t>10</a:t>
            </a:fld>
            <a:endParaRPr lang="en-US" smtClean="0"/>
          </a:p>
        </p:txBody>
      </p:sp>
      <p:sp>
        <p:nvSpPr>
          <p:cNvPr id="5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BF3CA3-6039-413D-BF14-3785C9CF420B}" type="slidenum">
              <a:rPr lang="en-US" smtClean="0"/>
              <a:pPr/>
              <a:t>11</a:t>
            </a:fld>
            <a:endParaRPr lang="en-US" smtClean="0"/>
          </a:p>
        </p:txBody>
      </p:sp>
      <p:sp>
        <p:nvSpPr>
          <p:cNvPr id="5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3B1BF4B-C7F8-4F0F-B21B-839AF507B10A}" type="slidenum">
              <a:rPr lang="en-US" smtClean="0"/>
              <a:pPr/>
              <a:t>12</a:t>
            </a:fld>
            <a:endParaRPr lang="en-US" smtClean="0"/>
          </a:p>
        </p:txBody>
      </p:sp>
      <p:sp>
        <p:nvSpPr>
          <p:cNvPr id="5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55BB3A7-B970-40ED-9901-C0552C3D92D7}" type="slidenum">
              <a:rPr lang="en-US" smtClean="0"/>
              <a:pPr/>
              <a:t>13</a:t>
            </a:fld>
            <a:endParaRPr lang="en-US" smtClean="0"/>
          </a:p>
        </p:txBody>
      </p:sp>
      <p:sp>
        <p:nvSpPr>
          <p:cNvPr id="5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12CDDB8-17B8-4AE8-AFA2-F813FDF206F2}" type="slidenum">
              <a:rPr lang="en-US" smtClean="0"/>
              <a:pPr/>
              <a:t>14</a:t>
            </a:fld>
            <a:endParaRPr lang="en-US" smtClean="0"/>
          </a:p>
        </p:txBody>
      </p:sp>
      <p:sp>
        <p:nvSpPr>
          <p:cNvPr id="5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2D8956C-D238-49F1-898E-75A5D1C2B547}" type="slidenum">
              <a:rPr lang="en-US" smtClean="0"/>
              <a:pPr/>
              <a:t>15</a:t>
            </a:fld>
            <a:endParaRPr lang="en-US" smtClean="0"/>
          </a:p>
        </p:txBody>
      </p:sp>
      <p:sp>
        <p:nvSpPr>
          <p:cNvPr id="5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888A1CE-188F-4C51-9222-7FA2C2518BCF}" type="slidenum">
              <a:rPr lang="en-US" smtClean="0"/>
              <a:pPr/>
              <a:t>16</a:t>
            </a:fld>
            <a:endParaRPr lang="en-US" smtClean="0"/>
          </a:p>
        </p:txBody>
      </p:sp>
      <p:sp>
        <p:nvSpPr>
          <p:cNvPr id="6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9256D86-26AD-41B5-9440-5B325407626B}" type="slidenum">
              <a:rPr lang="en-US" smtClean="0"/>
              <a:pPr/>
              <a:t>17</a:t>
            </a:fld>
            <a:endParaRPr lang="en-US" smtClean="0"/>
          </a:p>
        </p:txBody>
      </p:sp>
      <p:sp>
        <p:nvSpPr>
          <p:cNvPr id="6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0FDDF81-DB7E-434A-B716-F5EF71DA9F09}" type="slidenum">
              <a:rPr lang="en-US" smtClean="0"/>
              <a:pPr/>
              <a:t>18</a:t>
            </a:fld>
            <a:endParaRPr lang="en-US" smtClean="0"/>
          </a:p>
        </p:txBody>
      </p:sp>
      <p:sp>
        <p:nvSpPr>
          <p:cNvPr id="6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2A338-8FDA-4E27-BF10-4E553AA3A547}" type="slidenum">
              <a:rPr lang="en-US" smtClean="0"/>
              <a:pPr/>
              <a:t>19</a:t>
            </a:fld>
            <a:endParaRPr lang="en-US" smtClean="0"/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20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21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22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23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24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25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26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27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28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29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30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31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32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2A338-8FDA-4E27-BF10-4E553AA3A547}" type="slidenum">
              <a:rPr lang="en-US" smtClean="0"/>
              <a:pPr/>
              <a:t>33</a:t>
            </a:fld>
            <a:endParaRPr lang="en-US" smtClean="0"/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35C9C8-DD88-4F34-8A70-A326FE172337}" type="slidenum">
              <a:rPr lang="en-US" smtClean="0"/>
              <a:pPr/>
              <a:t>34</a:t>
            </a:fld>
            <a:endParaRPr lang="en-US" smtClean="0"/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2A338-8FDA-4E27-BF10-4E553AA3A547}" type="slidenum">
              <a:rPr lang="en-US" smtClean="0"/>
              <a:pPr/>
              <a:t>35</a:t>
            </a:fld>
            <a:endParaRPr lang="en-US" smtClean="0"/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36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37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38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39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49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58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2A338-8FDA-4E27-BF10-4E553AA3A547}" type="slidenum">
              <a:rPr lang="en-US" smtClean="0"/>
              <a:pPr/>
              <a:t>59</a:t>
            </a:fld>
            <a:endParaRPr lang="en-US" smtClean="0"/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69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79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89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91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92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93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94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95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96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97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99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100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E31907-9357-4732-B6B6-B96F784C3988}" type="slidenum">
              <a:rPr lang="en-US" smtClean="0"/>
              <a:pPr/>
              <a:t>108</a:t>
            </a:fld>
            <a:endParaRPr lang="en-US" smtClean="0"/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8BC5892-A045-4F82-A9EC-06DFD3B5A1B7}" type="slidenum">
              <a:rPr lang="en-US" smtClean="0"/>
              <a:pPr/>
              <a:t>109</a:t>
            </a:fld>
            <a:endParaRPr lang="en-US" smtClean="0"/>
          </a:p>
        </p:txBody>
      </p:sp>
      <p:sp>
        <p:nvSpPr>
          <p:cNvPr id="4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6A29D50-3A8F-4545-B2E1-D40D642018E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EAFC072-0585-4EA4-B517-3C286EAD617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D4585BD-A7DA-4D00-90C2-E3EDAE29163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BE0312-2790-4285-B0BE-AAECA5A47D9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106C98-7435-4DFA-896D-8C4BC36CA36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17B024F-4CA5-4E3C-A067-C198B995044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5641FE2-17ED-4E26-9B31-4B039984FED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19E910-7AC2-44C7-87CD-BE5D08734F8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F8E927-2C9E-4D3E-BC71-563560EC382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2ACCAB-F082-412E-AB56-D9A7F9B6FFA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31283C-F9E5-49EF-8BB3-07335649527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fol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>
                <a:latin typeface="+mn-lt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>
                <a:latin typeface="+mn-lt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>
                <a:latin typeface="+mn-lt"/>
              </a:defRPr>
            </a:lvl1pPr>
          </a:lstStyle>
          <a:p>
            <a:pPr>
              <a:defRPr/>
            </a:pPr>
            <a:fld id="{28EDBC79-5551-45B7-8A05-327256B7984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19800"/>
            <a:ext cx="1905000" cy="457200"/>
          </a:xfrm>
        </p:spPr>
        <p:txBody>
          <a:bodyPr/>
          <a:lstStyle/>
          <a:p>
            <a:pPr>
              <a:defRPr/>
            </a:pPr>
            <a:fld id="{920A15DB-6053-4199-931E-CFB0FBC436A3}" type="slidenum">
              <a:rPr lang="en-US"/>
              <a:pPr>
                <a:defRPr/>
              </a:pPr>
              <a:t>1</a:t>
            </a:fld>
            <a:endParaRPr lang="en-US" dirty="0"/>
          </a:p>
        </p:txBody>
      </p:sp>
      <p:sp>
        <p:nvSpPr>
          <p:cNvPr id="2052" name="Text Box 63"/>
          <p:cNvSpPr txBox="1">
            <a:spLocks noChangeArrowheads="1"/>
          </p:cNvSpPr>
          <p:nvPr/>
        </p:nvSpPr>
        <p:spPr bwMode="auto">
          <a:xfrm>
            <a:off x="2892425" y="990600"/>
            <a:ext cx="2565400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400" b="0" dirty="0">
                <a:solidFill>
                  <a:schemeClr val="tx2"/>
                </a:solidFill>
              </a:rPr>
              <a:t>January 18, 2010</a:t>
            </a:r>
          </a:p>
        </p:txBody>
      </p:sp>
      <p:sp>
        <p:nvSpPr>
          <p:cNvPr id="2053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</a:rPr>
              <a:t/>
            </a:r>
            <a:br>
              <a:rPr lang="en-US" sz="3600" b="0" dirty="0">
                <a:solidFill>
                  <a:schemeClr val="tx2"/>
                </a:solidFill>
              </a:rPr>
            </a:br>
            <a:r>
              <a:rPr lang="en-US" sz="3200" b="0" dirty="0">
                <a:solidFill>
                  <a:schemeClr val="tx2"/>
                </a:solidFill>
              </a:rPr>
              <a:t>Shape Replication through Self-Assembly and </a:t>
            </a:r>
            <a:r>
              <a:rPr lang="en-US" sz="3200" b="0" dirty="0" err="1">
                <a:solidFill>
                  <a:schemeClr val="tx2"/>
                </a:solidFill>
              </a:rPr>
              <a:t>Rnase</a:t>
            </a:r>
            <a:r>
              <a:rPr lang="en-US" sz="3200" b="0" dirty="0">
                <a:solidFill>
                  <a:schemeClr val="tx2"/>
                </a:solidFill>
              </a:rPr>
              <a:t> Enzymes  </a:t>
            </a:r>
            <a:endParaRPr lang="en-US" sz="3600" b="0" dirty="0">
              <a:solidFill>
                <a:schemeClr val="tx2"/>
              </a:solidFill>
            </a:endParaRPr>
          </a:p>
        </p:txBody>
      </p:sp>
      <p:sp>
        <p:nvSpPr>
          <p:cNvPr id="2054" name="TextBox 64"/>
          <p:cNvSpPr txBox="1">
            <a:spLocks noChangeArrowheads="1"/>
          </p:cNvSpPr>
          <p:nvPr/>
        </p:nvSpPr>
        <p:spPr bwMode="auto">
          <a:xfrm>
            <a:off x="381000" y="4661118"/>
            <a:ext cx="8229600" cy="1815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1400" dirty="0"/>
              <a:t>Zachary Abel	</a:t>
            </a:r>
            <a:r>
              <a:rPr lang="en-US" sz="1400" dirty="0" smtClean="0"/>
              <a:t>Harvard </a:t>
            </a:r>
            <a:r>
              <a:rPr lang="en-US" sz="1400" dirty="0"/>
              <a:t>University</a:t>
            </a:r>
          </a:p>
          <a:p>
            <a:r>
              <a:rPr lang="en-US" sz="1400" dirty="0"/>
              <a:t>Nadia </a:t>
            </a:r>
            <a:r>
              <a:rPr lang="en-US" sz="1400" dirty="0" err="1"/>
              <a:t>Benbernou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 err="1"/>
              <a:t>Mirela</a:t>
            </a:r>
            <a:r>
              <a:rPr lang="en-US" sz="1400" dirty="0"/>
              <a:t> Damian	</a:t>
            </a:r>
            <a:r>
              <a:rPr lang="en-US" sz="1400" dirty="0" smtClean="0"/>
              <a:t>Villanova </a:t>
            </a:r>
            <a:r>
              <a:rPr lang="en-US" sz="1400" dirty="0"/>
              <a:t>University</a:t>
            </a:r>
          </a:p>
          <a:p>
            <a:r>
              <a:rPr lang="en-US" sz="1400" dirty="0"/>
              <a:t>Erik D. </a:t>
            </a:r>
            <a:r>
              <a:rPr lang="en-US" sz="1400" dirty="0" err="1"/>
              <a:t>Demaine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/>
              <a:t>Martin </a:t>
            </a:r>
            <a:r>
              <a:rPr lang="en-US" sz="1400" dirty="0" err="1"/>
              <a:t>Demaine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/>
              <a:t>Robin Flatland	</a:t>
            </a:r>
            <a:r>
              <a:rPr lang="en-US" sz="1400" dirty="0" smtClean="0"/>
              <a:t>Siena </a:t>
            </a:r>
            <a:r>
              <a:rPr lang="en-US" sz="1400" dirty="0"/>
              <a:t>College</a:t>
            </a:r>
          </a:p>
          <a:p>
            <a:r>
              <a:rPr lang="en-US" sz="1400" dirty="0" err="1"/>
              <a:t>Skott</a:t>
            </a:r>
            <a:r>
              <a:rPr lang="en-US" sz="1400" dirty="0"/>
              <a:t> D. </a:t>
            </a:r>
            <a:r>
              <a:rPr lang="en-US" sz="1400" dirty="0" err="1"/>
              <a:t>Kominers</a:t>
            </a:r>
            <a:r>
              <a:rPr lang="en-US" sz="1400" dirty="0"/>
              <a:t>	Harvard University</a:t>
            </a:r>
          </a:p>
          <a:p>
            <a:r>
              <a:rPr lang="en-US" sz="1400" dirty="0">
                <a:solidFill>
                  <a:srgbClr val="FF0000"/>
                </a:solidFill>
              </a:rPr>
              <a:t>Robert </a:t>
            </a:r>
            <a:r>
              <a:rPr lang="en-US" sz="1400" dirty="0" err="1">
                <a:solidFill>
                  <a:srgbClr val="FF0000"/>
                </a:solidFill>
              </a:rPr>
              <a:t>Schweller</a:t>
            </a:r>
            <a:r>
              <a:rPr lang="en-US" sz="1400" dirty="0"/>
              <a:t>	University of Texas Pan American</a:t>
            </a:r>
          </a:p>
        </p:txBody>
      </p:sp>
      <p:grpSp>
        <p:nvGrpSpPr>
          <p:cNvPr id="251" name="Group 250"/>
          <p:cNvGrpSpPr/>
          <p:nvPr/>
        </p:nvGrpSpPr>
        <p:grpSpPr>
          <a:xfrm>
            <a:off x="1143000" y="2133600"/>
            <a:ext cx="6667500" cy="2501900"/>
            <a:chOff x="419100" y="1917700"/>
            <a:chExt cx="7321550" cy="2701926"/>
          </a:xfrm>
        </p:grpSpPr>
        <p:grpSp>
          <p:nvGrpSpPr>
            <p:cNvPr id="140" name="Group 139"/>
            <p:cNvGrpSpPr/>
            <p:nvPr/>
          </p:nvGrpSpPr>
          <p:grpSpPr>
            <a:xfrm>
              <a:off x="838200" y="2362200"/>
              <a:ext cx="2095500" cy="1689100"/>
              <a:chOff x="6172200" y="2362200"/>
              <a:chExt cx="2095500" cy="1689100"/>
            </a:xfrm>
          </p:grpSpPr>
          <p:sp>
            <p:nvSpPr>
              <p:cNvPr id="65" name="Rectangle 58"/>
              <p:cNvSpPr>
                <a:spLocks noChangeArrowheads="1"/>
              </p:cNvSpPr>
              <p:nvPr/>
            </p:nvSpPr>
            <p:spPr bwMode="auto">
              <a:xfrm>
                <a:off x="61722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7" name="Rectangle 58"/>
              <p:cNvSpPr>
                <a:spLocks noChangeArrowheads="1"/>
              </p:cNvSpPr>
              <p:nvPr/>
            </p:nvSpPr>
            <p:spPr bwMode="auto">
              <a:xfrm>
                <a:off x="61722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8" name="Rectangle 58"/>
              <p:cNvSpPr>
                <a:spLocks noChangeArrowheads="1"/>
              </p:cNvSpPr>
              <p:nvPr/>
            </p:nvSpPr>
            <p:spPr bwMode="auto">
              <a:xfrm>
                <a:off x="65913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9" name="Rectangle 58"/>
              <p:cNvSpPr>
                <a:spLocks noChangeArrowheads="1"/>
              </p:cNvSpPr>
              <p:nvPr/>
            </p:nvSpPr>
            <p:spPr bwMode="auto">
              <a:xfrm>
                <a:off x="65913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0" name="Rectangle 58"/>
              <p:cNvSpPr>
                <a:spLocks noChangeArrowheads="1"/>
              </p:cNvSpPr>
              <p:nvPr/>
            </p:nvSpPr>
            <p:spPr bwMode="auto">
              <a:xfrm>
                <a:off x="70104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1" name="Rectangle 58"/>
              <p:cNvSpPr>
                <a:spLocks noChangeArrowheads="1"/>
              </p:cNvSpPr>
              <p:nvPr/>
            </p:nvSpPr>
            <p:spPr bwMode="auto">
              <a:xfrm>
                <a:off x="70104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2" name="Rectangle 58"/>
              <p:cNvSpPr>
                <a:spLocks noChangeArrowheads="1"/>
              </p:cNvSpPr>
              <p:nvPr/>
            </p:nvSpPr>
            <p:spPr bwMode="auto">
              <a:xfrm>
                <a:off x="74295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3" name="Rectangle 58"/>
              <p:cNvSpPr>
                <a:spLocks noChangeArrowheads="1"/>
              </p:cNvSpPr>
              <p:nvPr/>
            </p:nvSpPr>
            <p:spPr bwMode="auto">
              <a:xfrm>
                <a:off x="74295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5" name="Rectangle 58"/>
              <p:cNvSpPr>
                <a:spLocks noChangeArrowheads="1"/>
              </p:cNvSpPr>
              <p:nvPr/>
            </p:nvSpPr>
            <p:spPr bwMode="auto">
              <a:xfrm>
                <a:off x="78486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6" name="Rectangle 58"/>
              <p:cNvSpPr>
                <a:spLocks noChangeArrowheads="1"/>
              </p:cNvSpPr>
              <p:nvPr/>
            </p:nvSpPr>
            <p:spPr bwMode="auto">
              <a:xfrm>
                <a:off x="78486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7" name="Rectangle 58"/>
              <p:cNvSpPr>
                <a:spLocks noChangeArrowheads="1"/>
              </p:cNvSpPr>
              <p:nvPr/>
            </p:nvSpPr>
            <p:spPr bwMode="auto">
              <a:xfrm>
                <a:off x="7429500" y="27876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8" name="Rectangle 58"/>
              <p:cNvSpPr>
                <a:spLocks noChangeArrowheads="1"/>
              </p:cNvSpPr>
              <p:nvPr/>
            </p:nvSpPr>
            <p:spPr bwMode="auto">
              <a:xfrm>
                <a:off x="7429500" y="23622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9" name="Rectangle 58"/>
              <p:cNvSpPr>
                <a:spLocks noChangeArrowheads="1"/>
              </p:cNvSpPr>
              <p:nvPr/>
            </p:nvSpPr>
            <p:spPr bwMode="auto">
              <a:xfrm>
                <a:off x="7848600" y="27876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80" name="Rectangle 58"/>
              <p:cNvSpPr>
                <a:spLocks noChangeArrowheads="1"/>
              </p:cNvSpPr>
              <p:nvPr/>
            </p:nvSpPr>
            <p:spPr bwMode="auto">
              <a:xfrm>
                <a:off x="7848600" y="23622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</p:grpSp>
        <p:sp>
          <p:nvSpPr>
            <p:cNvPr id="81" name="Rectangle 58"/>
            <p:cNvSpPr>
              <a:spLocks noChangeArrowheads="1"/>
            </p:cNvSpPr>
            <p:nvPr/>
          </p:nvSpPr>
          <p:spPr bwMode="auto">
            <a:xfrm>
              <a:off x="1676399" y="27559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82" name="Rectangle 59"/>
            <p:cNvSpPr>
              <a:spLocks noChangeArrowheads="1"/>
            </p:cNvSpPr>
            <p:nvPr/>
          </p:nvSpPr>
          <p:spPr bwMode="auto">
            <a:xfrm>
              <a:off x="2036762" y="2814638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Rectangle 60"/>
            <p:cNvSpPr>
              <a:spLocks noChangeArrowheads="1"/>
            </p:cNvSpPr>
            <p:nvPr/>
          </p:nvSpPr>
          <p:spPr bwMode="auto">
            <a:xfrm>
              <a:off x="1676399" y="2814638"/>
              <a:ext cx="55563" cy="307975"/>
            </a:xfrm>
            <a:prstGeom prst="rect">
              <a:avLst/>
            </a:prstGeom>
            <a:solidFill>
              <a:srgbClr val="0070C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Rectangle 61"/>
            <p:cNvSpPr>
              <a:spLocks noChangeArrowheads="1"/>
            </p:cNvSpPr>
            <p:nvPr/>
          </p:nvSpPr>
          <p:spPr bwMode="auto">
            <a:xfrm rot="16200000">
              <a:off x="1854199" y="2633663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Rectangle 62"/>
            <p:cNvSpPr>
              <a:spLocks noChangeArrowheads="1"/>
            </p:cNvSpPr>
            <p:nvPr/>
          </p:nvSpPr>
          <p:spPr bwMode="auto">
            <a:xfrm rot="16200000">
              <a:off x="1854199" y="3000375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Rectangle 58"/>
            <p:cNvSpPr>
              <a:spLocks noChangeArrowheads="1"/>
            </p:cNvSpPr>
            <p:nvPr/>
          </p:nvSpPr>
          <p:spPr bwMode="auto">
            <a:xfrm>
              <a:off x="1676399" y="23296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87" name="Rectangle 59"/>
            <p:cNvSpPr>
              <a:spLocks noChangeArrowheads="1"/>
            </p:cNvSpPr>
            <p:nvPr/>
          </p:nvSpPr>
          <p:spPr bwMode="auto">
            <a:xfrm>
              <a:off x="2036762" y="2388394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Rectangle 60"/>
            <p:cNvSpPr>
              <a:spLocks noChangeArrowheads="1"/>
            </p:cNvSpPr>
            <p:nvPr/>
          </p:nvSpPr>
          <p:spPr bwMode="auto">
            <a:xfrm>
              <a:off x="1676399" y="2388394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Rectangle 61"/>
            <p:cNvSpPr>
              <a:spLocks noChangeArrowheads="1"/>
            </p:cNvSpPr>
            <p:nvPr/>
          </p:nvSpPr>
          <p:spPr bwMode="auto">
            <a:xfrm rot="16200000">
              <a:off x="1854199" y="2207419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Rectangle 62"/>
            <p:cNvSpPr>
              <a:spLocks noChangeArrowheads="1"/>
            </p:cNvSpPr>
            <p:nvPr/>
          </p:nvSpPr>
          <p:spPr bwMode="auto">
            <a:xfrm rot="16200000">
              <a:off x="1854199" y="25741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Rectangle 58"/>
            <p:cNvSpPr>
              <a:spLocks noChangeArrowheads="1"/>
            </p:cNvSpPr>
            <p:nvPr/>
          </p:nvSpPr>
          <p:spPr bwMode="auto">
            <a:xfrm>
              <a:off x="1676399" y="19177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92" name="Rectangle 59"/>
            <p:cNvSpPr>
              <a:spLocks noChangeArrowheads="1"/>
            </p:cNvSpPr>
            <p:nvPr/>
          </p:nvSpPr>
          <p:spPr bwMode="auto">
            <a:xfrm>
              <a:off x="2036762" y="1976438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Rectangle 60"/>
            <p:cNvSpPr>
              <a:spLocks noChangeArrowheads="1"/>
            </p:cNvSpPr>
            <p:nvPr/>
          </p:nvSpPr>
          <p:spPr bwMode="auto">
            <a:xfrm>
              <a:off x="1676399" y="1976438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Rectangle 61"/>
            <p:cNvSpPr>
              <a:spLocks noChangeArrowheads="1"/>
            </p:cNvSpPr>
            <p:nvPr/>
          </p:nvSpPr>
          <p:spPr bwMode="auto">
            <a:xfrm rot="16200000">
              <a:off x="1854199" y="17954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Rectangle 62"/>
            <p:cNvSpPr>
              <a:spLocks noChangeArrowheads="1"/>
            </p:cNvSpPr>
            <p:nvPr/>
          </p:nvSpPr>
          <p:spPr bwMode="auto">
            <a:xfrm rot="16200000">
              <a:off x="1854199" y="2162175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Rectangle 58"/>
            <p:cNvSpPr>
              <a:spLocks noChangeArrowheads="1"/>
            </p:cNvSpPr>
            <p:nvPr/>
          </p:nvSpPr>
          <p:spPr bwMode="auto">
            <a:xfrm>
              <a:off x="2095500" y="19177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97" name="Rectangle 59"/>
            <p:cNvSpPr>
              <a:spLocks noChangeArrowheads="1"/>
            </p:cNvSpPr>
            <p:nvPr/>
          </p:nvSpPr>
          <p:spPr bwMode="auto">
            <a:xfrm>
              <a:off x="2455863" y="19764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Rectangle 60"/>
            <p:cNvSpPr>
              <a:spLocks noChangeArrowheads="1"/>
            </p:cNvSpPr>
            <p:nvPr/>
          </p:nvSpPr>
          <p:spPr bwMode="auto">
            <a:xfrm>
              <a:off x="2095500" y="1976438"/>
              <a:ext cx="55563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Rectangle 61"/>
            <p:cNvSpPr>
              <a:spLocks noChangeArrowheads="1"/>
            </p:cNvSpPr>
            <p:nvPr/>
          </p:nvSpPr>
          <p:spPr bwMode="auto">
            <a:xfrm rot="16200000">
              <a:off x="2273300" y="17954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Rectangle 62"/>
            <p:cNvSpPr>
              <a:spLocks noChangeArrowheads="1"/>
            </p:cNvSpPr>
            <p:nvPr/>
          </p:nvSpPr>
          <p:spPr bwMode="auto">
            <a:xfrm rot="16200000">
              <a:off x="2273300" y="2162175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Rectangle 58"/>
            <p:cNvSpPr>
              <a:spLocks noChangeArrowheads="1"/>
            </p:cNvSpPr>
            <p:nvPr/>
          </p:nvSpPr>
          <p:spPr bwMode="auto">
            <a:xfrm>
              <a:off x="2933700" y="35941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02" name="Rectangle 59"/>
            <p:cNvSpPr>
              <a:spLocks noChangeArrowheads="1"/>
            </p:cNvSpPr>
            <p:nvPr/>
          </p:nvSpPr>
          <p:spPr bwMode="auto">
            <a:xfrm>
              <a:off x="3294063" y="36528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Rectangle 60"/>
            <p:cNvSpPr>
              <a:spLocks noChangeArrowheads="1"/>
            </p:cNvSpPr>
            <p:nvPr/>
          </p:nvSpPr>
          <p:spPr bwMode="auto">
            <a:xfrm>
              <a:off x="2933700" y="3652838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Rectangle 61"/>
            <p:cNvSpPr>
              <a:spLocks noChangeArrowheads="1"/>
            </p:cNvSpPr>
            <p:nvPr/>
          </p:nvSpPr>
          <p:spPr bwMode="auto">
            <a:xfrm rot="16200000">
              <a:off x="3111500" y="34718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Rectangle 62"/>
            <p:cNvSpPr>
              <a:spLocks noChangeArrowheads="1"/>
            </p:cNvSpPr>
            <p:nvPr/>
          </p:nvSpPr>
          <p:spPr bwMode="auto">
            <a:xfrm rot="16200000">
              <a:off x="3111500" y="3838575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Rectangle 58"/>
            <p:cNvSpPr>
              <a:spLocks noChangeArrowheads="1"/>
            </p:cNvSpPr>
            <p:nvPr/>
          </p:nvSpPr>
          <p:spPr bwMode="auto">
            <a:xfrm>
              <a:off x="2933700" y="40060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07" name="Rectangle 59"/>
            <p:cNvSpPr>
              <a:spLocks noChangeArrowheads="1"/>
            </p:cNvSpPr>
            <p:nvPr/>
          </p:nvSpPr>
          <p:spPr bwMode="auto">
            <a:xfrm>
              <a:off x="3294063" y="4064794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Rectangle 60"/>
            <p:cNvSpPr>
              <a:spLocks noChangeArrowheads="1"/>
            </p:cNvSpPr>
            <p:nvPr/>
          </p:nvSpPr>
          <p:spPr bwMode="auto">
            <a:xfrm>
              <a:off x="2933700" y="4064794"/>
              <a:ext cx="55563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Rectangle 61"/>
            <p:cNvSpPr>
              <a:spLocks noChangeArrowheads="1"/>
            </p:cNvSpPr>
            <p:nvPr/>
          </p:nvSpPr>
          <p:spPr bwMode="auto">
            <a:xfrm rot="16200000">
              <a:off x="3111500" y="3883819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Rectangle 62"/>
            <p:cNvSpPr>
              <a:spLocks noChangeArrowheads="1"/>
            </p:cNvSpPr>
            <p:nvPr/>
          </p:nvSpPr>
          <p:spPr bwMode="auto">
            <a:xfrm rot="16200000">
              <a:off x="3111500" y="42505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Rectangle 58"/>
            <p:cNvSpPr>
              <a:spLocks noChangeArrowheads="1"/>
            </p:cNvSpPr>
            <p:nvPr/>
          </p:nvSpPr>
          <p:spPr bwMode="auto">
            <a:xfrm>
              <a:off x="2400300" y="41584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12" name="Rectangle 59"/>
            <p:cNvSpPr>
              <a:spLocks noChangeArrowheads="1"/>
            </p:cNvSpPr>
            <p:nvPr/>
          </p:nvSpPr>
          <p:spPr bwMode="auto">
            <a:xfrm>
              <a:off x="2760663" y="4217194"/>
              <a:ext cx="58738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Rectangle 60"/>
            <p:cNvSpPr>
              <a:spLocks noChangeArrowheads="1"/>
            </p:cNvSpPr>
            <p:nvPr/>
          </p:nvSpPr>
          <p:spPr bwMode="auto">
            <a:xfrm>
              <a:off x="2400300" y="4217194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Rectangle 61"/>
            <p:cNvSpPr>
              <a:spLocks noChangeArrowheads="1"/>
            </p:cNvSpPr>
            <p:nvPr/>
          </p:nvSpPr>
          <p:spPr bwMode="auto">
            <a:xfrm rot="16200000">
              <a:off x="2578100" y="4036219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Rectangle 62"/>
            <p:cNvSpPr>
              <a:spLocks noChangeArrowheads="1"/>
            </p:cNvSpPr>
            <p:nvPr/>
          </p:nvSpPr>
          <p:spPr bwMode="auto">
            <a:xfrm rot="16200000">
              <a:off x="2578100" y="44029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Rectangle 10"/>
            <p:cNvSpPr>
              <a:spLocks noChangeArrowheads="1"/>
            </p:cNvSpPr>
            <p:nvPr/>
          </p:nvSpPr>
          <p:spPr bwMode="auto">
            <a:xfrm>
              <a:off x="419100" y="4051300"/>
              <a:ext cx="419100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42" name="Rectangle 11"/>
            <p:cNvSpPr>
              <a:spLocks noChangeArrowheads="1"/>
            </p:cNvSpPr>
            <p:nvPr/>
          </p:nvSpPr>
          <p:spPr bwMode="auto">
            <a:xfrm>
              <a:off x="782638" y="4110038"/>
              <a:ext cx="55563" cy="311150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Rectangle 12"/>
            <p:cNvSpPr>
              <a:spLocks noChangeArrowheads="1"/>
            </p:cNvSpPr>
            <p:nvPr/>
          </p:nvSpPr>
          <p:spPr bwMode="auto">
            <a:xfrm>
              <a:off x="419100" y="4110038"/>
              <a:ext cx="55563" cy="311150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Rectangle 13"/>
            <p:cNvSpPr>
              <a:spLocks noChangeArrowheads="1"/>
            </p:cNvSpPr>
            <p:nvPr/>
          </p:nvSpPr>
          <p:spPr bwMode="auto">
            <a:xfrm rot="16200000">
              <a:off x="598488" y="3927475"/>
              <a:ext cx="58738" cy="30797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Rectangle 14"/>
            <p:cNvSpPr>
              <a:spLocks noChangeArrowheads="1"/>
            </p:cNvSpPr>
            <p:nvPr/>
          </p:nvSpPr>
          <p:spPr bwMode="auto">
            <a:xfrm rot="16200000">
              <a:off x="598488" y="4297363"/>
              <a:ext cx="58738" cy="307975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Rectangle 45"/>
            <p:cNvSpPr>
              <a:spLocks noChangeArrowheads="1"/>
            </p:cNvSpPr>
            <p:nvPr/>
          </p:nvSpPr>
          <p:spPr bwMode="auto">
            <a:xfrm>
              <a:off x="419100" y="3625056"/>
              <a:ext cx="415925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47" name="Rectangle 46"/>
            <p:cNvSpPr>
              <a:spLocks noChangeArrowheads="1"/>
            </p:cNvSpPr>
            <p:nvPr/>
          </p:nvSpPr>
          <p:spPr bwMode="auto">
            <a:xfrm>
              <a:off x="779463" y="3683794"/>
              <a:ext cx="55563" cy="307975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Rectangle 47"/>
            <p:cNvSpPr>
              <a:spLocks noChangeArrowheads="1"/>
            </p:cNvSpPr>
            <p:nvPr/>
          </p:nvSpPr>
          <p:spPr bwMode="auto">
            <a:xfrm>
              <a:off x="419100" y="3683794"/>
              <a:ext cx="55563" cy="307975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Rectangle 48"/>
            <p:cNvSpPr>
              <a:spLocks noChangeArrowheads="1"/>
            </p:cNvSpPr>
            <p:nvPr/>
          </p:nvSpPr>
          <p:spPr bwMode="auto">
            <a:xfrm rot="16200000">
              <a:off x="596900" y="3502819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Rectangle 49"/>
            <p:cNvSpPr>
              <a:spLocks noChangeArrowheads="1"/>
            </p:cNvSpPr>
            <p:nvPr/>
          </p:nvSpPr>
          <p:spPr bwMode="auto">
            <a:xfrm rot="16200000">
              <a:off x="596900" y="3869531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Rectangle 20"/>
            <p:cNvSpPr>
              <a:spLocks noChangeArrowheads="1"/>
            </p:cNvSpPr>
            <p:nvPr/>
          </p:nvSpPr>
          <p:spPr bwMode="auto">
            <a:xfrm>
              <a:off x="3238500" y="29083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52" name="Rectangle 21"/>
            <p:cNvSpPr>
              <a:spLocks noChangeArrowheads="1"/>
            </p:cNvSpPr>
            <p:nvPr/>
          </p:nvSpPr>
          <p:spPr bwMode="auto">
            <a:xfrm>
              <a:off x="3602037" y="2967038"/>
              <a:ext cx="55563" cy="307975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Rectangle 22"/>
            <p:cNvSpPr>
              <a:spLocks noChangeArrowheads="1"/>
            </p:cNvSpPr>
            <p:nvPr/>
          </p:nvSpPr>
          <p:spPr bwMode="auto">
            <a:xfrm>
              <a:off x="3238500" y="2967038"/>
              <a:ext cx="57150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Rectangle 23"/>
            <p:cNvSpPr>
              <a:spLocks noChangeArrowheads="1"/>
            </p:cNvSpPr>
            <p:nvPr/>
          </p:nvSpPr>
          <p:spPr bwMode="auto">
            <a:xfrm rot="16200000">
              <a:off x="3419475" y="2784475"/>
              <a:ext cx="58738" cy="306388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Rectangle 24"/>
            <p:cNvSpPr>
              <a:spLocks noChangeArrowheads="1"/>
            </p:cNvSpPr>
            <p:nvPr/>
          </p:nvSpPr>
          <p:spPr bwMode="auto">
            <a:xfrm rot="16200000">
              <a:off x="3419475" y="3151188"/>
              <a:ext cx="58738" cy="306388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Rectangle 58"/>
            <p:cNvSpPr>
              <a:spLocks noChangeArrowheads="1"/>
            </p:cNvSpPr>
            <p:nvPr/>
          </p:nvSpPr>
          <p:spPr bwMode="auto">
            <a:xfrm>
              <a:off x="838199" y="40513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57" name="Rectangle 59"/>
            <p:cNvSpPr>
              <a:spLocks noChangeArrowheads="1"/>
            </p:cNvSpPr>
            <p:nvPr/>
          </p:nvSpPr>
          <p:spPr bwMode="auto">
            <a:xfrm>
              <a:off x="1198562" y="4110038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Rectangle 60"/>
            <p:cNvSpPr>
              <a:spLocks noChangeArrowheads="1"/>
            </p:cNvSpPr>
            <p:nvPr/>
          </p:nvSpPr>
          <p:spPr bwMode="auto">
            <a:xfrm>
              <a:off x="838199" y="4110038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Rectangle 61"/>
            <p:cNvSpPr>
              <a:spLocks noChangeArrowheads="1"/>
            </p:cNvSpPr>
            <p:nvPr/>
          </p:nvSpPr>
          <p:spPr bwMode="auto">
            <a:xfrm rot="16200000">
              <a:off x="1015999" y="3929063"/>
              <a:ext cx="58738" cy="3048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Rectangle 62"/>
            <p:cNvSpPr>
              <a:spLocks noChangeArrowheads="1"/>
            </p:cNvSpPr>
            <p:nvPr/>
          </p:nvSpPr>
          <p:spPr bwMode="auto">
            <a:xfrm rot="16200000">
              <a:off x="1015999" y="4295775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Rectangle 10"/>
            <p:cNvSpPr>
              <a:spLocks noChangeArrowheads="1"/>
            </p:cNvSpPr>
            <p:nvPr/>
          </p:nvSpPr>
          <p:spPr bwMode="auto">
            <a:xfrm>
              <a:off x="723900" y="2298700"/>
              <a:ext cx="419100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62" name="Rectangle 11"/>
            <p:cNvSpPr>
              <a:spLocks noChangeArrowheads="1"/>
            </p:cNvSpPr>
            <p:nvPr/>
          </p:nvSpPr>
          <p:spPr bwMode="auto">
            <a:xfrm>
              <a:off x="1087438" y="2357438"/>
              <a:ext cx="55563" cy="311150"/>
            </a:xfrm>
            <a:prstGeom prst="rect">
              <a:avLst/>
            </a:prstGeom>
            <a:solidFill>
              <a:srgbClr val="0070C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Rectangle 12"/>
            <p:cNvSpPr>
              <a:spLocks noChangeArrowheads="1"/>
            </p:cNvSpPr>
            <p:nvPr/>
          </p:nvSpPr>
          <p:spPr bwMode="auto">
            <a:xfrm>
              <a:off x="723900" y="2357438"/>
              <a:ext cx="55563" cy="311150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Rectangle 13"/>
            <p:cNvSpPr>
              <a:spLocks noChangeArrowheads="1"/>
            </p:cNvSpPr>
            <p:nvPr/>
          </p:nvSpPr>
          <p:spPr bwMode="auto">
            <a:xfrm rot="16200000">
              <a:off x="903288" y="2174875"/>
              <a:ext cx="58738" cy="30797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Rectangle 14"/>
            <p:cNvSpPr>
              <a:spLocks noChangeArrowheads="1"/>
            </p:cNvSpPr>
            <p:nvPr/>
          </p:nvSpPr>
          <p:spPr bwMode="auto">
            <a:xfrm rot="16200000">
              <a:off x="903288" y="2544763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Line 50"/>
            <p:cNvSpPr>
              <a:spLocks noChangeShapeType="1"/>
            </p:cNvSpPr>
            <p:nvPr/>
          </p:nvSpPr>
          <p:spPr bwMode="auto">
            <a:xfrm>
              <a:off x="1235074" y="2755901"/>
              <a:ext cx="250825" cy="304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Line 50"/>
            <p:cNvSpPr>
              <a:spLocks noChangeShapeType="1"/>
            </p:cNvSpPr>
            <p:nvPr/>
          </p:nvSpPr>
          <p:spPr bwMode="auto">
            <a:xfrm flipH="1">
              <a:off x="3009901" y="3365500"/>
              <a:ext cx="228600" cy="15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Rectangle 15"/>
            <p:cNvSpPr>
              <a:spLocks noChangeArrowheads="1"/>
            </p:cNvSpPr>
            <p:nvPr/>
          </p:nvSpPr>
          <p:spPr bwMode="auto">
            <a:xfrm>
              <a:off x="7321550" y="197485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69" name="Rectangle 16"/>
            <p:cNvSpPr>
              <a:spLocks noChangeArrowheads="1"/>
            </p:cNvSpPr>
            <p:nvPr/>
          </p:nvSpPr>
          <p:spPr bwMode="auto">
            <a:xfrm>
              <a:off x="7681912" y="2032000"/>
              <a:ext cx="58738" cy="309563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Rectangle 17"/>
            <p:cNvSpPr>
              <a:spLocks noChangeArrowheads="1"/>
            </p:cNvSpPr>
            <p:nvPr/>
          </p:nvSpPr>
          <p:spPr bwMode="auto">
            <a:xfrm>
              <a:off x="7321550" y="203200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Rectangle 18"/>
            <p:cNvSpPr>
              <a:spLocks noChangeArrowheads="1"/>
            </p:cNvSpPr>
            <p:nvPr/>
          </p:nvSpPr>
          <p:spPr bwMode="auto">
            <a:xfrm rot="16200000">
              <a:off x="7500937" y="185102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Rectangle 19"/>
            <p:cNvSpPr>
              <a:spLocks noChangeArrowheads="1"/>
            </p:cNvSpPr>
            <p:nvPr/>
          </p:nvSpPr>
          <p:spPr bwMode="auto">
            <a:xfrm rot="16200000">
              <a:off x="7499350" y="221932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Rectangle 35"/>
            <p:cNvSpPr>
              <a:spLocks noChangeArrowheads="1"/>
            </p:cNvSpPr>
            <p:nvPr/>
          </p:nvSpPr>
          <p:spPr bwMode="auto">
            <a:xfrm>
              <a:off x="7315200" y="24384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79" name="Rectangle 36"/>
            <p:cNvSpPr>
              <a:spLocks noChangeArrowheads="1"/>
            </p:cNvSpPr>
            <p:nvPr/>
          </p:nvSpPr>
          <p:spPr bwMode="auto">
            <a:xfrm>
              <a:off x="7678737" y="2497138"/>
              <a:ext cx="55563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Rectangle 37"/>
            <p:cNvSpPr>
              <a:spLocks noChangeArrowheads="1"/>
            </p:cNvSpPr>
            <p:nvPr/>
          </p:nvSpPr>
          <p:spPr bwMode="auto">
            <a:xfrm>
              <a:off x="7315200" y="2497138"/>
              <a:ext cx="55563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Rectangle 38"/>
            <p:cNvSpPr>
              <a:spLocks noChangeArrowheads="1"/>
            </p:cNvSpPr>
            <p:nvPr/>
          </p:nvSpPr>
          <p:spPr bwMode="auto">
            <a:xfrm rot="16200000">
              <a:off x="7494587" y="2314575"/>
              <a:ext cx="58738" cy="307975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Rectangle 39"/>
            <p:cNvSpPr>
              <a:spLocks noChangeArrowheads="1"/>
            </p:cNvSpPr>
            <p:nvPr/>
          </p:nvSpPr>
          <p:spPr bwMode="auto">
            <a:xfrm rot="16200000">
              <a:off x="7494587" y="2681288"/>
              <a:ext cx="58738" cy="307975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Rectangle 45"/>
            <p:cNvSpPr>
              <a:spLocks noChangeArrowheads="1"/>
            </p:cNvSpPr>
            <p:nvPr/>
          </p:nvSpPr>
          <p:spPr bwMode="auto">
            <a:xfrm>
              <a:off x="6881812" y="1971675"/>
              <a:ext cx="415925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84" name="Rectangle 46"/>
            <p:cNvSpPr>
              <a:spLocks noChangeArrowheads="1"/>
            </p:cNvSpPr>
            <p:nvPr/>
          </p:nvSpPr>
          <p:spPr bwMode="auto">
            <a:xfrm>
              <a:off x="7242175" y="2030413"/>
              <a:ext cx="55563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Rectangle 47"/>
            <p:cNvSpPr>
              <a:spLocks noChangeArrowheads="1"/>
            </p:cNvSpPr>
            <p:nvPr/>
          </p:nvSpPr>
          <p:spPr bwMode="auto">
            <a:xfrm>
              <a:off x="6881812" y="2030413"/>
              <a:ext cx="55563" cy="307975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Rectangle 48"/>
            <p:cNvSpPr>
              <a:spLocks noChangeArrowheads="1"/>
            </p:cNvSpPr>
            <p:nvPr/>
          </p:nvSpPr>
          <p:spPr bwMode="auto">
            <a:xfrm rot="16200000">
              <a:off x="7059612" y="1849438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Rectangle 49"/>
            <p:cNvSpPr>
              <a:spLocks noChangeArrowheads="1"/>
            </p:cNvSpPr>
            <p:nvPr/>
          </p:nvSpPr>
          <p:spPr bwMode="auto">
            <a:xfrm rot="16200000">
              <a:off x="7059612" y="2216150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Rectangle 20"/>
            <p:cNvSpPr>
              <a:spLocks noChangeArrowheads="1"/>
            </p:cNvSpPr>
            <p:nvPr/>
          </p:nvSpPr>
          <p:spPr bwMode="auto">
            <a:xfrm>
              <a:off x="7315200" y="28956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89" name="Rectangle 21"/>
            <p:cNvSpPr>
              <a:spLocks noChangeArrowheads="1"/>
            </p:cNvSpPr>
            <p:nvPr/>
          </p:nvSpPr>
          <p:spPr bwMode="auto">
            <a:xfrm>
              <a:off x="7678737" y="2954338"/>
              <a:ext cx="55563" cy="307975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Rectangle 22"/>
            <p:cNvSpPr>
              <a:spLocks noChangeArrowheads="1"/>
            </p:cNvSpPr>
            <p:nvPr/>
          </p:nvSpPr>
          <p:spPr bwMode="auto">
            <a:xfrm>
              <a:off x="7315200" y="2954338"/>
              <a:ext cx="57150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Rectangle 23"/>
            <p:cNvSpPr>
              <a:spLocks noChangeArrowheads="1"/>
            </p:cNvSpPr>
            <p:nvPr/>
          </p:nvSpPr>
          <p:spPr bwMode="auto">
            <a:xfrm rot="16200000">
              <a:off x="7496175" y="2771775"/>
              <a:ext cx="58738" cy="306388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Rectangle 24"/>
            <p:cNvSpPr>
              <a:spLocks noChangeArrowheads="1"/>
            </p:cNvSpPr>
            <p:nvPr/>
          </p:nvSpPr>
          <p:spPr bwMode="auto">
            <a:xfrm rot="16200000">
              <a:off x="7496175" y="3138488"/>
              <a:ext cx="58738" cy="306388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Rectangle 53"/>
            <p:cNvSpPr>
              <a:spLocks noChangeArrowheads="1"/>
            </p:cNvSpPr>
            <p:nvPr/>
          </p:nvSpPr>
          <p:spPr bwMode="auto">
            <a:xfrm>
              <a:off x="6438900" y="19812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94" name="Rectangle 54"/>
            <p:cNvSpPr>
              <a:spLocks noChangeArrowheads="1"/>
            </p:cNvSpPr>
            <p:nvPr/>
          </p:nvSpPr>
          <p:spPr bwMode="auto">
            <a:xfrm>
              <a:off x="6799262" y="2039938"/>
              <a:ext cx="58738" cy="307975"/>
            </a:xfrm>
            <a:prstGeom prst="rect">
              <a:avLst/>
            </a:prstGeom>
            <a:solidFill>
              <a:srgbClr val="C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Rectangle 55"/>
            <p:cNvSpPr>
              <a:spLocks noChangeArrowheads="1"/>
            </p:cNvSpPr>
            <p:nvPr/>
          </p:nvSpPr>
          <p:spPr bwMode="auto">
            <a:xfrm>
              <a:off x="6438900" y="2039938"/>
              <a:ext cx="55563" cy="307975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Rectangle 56"/>
            <p:cNvSpPr>
              <a:spLocks noChangeArrowheads="1"/>
            </p:cNvSpPr>
            <p:nvPr/>
          </p:nvSpPr>
          <p:spPr bwMode="auto">
            <a:xfrm rot="16200000">
              <a:off x="6616700" y="18589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Rectangle 57"/>
            <p:cNvSpPr>
              <a:spLocks noChangeArrowheads="1"/>
            </p:cNvSpPr>
            <p:nvPr/>
          </p:nvSpPr>
          <p:spPr bwMode="auto">
            <a:xfrm rot="16200000">
              <a:off x="6616700" y="2225675"/>
              <a:ext cx="58738" cy="30480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Rectangle 15"/>
            <p:cNvSpPr>
              <a:spLocks noChangeArrowheads="1"/>
            </p:cNvSpPr>
            <p:nvPr/>
          </p:nvSpPr>
          <p:spPr bwMode="auto">
            <a:xfrm>
              <a:off x="6019800" y="19812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99" name="Rectangle 16"/>
            <p:cNvSpPr>
              <a:spLocks noChangeArrowheads="1"/>
            </p:cNvSpPr>
            <p:nvPr/>
          </p:nvSpPr>
          <p:spPr bwMode="auto">
            <a:xfrm>
              <a:off x="6380162" y="2038350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Rectangle 17"/>
            <p:cNvSpPr>
              <a:spLocks noChangeArrowheads="1"/>
            </p:cNvSpPr>
            <p:nvPr/>
          </p:nvSpPr>
          <p:spPr bwMode="auto">
            <a:xfrm>
              <a:off x="6019800" y="203835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Rectangle 18"/>
            <p:cNvSpPr>
              <a:spLocks noChangeArrowheads="1"/>
            </p:cNvSpPr>
            <p:nvPr/>
          </p:nvSpPr>
          <p:spPr bwMode="auto">
            <a:xfrm rot="16200000">
              <a:off x="6199187" y="185737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Rectangle 19"/>
            <p:cNvSpPr>
              <a:spLocks noChangeArrowheads="1"/>
            </p:cNvSpPr>
            <p:nvPr/>
          </p:nvSpPr>
          <p:spPr bwMode="auto">
            <a:xfrm rot="16200000">
              <a:off x="6197600" y="222567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Rectangle 15"/>
            <p:cNvSpPr>
              <a:spLocks noChangeArrowheads="1"/>
            </p:cNvSpPr>
            <p:nvPr/>
          </p:nvSpPr>
          <p:spPr bwMode="auto">
            <a:xfrm>
              <a:off x="6019800" y="23931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04" name="Rectangle 16"/>
            <p:cNvSpPr>
              <a:spLocks noChangeArrowheads="1"/>
            </p:cNvSpPr>
            <p:nvPr/>
          </p:nvSpPr>
          <p:spPr bwMode="auto">
            <a:xfrm>
              <a:off x="6380162" y="2450306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Rectangle 17"/>
            <p:cNvSpPr>
              <a:spLocks noChangeArrowheads="1"/>
            </p:cNvSpPr>
            <p:nvPr/>
          </p:nvSpPr>
          <p:spPr bwMode="auto">
            <a:xfrm>
              <a:off x="6019800" y="2450306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Rectangle 18"/>
            <p:cNvSpPr>
              <a:spLocks noChangeArrowheads="1"/>
            </p:cNvSpPr>
            <p:nvPr/>
          </p:nvSpPr>
          <p:spPr bwMode="auto">
            <a:xfrm rot="16200000">
              <a:off x="6199187" y="2269331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Rectangle 19"/>
            <p:cNvSpPr>
              <a:spLocks noChangeArrowheads="1"/>
            </p:cNvSpPr>
            <p:nvPr/>
          </p:nvSpPr>
          <p:spPr bwMode="auto">
            <a:xfrm rot="16200000">
              <a:off x="6197600" y="2637631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Rectangle 15"/>
            <p:cNvSpPr>
              <a:spLocks noChangeArrowheads="1"/>
            </p:cNvSpPr>
            <p:nvPr/>
          </p:nvSpPr>
          <p:spPr bwMode="auto">
            <a:xfrm>
              <a:off x="6019800" y="28194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09" name="Rectangle 16"/>
            <p:cNvSpPr>
              <a:spLocks noChangeArrowheads="1"/>
            </p:cNvSpPr>
            <p:nvPr/>
          </p:nvSpPr>
          <p:spPr bwMode="auto">
            <a:xfrm>
              <a:off x="6380162" y="2876550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Rectangle 17"/>
            <p:cNvSpPr>
              <a:spLocks noChangeArrowheads="1"/>
            </p:cNvSpPr>
            <p:nvPr/>
          </p:nvSpPr>
          <p:spPr bwMode="auto">
            <a:xfrm>
              <a:off x="6019800" y="287655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Rectangle 18"/>
            <p:cNvSpPr>
              <a:spLocks noChangeArrowheads="1"/>
            </p:cNvSpPr>
            <p:nvPr/>
          </p:nvSpPr>
          <p:spPr bwMode="auto">
            <a:xfrm rot="16200000">
              <a:off x="6199187" y="269557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Rectangle 19"/>
            <p:cNvSpPr>
              <a:spLocks noChangeArrowheads="1"/>
            </p:cNvSpPr>
            <p:nvPr/>
          </p:nvSpPr>
          <p:spPr bwMode="auto">
            <a:xfrm rot="16200000">
              <a:off x="6197600" y="306387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Rectangle 58"/>
            <p:cNvSpPr>
              <a:spLocks noChangeArrowheads="1"/>
            </p:cNvSpPr>
            <p:nvPr/>
          </p:nvSpPr>
          <p:spPr bwMode="auto">
            <a:xfrm>
              <a:off x="7315200" y="33075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14" name="Rectangle 59"/>
            <p:cNvSpPr>
              <a:spLocks noChangeArrowheads="1"/>
            </p:cNvSpPr>
            <p:nvPr/>
          </p:nvSpPr>
          <p:spPr bwMode="auto">
            <a:xfrm>
              <a:off x="7675563" y="3366294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Rectangle 60"/>
            <p:cNvSpPr>
              <a:spLocks noChangeArrowheads="1"/>
            </p:cNvSpPr>
            <p:nvPr/>
          </p:nvSpPr>
          <p:spPr bwMode="auto">
            <a:xfrm>
              <a:off x="7315200" y="3366294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Rectangle 61"/>
            <p:cNvSpPr>
              <a:spLocks noChangeArrowheads="1"/>
            </p:cNvSpPr>
            <p:nvPr/>
          </p:nvSpPr>
          <p:spPr bwMode="auto">
            <a:xfrm rot="16200000">
              <a:off x="7493000" y="3185319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Rectangle 62"/>
            <p:cNvSpPr>
              <a:spLocks noChangeArrowheads="1"/>
            </p:cNvSpPr>
            <p:nvPr/>
          </p:nvSpPr>
          <p:spPr bwMode="auto">
            <a:xfrm rot="16200000">
              <a:off x="7493000" y="3552031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Rectangle 58"/>
            <p:cNvSpPr>
              <a:spLocks noChangeArrowheads="1"/>
            </p:cNvSpPr>
            <p:nvPr/>
          </p:nvSpPr>
          <p:spPr bwMode="auto">
            <a:xfrm>
              <a:off x="7315200" y="37338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19" name="Rectangle 59"/>
            <p:cNvSpPr>
              <a:spLocks noChangeArrowheads="1"/>
            </p:cNvSpPr>
            <p:nvPr/>
          </p:nvSpPr>
          <p:spPr bwMode="auto">
            <a:xfrm>
              <a:off x="7675563" y="37925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Rectangle 60"/>
            <p:cNvSpPr>
              <a:spLocks noChangeArrowheads="1"/>
            </p:cNvSpPr>
            <p:nvPr/>
          </p:nvSpPr>
          <p:spPr bwMode="auto">
            <a:xfrm>
              <a:off x="7315200" y="3792538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Rectangle 61"/>
            <p:cNvSpPr>
              <a:spLocks noChangeArrowheads="1"/>
            </p:cNvSpPr>
            <p:nvPr/>
          </p:nvSpPr>
          <p:spPr bwMode="auto">
            <a:xfrm rot="16200000">
              <a:off x="7493000" y="3611563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Rectangle 62"/>
            <p:cNvSpPr>
              <a:spLocks noChangeArrowheads="1"/>
            </p:cNvSpPr>
            <p:nvPr/>
          </p:nvSpPr>
          <p:spPr bwMode="auto">
            <a:xfrm rot="16200000">
              <a:off x="7493000" y="3978275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Rectangle 5"/>
            <p:cNvSpPr>
              <a:spLocks noChangeArrowheads="1"/>
            </p:cNvSpPr>
            <p:nvPr/>
          </p:nvSpPr>
          <p:spPr bwMode="auto">
            <a:xfrm>
              <a:off x="7315200" y="4191000"/>
              <a:ext cx="417513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24" name="Rectangle 6"/>
            <p:cNvSpPr>
              <a:spLocks noChangeArrowheads="1"/>
            </p:cNvSpPr>
            <p:nvPr/>
          </p:nvSpPr>
          <p:spPr bwMode="auto">
            <a:xfrm>
              <a:off x="7675563" y="4249738"/>
              <a:ext cx="57150" cy="31115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Rectangle 7"/>
            <p:cNvSpPr>
              <a:spLocks noChangeArrowheads="1"/>
            </p:cNvSpPr>
            <p:nvPr/>
          </p:nvSpPr>
          <p:spPr bwMode="auto">
            <a:xfrm>
              <a:off x="7315200" y="4249738"/>
              <a:ext cx="57150" cy="31115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Rectangle 8"/>
            <p:cNvSpPr>
              <a:spLocks noChangeArrowheads="1"/>
            </p:cNvSpPr>
            <p:nvPr/>
          </p:nvSpPr>
          <p:spPr bwMode="auto">
            <a:xfrm rot="16200000">
              <a:off x="7494588" y="4068763"/>
              <a:ext cx="58738" cy="30321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Rectangle 9"/>
            <p:cNvSpPr>
              <a:spLocks noChangeArrowheads="1"/>
            </p:cNvSpPr>
            <p:nvPr/>
          </p:nvSpPr>
          <p:spPr bwMode="auto">
            <a:xfrm rot="16200000">
              <a:off x="7494588" y="4438650"/>
              <a:ext cx="58738" cy="303213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Rectangle 5"/>
            <p:cNvSpPr>
              <a:spLocks noChangeArrowheads="1"/>
            </p:cNvSpPr>
            <p:nvPr/>
          </p:nvSpPr>
          <p:spPr bwMode="auto">
            <a:xfrm>
              <a:off x="6897687" y="4191000"/>
              <a:ext cx="417513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29" name="Rectangle 6"/>
            <p:cNvSpPr>
              <a:spLocks noChangeArrowheads="1"/>
            </p:cNvSpPr>
            <p:nvPr/>
          </p:nvSpPr>
          <p:spPr bwMode="auto">
            <a:xfrm>
              <a:off x="7258050" y="4249738"/>
              <a:ext cx="57150" cy="31115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Rectangle 7"/>
            <p:cNvSpPr>
              <a:spLocks noChangeArrowheads="1"/>
            </p:cNvSpPr>
            <p:nvPr/>
          </p:nvSpPr>
          <p:spPr bwMode="auto">
            <a:xfrm>
              <a:off x="6897687" y="4249738"/>
              <a:ext cx="57150" cy="31115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Rectangle 8"/>
            <p:cNvSpPr>
              <a:spLocks noChangeArrowheads="1"/>
            </p:cNvSpPr>
            <p:nvPr/>
          </p:nvSpPr>
          <p:spPr bwMode="auto">
            <a:xfrm rot="16200000">
              <a:off x="7077075" y="4068763"/>
              <a:ext cx="58738" cy="30321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Rectangle 9"/>
            <p:cNvSpPr>
              <a:spLocks noChangeArrowheads="1"/>
            </p:cNvSpPr>
            <p:nvPr/>
          </p:nvSpPr>
          <p:spPr bwMode="auto">
            <a:xfrm rot="16200000">
              <a:off x="7077075" y="4438650"/>
              <a:ext cx="58738" cy="303213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Rectangle 58"/>
            <p:cNvSpPr>
              <a:spLocks noChangeArrowheads="1"/>
            </p:cNvSpPr>
            <p:nvPr/>
          </p:nvSpPr>
          <p:spPr bwMode="auto">
            <a:xfrm>
              <a:off x="6019800" y="34290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1" name="Rectangle 58"/>
            <p:cNvSpPr>
              <a:spLocks noChangeArrowheads="1"/>
            </p:cNvSpPr>
            <p:nvPr/>
          </p:nvSpPr>
          <p:spPr bwMode="auto">
            <a:xfrm>
              <a:off x="6934200" y="37338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3" name="Rectangle 58"/>
            <p:cNvSpPr>
              <a:spLocks noChangeArrowheads="1"/>
            </p:cNvSpPr>
            <p:nvPr/>
          </p:nvSpPr>
          <p:spPr bwMode="auto">
            <a:xfrm>
              <a:off x="6934200" y="33528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4" name="Rectangle 58"/>
            <p:cNvSpPr>
              <a:spLocks noChangeArrowheads="1"/>
            </p:cNvSpPr>
            <p:nvPr/>
          </p:nvSpPr>
          <p:spPr bwMode="auto">
            <a:xfrm>
              <a:off x="6934200" y="28956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5" name="Rectangle 58"/>
            <p:cNvSpPr>
              <a:spLocks noChangeArrowheads="1"/>
            </p:cNvSpPr>
            <p:nvPr/>
          </p:nvSpPr>
          <p:spPr bwMode="auto">
            <a:xfrm>
              <a:off x="6477000" y="2438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6" name="Rectangle 58"/>
            <p:cNvSpPr>
              <a:spLocks noChangeArrowheads="1"/>
            </p:cNvSpPr>
            <p:nvPr/>
          </p:nvSpPr>
          <p:spPr bwMode="auto">
            <a:xfrm>
              <a:off x="6477000" y="28956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7" name="Rectangle 58"/>
            <p:cNvSpPr>
              <a:spLocks noChangeArrowheads="1"/>
            </p:cNvSpPr>
            <p:nvPr/>
          </p:nvSpPr>
          <p:spPr bwMode="auto">
            <a:xfrm>
              <a:off x="6934200" y="2438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8" name="Line 50"/>
            <p:cNvSpPr>
              <a:spLocks noChangeShapeType="1"/>
            </p:cNvSpPr>
            <p:nvPr/>
          </p:nvSpPr>
          <p:spPr bwMode="auto">
            <a:xfrm flipV="1">
              <a:off x="6477000" y="3429000"/>
              <a:ext cx="381000" cy="228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Rectangle 58"/>
            <p:cNvSpPr>
              <a:spLocks noChangeArrowheads="1"/>
            </p:cNvSpPr>
            <p:nvPr/>
          </p:nvSpPr>
          <p:spPr bwMode="auto">
            <a:xfrm>
              <a:off x="6172200" y="3962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50" name="Line 50"/>
            <p:cNvSpPr>
              <a:spLocks noChangeShapeType="1"/>
            </p:cNvSpPr>
            <p:nvPr/>
          </p:nvSpPr>
          <p:spPr bwMode="auto">
            <a:xfrm flipV="1">
              <a:off x="6629400" y="3962400"/>
              <a:ext cx="228600" cy="228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2" name="TextBox 251"/>
          <p:cNvSpPr txBox="1"/>
          <p:nvPr/>
        </p:nvSpPr>
        <p:spPr>
          <a:xfrm>
            <a:off x="990600" y="1657290"/>
            <a:ext cx="8980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Read:</a:t>
            </a:r>
            <a:endParaRPr lang="en-US" dirty="0"/>
          </a:p>
        </p:txBody>
      </p:sp>
      <p:sp>
        <p:nvSpPr>
          <p:cNvPr id="253" name="TextBox 252"/>
          <p:cNvSpPr txBox="1"/>
          <p:nvPr/>
        </p:nvSpPr>
        <p:spPr>
          <a:xfrm>
            <a:off x="5715000" y="1676400"/>
            <a:ext cx="1409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Replicate: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5417F2-A948-48FD-8959-9D1F912BC5B5}" type="slidenum">
              <a:rPr lang="en-US"/>
              <a:pPr>
                <a:defRPr/>
              </a:pPr>
              <a:t>2</a:t>
            </a:fld>
            <a:endParaRPr lang="en-US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smtClean="0">
                <a:latin typeface="Arial" charset="0"/>
              </a:rPr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solidFill>
                  <a:srgbClr val="CC0000"/>
                </a:solidFill>
                <a:latin typeface="Arial" charset="0"/>
              </a:rPr>
              <a:t>Basic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RNA enzyme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Precise yield 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Infinite yield shape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17F5B34-12E5-48F8-97E3-49D238A74B28}" type="slidenum">
              <a:rPr lang="en-US"/>
              <a:pPr>
                <a:defRPr/>
              </a:pPr>
              <a:t>3</a:t>
            </a:fld>
            <a:endParaRPr lang="en-US"/>
          </a:p>
        </p:txBody>
      </p:sp>
      <p:sp>
        <p:nvSpPr>
          <p:cNvPr id="5123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  <p:sp>
        <p:nvSpPr>
          <p:cNvPr id="5124" name="Text Box 4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5125" name="Text Box 5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5126" name="Text Box 7"/>
          <p:cNvSpPr txBox="1">
            <a:spLocks noChangeArrowheads="1"/>
          </p:cNvSpPr>
          <p:nvPr/>
        </p:nvSpPr>
        <p:spPr bwMode="auto">
          <a:xfrm>
            <a:off x="914400" y="3352800"/>
            <a:ext cx="13684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>
                <a:solidFill>
                  <a:srgbClr val="CC0000"/>
                </a:solidFill>
              </a:rPr>
              <a:t>Tile Set:</a:t>
            </a:r>
          </a:p>
        </p:txBody>
      </p:sp>
      <p:sp>
        <p:nvSpPr>
          <p:cNvPr id="5127" name="Text Box 8"/>
          <p:cNvSpPr txBox="1">
            <a:spLocks noChangeArrowheads="1"/>
          </p:cNvSpPr>
          <p:nvPr/>
        </p:nvSpPr>
        <p:spPr bwMode="auto">
          <a:xfrm>
            <a:off x="5029200" y="1371600"/>
            <a:ext cx="1570038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>
                <a:solidFill>
                  <a:srgbClr val="CC0000"/>
                </a:solidFill>
              </a:rPr>
              <a:t>Glue </a:t>
            </a:r>
          </a:p>
          <a:p>
            <a:r>
              <a:rPr lang="en-US" sz="2400">
                <a:solidFill>
                  <a:srgbClr val="CC0000"/>
                </a:solidFill>
              </a:rPr>
              <a:t>Function:</a:t>
            </a:r>
          </a:p>
        </p:txBody>
      </p:sp>
      <p:sp>
        <p:nvSpPr>
          <p:cNvPr id="5128" name="Text Box 9"/>
          <p:cNvSpPr txBox="1">
            <a:spLocks noChangeArrowheads="1"/>
          </p:cNvSpPr>
          <p:nvPr/>
        </p:nvSpPr>
        <p:spPr bwMode="auto">
          <a:xfrm>
            <a:off x="4495800" y="396240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>
                <a:solidFill>
                  <a:srgbClr val="CC0000"/>
                </a:solidFill>
              </a:rPr>
              <a:t>Temperature:</a:t>
            </a:r>
          </a:p>
        </p:txBody>
      </p:sp>
      <p:sp>
        <p:nvSpPr>
          <p:cNvPr id="5129" name="Line 10"/>
          <p:cNvSpPr>
            <a:spLocks noChangeShapeType="1"/>
          </p:cNvSpPr>
          <p:nvPr/>
        </p:nvSpPr>
        <p:spPr bwMode="auto">
          <a:xfrm>
            <a:off x="1752600" y="2971800"/>
            <a:ext cx="3048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30" name="Line 12"/>
          <p:cNvSpPr>
            <a:spLocks noChangeShapeType="1"/>
          </p:cNvSpPr>
          <p:nvPr/>
        </p:nvSpPr>
        <p:spPr bwMode="auto">
          <a:xfrm flipV="1">
            <a:off x="1981200" y="2971800"/>
            <a:ext cx="1143000" cy="381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31" name="Line 14"/>
          <p:cNvSpPr>
            <a:spLocks noChangeShapeType="1"/>
          </p:cNvSpPr>
          <p:nvPr/>
        </p:nvSpPr>
        <p:spPr bwMode="auto">
          <a:xfrm>
            <a:off x="1752600" y="2743200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32" name="Line 15"/>
          <p:cNvSpPr>
            <a:spLocks noChangeShapeType="1"/>
          </p:cNvSpPr>
          <p:nvPr/>
        </p:nvSpPr>
        <p:spPr bwMode="auto">
          <a:xfrm>
            <a:off x="4800600" y="2743200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5133" name="Group 17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5136" name="AutoShape 16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7" name="Rectangle 18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8" name="Rectangle 19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9" name="Rectangle 20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0" name="Rectangle 21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1" name="Rectangle 22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2" name="Rectangle 23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5143" name="Rectangle 24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4" name="Rectangle 25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5" name="Rectangle 26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6" name="Rectangle 27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5147" name="Rectangle 28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8" name="Rectangle 29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9" name="Rectangle 30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0" name="Rectangle 31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1" name="Rectangle 32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5152" name="Rectangle 33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3" name="Rectangle 34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4" name="Rectangle 35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5" name="Rectangle 36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5156" name="Rectangle 37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7" name="Rectangle 38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8" name="Rectangle 39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9" name="Rectangle 40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0" name="Rectangle 41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5161" name="Rectangle 42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2" name="Rectangle 43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3" name="Rectangle 44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" name="Rectangle 45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5134" name="Line 46"/>
          <p:cNvSpPr>
            <a:spLocks noChangeShapeType="1"/>
          </p:cNvSpPr>
          <p:nvPr/>
        </p:nvSpPr>
        <p:spPr bwMode="auto">
          <a:xfrm flipV="1">
            <a:off x="6553200" y="1219200"/>
            <a:ext cx="0" cy="22098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35" name="Line 47"/>
          <p:cNvSpPr>
            <a:spLocks noChangeShapeType="1"/>
          </p:cNvSpPr>
          <p:nvPr/>
        </p:nvSpPr>
        <p:spPr bwMode="auto">
          <a:xfrm>
            <a:off x="5715000" y="2133600"/>
            <a:ext cx="83820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EC6B776-C463-493F-8FC6-C4013A3D02BE}" type="slidenum">
              <a:rPr lang="en-US"/>
              <a:pPr>
                <a:defRPr/>
              </a:pPr>
              <a:t>4</a:t>
            </a:fld>
            <a:endParaRPr lang="en-US"/>
          </a:p>
        </p:txBody>
      </p:sp>
      <p:sp>
        <p:nvSpPr>
          <p:cNvPr id="6147" name="Text Box 5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6148" name="Text Box 6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6149" name="Rectangle 13"/>
          <p:cNvSpPr>
            <a:spLocks noChangeArrowheads="1"/>
          </p:cNvSpPr>
          <p:nvPr/>
        </p:nvSpPr>
        <p:spPr bwMode="auto">
          <a:xfrm>
            <a:off x="838200" y="45847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0" name="Rectangle 14"/>
          <p:cNvSpPr>
            <a:spLocks noChangeArrowheads="1"/>
          </p:cNvSpPr>
          <p:nvPr/>
        </p:nvSpPr>
        <p:spPr bwMode="auto">
          <a:xfrm>
            <a:off x="1485900" y="46736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1" name="Rectangle 15"/>
          <p:cNvSpPr>
            <a:spLocks noChangeArrowheads="1"/>
          </p:cNvSpPr>
          <p:nvPr/>
        </p:nvSpPr>
        <p:spPr bwMode="auto">
          <a:xfrm>
            <a:off x="927100" y="52451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2" name="Rectangle 23"/>
          <p:cNvSpPr>
            <a:spLocks noChangeArrowheads="1"/>
          </p:cNvSpPr>
          <p:nvPr/>
        </p:nvSpPr>
        <p:spPr bwMode="auto">
          <a:xfrm>
            <a:off x="927100" y="4584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3" name="Rectangle 24"/>
          <p:cNvSpPr>
            <a:spLocks noChangeArrowheads="1"/>
          </p:cNvSpPr>
          <p:nvPr/>
        </p:nvSpPr>
        <p:spPr bwMode="auto">
          <a:xfrm>
            <a:off x="838200" y="34417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4" name="Rectangle 25"/>
          <p:cNvSpPr>
            <a:spLocks noChangeArrowheads="1"/>
          </p:cNvSpPr>
          <p:nvPr/>
        </p:nvSpPr>
        <p:spPr bwMode="auto">
          <a:xfrm>
            <a:off x="1485900" y="35433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5" name="Rectangle 26"/>
          <p:cNvSpPr>
            <a:spLocks noChangeArrowheads="1"/>
          </p:cNvSpPr>
          <p:nvPr/>
        </p:nvSpPr>
        <p:spPr bwMode="auto">
          <a:xfrm>
            <a:off x="927100" y="41021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56" name="Rectangle 29"/>
          <p:cNvSpPr>
            <a:spLocks noChangeArrowheads="1"/>
          </p:cNvSpPr>
          <p:nvPr/>
        </p:nvSpPr>
        <p:spPr bwMode="auto">
          <a:xfrm>
            <a:off x="1130300" y="48006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6157" name="Rectangle 30"/>
          <p:cNvSpPr>
            <a:spLocks noChangeArrowheads="1"/>
          </p:cNvSpPr>
          <p:nvPr/>
        </p:nvSpPr>
        <p:spPr bwMode="auto">
          <a:xfrm>
            <a:off x="1130300" y="36703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6158" name="Group 58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6164" name="AutoShape 57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5" name="Rectangle 59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6" name="Rectangle 60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7" name="Rectangle 61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8" name="Rectangle 62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9" name="Rectangle 63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0" name="Rectangle 64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6171" name="Rectangle 65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2" name="Rectangle 66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3" name="Rectangle 67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4" name="Rectangle 68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6175" name="Rectangle 69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6" name="Rectangle 70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7" name="Rectangle 71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8" name="Rectangle 72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9" name="Rectangle 73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6180" name="Rectangle 74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1" name="Rectangle 75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2" name="Rectangle 76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3" name="Rectangle 77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6184" name="Rectangle 78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5" name="Rectangle 79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6" name="Rectangle 80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7" name="Rectangle 81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8" name="Rectangle 82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6189" name="Rectangle 83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0" name="Rectangle 84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1" name="Rectangle 85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Rectangle 86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6159" name="Line 87"/>
          <p:cNvSpPr>
            <a:spLocks noChangeShapeType="1"/>
          </p:cNvSpPr>
          <p:nvPr/>
        </p:nvSpPr>
        <p:spPr bwMode="auto">
          <a:xfrm>
            <a:off x="1219200" y="4216400"/>
            <a:ext cx="0" cy="3048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6160" name="Line 88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161" name="Oval 89"/>
          <p:cNvSpPr>
            <a:spLocks noChangeArrowheads="1"/>
          </p:cNvSpPr>
          <p:nvPr/>
        </p:nvSpPr>
        <p:spPr bwMode="auto">
          <a:xfrm>
            <a:off x="2819400" y="19050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6162" name="Oval 92"/>
          <p:cNvSpPr>
            <a:spLocks noChangeArrowheads="1"/>
          </p:cNvSpPr>
          <p:nvPr/>
        </p:nvSpPr>
        <p:spPr bwMode="auto">
          <a:xfrm>
            <a:off x="3810000" y="18288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6163" name="Text Box 93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3D23CE5-2CAA-41EE-8836-7087C3E26561}" type="slidenum">
              <a:rPr lang="en-US"/>
              <a:pPr>
                <a:defRPr/>
              </a:pPr>
              <a:t>5</a:t>
            </a:fld>
            <a:endParaRPr lang="en-US"/>
          </a:p>
        </p:txBody>
      </p:sp>
      <p:sp>
        <p:nvSpPr>
          <p:cNvPr id="7171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7172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7173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4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5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6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7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8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79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80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7181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7182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7187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8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9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0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1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2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3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7194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5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6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7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7198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9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0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1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2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7203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5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7207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7212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7183" name="Line 45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184" name="Oval 46"/>
          <p:cNvSpPr>
            <a:spLocks noChangeArrowheads="1"/>
          </p:cNvSpPr>
          <p:nvPr/>
        </p:nvSpPr>
        <p:spPr bwMode="auto">
          <a:xfrm>
            <a:off x="2819400" y="19050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7185" name="Oval 47"/>
          <p:cNvSpPr>
            <a:spLocks noChangeArrowheads="1"/>
          </p:cNvSpPr>
          <p:nvPr/>
        </p:nvSpPr>
        <p:spPr bwMode="auto">
          <a:xfrm>
            <a:off x="3810000" y="18288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7186" name="Text Box 48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EED4540-A727-44E4-8DEF-543C378BB237}" type="slidenum">
              <a:rPr lang="en-US"/>
              <a:pPr>
                <a:defRPr/>
              </a:pPr>
              <a:t>6</a:t>
            </a:fld>
            <a:endParaRPr lang="en-US"/>
          </a:p>
        </p:txBody>
      </p:sp>
      <p:sp>
        <p:nvSpPr>
          <p:cNvPr id="8195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8196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8197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9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0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1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2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3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4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8205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8206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8221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8228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8232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8237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8241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8246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8207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08" name="Oval 45"/>
          <p:cNvSpPr>
            <a:spLocks noChangeArrowheads="1"/>
          </p:cNvSpPr>
          <p:nvPr/>
        </p:nvSpPr>
        <p:spPr bwMode="auto">
          <a:xfrm>
            <a:off x="2819400" y="9144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209" name="Oval 46"/>
          <p:cNvSpPr>
            <a:spLocks noChangeArrowheads="1"/>
          </p:cNvSpPr>
          <p:nvPr/>
        </p:nvSpPr>
        <p:spPr bwMode="auto">
          <a:xfrm>
            <a:off x="3810000" y="9144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8210" name="Rectangle 51"/>
          <p:cNvSpPr>
            <a:spLocks noChangeArrowheads="1"/>
          </p:cNvSpPr>
          <p:nvPr/>
        </p:nvSpPr>
        <p:spPr bwMode="auto">
          <a:xfrm>
            <a:off x="19050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1" name="Rectangle 52"/>
          <p:cNvSpPr>
            <a:spLocks noChangeArrowheads="1"/>
          </p:cNvSpPr>
          <p:nvPr/>
        </p:nvSpPr>
        <p:spPr bwMode="auto">
          <a:xfrm>
            <a:off x="1905000" y="57277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2" name="Rectangle 53"/>
          <p:cNvSpPr>
            <a:spLocks noChangeArrowheads="1"/>
          </p:cNvSpPr>
          <p:nvPr/>
        </p:nvSpPr>
        <p:spPr bwMode="auto">
          <a:xfrm>
            <a:off x="1993900" y="56388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3" name="Rectangle 54"/>
          <p:cNvSpPr>
            <a:spLocks noChangeArrowheads="1"/>
          </p:cNvSpPr>
          <p:nvPr/>
        </p:nvSpPr>
        <p:spPr bwMode="auto">
          <a:xfrm>
            <a:off x="25654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4" name="Rectangle 55"/>
          <p:cNvSpPr>
            <a:spLocks noChangeArrowheads="1"/>
          </p:cNvSpPr>
          <p:nvPr/>
        </p:nvSpPr>
        <p:spPr bwMode="auto">
          <a:xfrm>
            <a:off x="31369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5" name="Rectangle 56"/>
          <p:cNvSpPr>
            <a:spLocks noChangeArrowheads="1"/>
          </p:cNvSpPr>
          <p:nvPr/>
        </p:nvSpPr>
        <p:spPr bwMode="auto">
          <a:xfrm>
            <a:off x="31369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6" name="Rectangle 57"/>
          <p:cNvSpPr>
            <a:spLocks noChangeArrowheads="1"/>
          </p:cNvSpPr>
          <p:nvPr/>
        </p:nvSpPr>
        <p:spPr bwMode="auto">
          <a:xfrm>
            <a:off x="3225800" y="56388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17" name="Rectangle 58"/>
          <p:cNvSpPr>
            <a:spLocks noChangeArrowheads="1"/>
          </p:cNvSpPr>
          <p:nvPr/>
        </p:nvSpPr>
        <p:spPr bwMode="auto">
          <a:xfrm>
            <a:off x="2209800" y="58547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8218" name="Rectangle 59"/>
          <p:cNvSpPr>
            <a:spLocks noChangeArrowheads="1"/>
          </p:cNvSpPr>
          <p:nvPr/>
        </p:nvSpPr>
        <p:spPr bwMode="auto">
          <a:xfrm>
            <a:off x="3429000" y="58547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8219" name="Line 60"/>
          <p:cNvSpPr>
            <a:spLocks noChangeShapeType="1"/>
          </p:cNvSpPr>
          <p:nvPr/>
        </p:nvSpPr>
        <p:spPr bwMode="auto">
          <a:xfrm flipH="1">
            <a:off x="2667000" y="6019800"/>
            <a:ext cx="381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8220" name="Text Box 61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76CE7CB-474B-4D9C-A05C-DDD0A8AFF978}" type="slidenum">
              <a:rPr lang="en-US"/>
              <a:pPr>
                <a:defRPr/>
              </a:pPr>
              <a:t>7</a:t>
            </a:fld>
            <a:endParaRPr lang="en-US"/>
          </a:p>
        </p:txBody>
      </p:sp>
      <p:sp>
        <p:nvSpPr>
          <p:cNvPr id="9219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9220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9221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2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3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4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5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6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7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28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9229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9230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9244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5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6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7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8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9251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9255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7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8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9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9260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1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2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3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9264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5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6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7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68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9269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0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1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2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9231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2" name="Oval 45"/>
          <p:cNvSpPr>
            <a:spLocks noChangeArrowheads="1"/>
          </p:cNvSpPr>
          <p:nvPr/>
        </p:nvSpPr>
        <p:spPr bwMode="auto">
          <a:xfrm>
            <a:off x="2819400" y="9144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9233" name="Oval 46"/>
          <p:cNvSpPr>
            <a:spLocks noChangeArrowheads="1"/>
          </p:cNvSpPr>
          <p:nvPr/>
        </p:nvSpPr>
        <p:spPr bwMode="auto">
          <a:xfrm>
            <a:off x="3810000" y="9144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9234" name="Rectangle 47"/>
          <p:cNvSpPr>
            <a:spLocks noChangeArrowheads="1"/>
          </p:cNvSpPr>
          <p:nvPr/>
        </p:nvSpPr>
        <p:spPr bwMode="auto">
          <a:xfrm>
            <a:off x="23749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5" name="Rectangle 48"/>
          <p:cNvSpPr>
            <a:spLocks noChangeArrowheads="1"/>
          </p:cNvSpPr>
          <p:nvPr/>
        </p:nvSpPr>
        <p:spPr bwMode="auto">
          <a:xfrm>
            <a:off x="2374900" y="57277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6" name="Rectangle 49"/>
          <p:cNvSpPr>
            <a:spLocks noChangeArrowheads="1"/>
          </p:cNvSpPr>
          <p:nvPr/>
        </p:nvSpPr>
        <p:spPr bwMode="auto">
          <a:xfrm>
            <a:off x="2463800" y="56388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7" name="Rectangle 50"/>
          <p:cNvSpPr>
            <a:spLocks noChangeArrowheads="1"/>
          </p:cNvSpPr>
          <p:nvPr/>
        </p:nvSpPr>
        <p:spPr bwMode="auto">
          <a:xfrm>
            <a:off x="30353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8" name="Rectangle 51"/>
          <p:cNvSpPr>
            <a:spLocks noChangeArrowheads="1"/>
          </p:cNvSpPr>
          <p:nvPr/>
        </p:nvSpPr>
        <p:spPr bwMode="auto">
          <a:xfrm>
            <a:off x="31369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39" name="Rectangle 52"/>
          <p:cNvSpPr>
            <a:spLocks noChangeArrowheads="1"/>
          </p:cNvSpPr>
          <p:nvPr/>
        </p:nvSpPr>
        <p:spPr bwMode="auto">
          <a:xfrm>
            <a:off x="31369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40" name="Rectangle 53"/>
          <p:cNvSpPr>
            <a:spLocks noChangeArrowheads="1"/>
          </p:cNvSpPr>
          <p:nvPr/>
        </p:nvSpPr>
        <p:spPr bwMode="auto">
          <a:xfrm>
            <a:off x="3225800" y="56388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41" name="Rectangle 54"/>
          <p:cNvSpPr>
            <a:spLocks noChangeArrowheads="1"/>
          </p:cNvSpPr>
          <p:nvPr/>
        </p:nvSpPr>
        <p:spPr bwMode="auto">
          <a:xfrm>
            <a:off x="2679700" y="58547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9242" name="Rectangle 55"/>
          <p:cNvSpPr>
            <a:spLocks noChangeArrowheads="1"/>
          </p:cNvSpPr>
          <p:nvPr/>
        </p:nvSpPr>
        <p:spPr bwMode="auto">
          <a:xfrm>
            <a:off x="3429000" y="58547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9243" name="Text Box 57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311F2FE-84C2-4D1B-B9A6-45C3298025FA}" type="slidenum">
              <a:rPr lang="en-US"/>
              <a:pPr>
                <a:defRPr/>
              </a:pPr>
              <a:t>8</a:t>
            </a:fld>
            <a:endParaRPr lang="en-US"/>
          </a:p>
        </p:txBody>
      </p:sp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0244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10245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6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7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8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9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50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51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52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0253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10254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0268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0275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0279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0284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0288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9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0293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0255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56" name="Oval 45"/>
          <p:cNvSpPr>
            <a:spLocks noChangeArrowheads="1"/>
          </p:cNvSpPr>
          <p:nvPr/>
        </p:nvSpPr>
        <p:spPr bwMode="auto">
          <a:xfrm>
            <a:off x="1752600" y="914400"/>
            <a:ext cx="9144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0257" name="Oval 46"/>
          <p:cNvSpPr>
            <a:spLocks noChangeArrowheads="1"/>
          </p:cNvSpPr>
          <p:nvPr/>
        </p:nvSpPr>
        <p:spPr bwMode="auto">
          <a:xfrm>
            <a:off x="1981200" y="5562600"/>
            <a:ext cx="22860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0258" name="Rectangle 47"/>
          <p:cNvSpPr>
            <a:spLocks noChangeArrowheads="1"/>
          </p:cNvSpPr>
          <p:nvPr/>
        </p:nvSpPr>
        <p:spPr bwMode="auto">
          <a:xfrm>
            <a:off x="23749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59" name="Rectangle 48"/>
          <p:cNvSpPr>
            <a:spLocks noChangeArrowheads="1"/>
          </p:cNvSpPr>
          <p:nvPr/>
        </p:nvSpPr>
        <p:spPr bwMode="auto">
          <a:xfrm>
            <a:off x="2374900" y="57277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0" name="Rectangle 49"/>
          <p:cNvSpPr>
            <a:spLocks noChangeArrowheads="1"/>
          </p:cNvSpPr>
          <p:nvPr/>
        </p:nvSpPr>
        <p:spPr bwMode="auto">
          <a:xfrm>
            <a:off x="2463800" y="56388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1" name="Rectangle 50"/>
          <p:cNvSpPr>
            <a:spLocks noChangeArrowheads="1"/>
          </p:cNvSpPr>
          <p:nvPr/>
        </p:nvSpPr>
        <p:spPr bwMode="auto">
          <a:xfrm>
            <a:off x="30353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2" name="Rectangle 51"/>
          <p:cNvSpPr>
            <a:spLocks noChangeArrowheads="1"/>
          </p:cNvSpPr>
          <p:nvPr/>
        </p:nvSpPr>
        <p:spPr bwMode="auto">
          <a:xfrm>
            <a:off x="31369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3" name="Rectangle 52"/>
          <p:cNvSpPr>
            <a:spLocks noChangeArrowheads="1"/>
          </p:cNvSpPr>
          <p:nvPr/>
        </p:nvSpPr>
        <p:spPr bwMode="auto">
          <a:xfrm>
            <a:off x="31369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4" name="Rectangle 53"/>
          <p:cNvSpPr>
            <a:spLocks noChangeArrowheads="1"/>
          </p:cNvSpPr>
          <p:nvPr/>
        </p:nvSpPr>
        <p:spPr bwMode="auto">
          <a:xfrm>
            <a:off x="3225800" y="56388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65" name="Rectangle 54"/>
          <p:cNvSpPr>
            <a:spLocks noChangeArrowheads="1"/>
          </p:cNvSpPr>
          <p:nvPr/>
        </p:nvSpPr>
        <p:spPr bwMode="auto">
          <a:xfrm>
            <a:off x="2679700" y="58547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0266" name="Rectangle 55"/>
          <p:cNvSpPr>
            <a:spLocks noChangeArrowheads="1"/>
          </p:cNvSpPr>
          <p:nvPr/>
        </p:nvSpPr>
        <p:spPr bwMode="auto">
          <a:xfrm>
            <a:off x="3429000" y="58547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0267" name="Text Box 61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2B9F468-6C9F-45B5-873D-127BAF3BE359}" type="slidenum">
              <a:rPr lang="en-US"/>
              <a:pPr>
                <a:defRPr/>
              </a:pPr>
              <a:t>9</a:t>
            </a:fld>
            <a:endParaRPr lang="en-US"/>
          </a:p>
        </p:txBody>
      </p:sp>
      <p:sp>
        <p:nvSpPr>
          <p:cNvPr id="11267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1268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11269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0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1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2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3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4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5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76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1277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11278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1295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1302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1306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1311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1315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1320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1279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0" name="Rectangle 47"/>
          <p:cNvSpPr>
            <a:spLocks noChangeArrowheads="1"/>
          </p:cNvSpPr>
          <p:nvPr/>
        </p:nvSpPr>
        <p:spPr bwMode="auto">
          <a:xfrm>
            <a:off x="25273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1" name="Rectangle 48"/>
          <p:cNvSpPr>
            <a:spLocks noChangeArrowheads="1"/>
          </p:cNvSpPr>
          <p:nvPr/>
        </p:nvSpPr>
        <p:spPr bwMode="auto">
          <a:xfrm>
            <a:off x="2527300" y="57277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2" name="Rectangle 49"/>
          <p:cNvSpPr>
            <a:spLocks noChangeArrowheads="1"/>
          </p:cNvSpPr>
          <p:nvPr/>
        </p:nvSpPr>
        <p:spPr bwMode="auto">
          <a:xfrm>
            <a:off x="2616200" y="56388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3" name="Rectangle 50"/>
          <p:cNvSpPr>
            <a:spLocks noChangeArrowheads="1"/>
          </p:cNvSpPr>
          <p:nvPr/>
        </p:nvSpPr>
        <p:spPr bwMode="auto">
          <a:xfrm>
            <a:off x="31877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4" name="Rectangle 51"/>
          <p:cNvSpPr>
            <a:spLocks noChangeArrowheads="1"/>
          </p:cNvSpPr>
          <p:nvPr/>
        </p:nvSpPr>
        <p:spPr bwMode="auto">
          <a:xfrm>
            <a:off x="3289300" y="56388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5" name="Rectangle 52"/>
          <p:cNvSpPr>
            <a:spLocks noChangeArrowheads="1"/>
          </p:cNvSpPr>
          <p:nvPr/>
        </p:nvSpPr>
        <p:spPr bwMode="auto">
          <a:xfrm>
            <a:off x="3289300" y="57277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6" name="Rectangle 53"/>
          <p:cNvSpPr>
            <a:spLocks noChangeArrowheads="1"/>
          </p:cNvSpPr>
          <p:nvPr/>
        </p:nvSpPr>
        <p:spPr bwMode="auto">
          <a:xfrm>
            <a:off x="3378200" y="56388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87" name="Rectangle 54"/>
          <p:cNvSpPr>
            <a:spLocks noChangeArrowheads="1"/>
          </p:cNvSpPr>
          <p:nvPr/>
        </p:nvSpPr>
        <p:spPr bwMode="auto">
          <a:xfrm>
            <a:off x="2832100" y="58547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1288" name="Rectangle 55"/>
          <p:cNvSpPr>
            <a:spLocks noChangeArrowheads="1"/>
          </p:cNvSpPr>
          <p:nvPr/>
        </p:nvSpPr>
        <p:spPr bwMode="auto">
          <a:xfrm>
            <a:off x="3581400" y="58547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1289" name="Rectangle 56"/>
          <p:cNvSpPr>
            <a:spLocks noChangeArrowheads="1"/>
          </p:cNvSpPr>
          <p:nvPr/>
        </p:nvSpPr>
        <p:spPr bwMode="auto">
          <a:xfrm>
            <a:off x="1295400" y="56388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90" name="Rectangle 57"/>
          <p:cNvSpPr>
            <a:spLocks noChangeArrowheads="1"/>
          </p:cNvSpPr>
          <p:nvPr/>
        </p:nvSpPr>
        <p:spPr bwMode="auto">
          <a:xfrm>
            <a:off x="1384300" y="56388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91" name="Rectangle 58"/>
          <p:cNvSpPr>
            <a:spLocks noChangeArrowheads="1"/>
          </p:cNvSpPr>
          <p:nvPr/>
        </p:nvSpPr>
        <p:spPr bwMode="auto">
          <a:xfrm>
            <a:off x="1943100" y="57277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292" name="Rectangle 59"/>
          <p:cNvSpPr>
            <a:spLocks noChangeArrowheads="1"/>
          </p:cNvSpPr>
          <p:nvPr/>
        </p:nvSpPr>
        <p:spPr bwMode="auto">
          <a:xfrm>
            <a:off x="1562100" y="58547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1293" name="Line 60"/>
          <p:cNvSpPr>
            <a:spLocks noChangeShapeType="1"/>
          </p:cNvSpPr>
          <p:nvPr/>
        </p:nvSpPr>
        <p:spPr bwMode="auto">
          <a:xfrm flipH="1">
            <a:off x="2057400" y="6019800"/>
            <a:ext cx="381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11294" name="Text Box 61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0224886-40E2-4741-BFFF-DEFDBB41E7B2}" type="slidenum">
              <a:rPr lang="en-US"/>
              <a:pPr>
                <a:defRPr/>
              </a:pPr>
              <a:t>10</a:t>
            </a:fld>
            <a:endParaRPr lang="en-US"/>
          </a:p>
        </p:txBody>
      </p:sp>
      <p:sp>
        <p:nvSpPr>
          <p:cNvPr id="12291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2292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12293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4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5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6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7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8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9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0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2301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12302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2318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2325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2329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2334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2338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2343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2303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4" name="Rectangle 45"/>
          <p:cNvSpPr>
            <a:spLocks noChangeArrowheads="1"/>
          </p:cNvSpPr>
          <p:nvPr/>
        </p:nvSpPr>
        <p:spPr bwMode="auto">
          <a:xfrm>
            <a:off x="2070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5" name="Rectangle 46"/>
          <p:cNvSpPr>
            <a:spLocks noChangeArrowheads="1"/>
          </p:cNvSpPr>
          <p:nvPr/>
        </p:nvSpPr>
        <p:spPr bwMode="auto">
          <a:xfrm>
            <a:off x="20701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6" name="Rectangle 47"/>
          <p:cNvSpPr>
            <a:spLocks noChangeArrowheads="1"/>
          </p:cNvSpPr>
          <p:nvPr/>
        </p:nvSpPr>
        <p:spPr bwMode="auto">
          <a:xfrm>
            <a:off x="2159000" y="58039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7" name="Rectangle 48"/>
          <p:cNvSpPr>
            <a:spLocks noChangeArrowheads="1"/>
          </p:cNvSpPr>
          <p:nvPr/>
        </p:nvSpPr>
        <p:spPr bwMode="auto">
          <a:xfrm>
            <a:off x="27305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8" name="Rectangle 49"/>
          <p:cNvSpPr>
            <a:spLocks noChangeArrowheads="1"/>
          </p:cNvSpPr>
          <p:nvPr/>
        </p:nvSpPr>
        <p:spPr bwMode="auto">
          <a:xfrm>
            <a:off x="2832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09" name="Rectangle 50"/>
          <p:cNvSpPr>
            <a:spLocks noChangeArrowheads="1"/>
          </p:cNvSpPr>
          <p:nvPr/>
        </p:nvSpPr>
        <p:spPr bwMode="auto">
          <a:xfrm>
            <a:off x="28321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10" name="Rectangle 51"/>
          <p:cNvSpPr>
            <a:spLocks noChangeArrowheads="1"/>
          </p:cNvSpPr>
          <p:nvPr/>
        </p:nvSpPr>
        <p:spPr bwMode="auto">
          <a:xfrm>
            <a:off x="2921000" y="58039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11" name="Rectangle 52"/>
          <p:cNvSpPr>
            <a:spLocks noChangeArrowheads="1"/>
          </p:cNvSpPr>
          <p:nvPr/>
        </p:nvSpPr>
        <p:spPr bwMode="auto">
          <a:xfrm>
            <a:off x="2374900" y="60198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2312" name="Rectangle 53"/>
          <p:cNvSpPr>
            <a:spLocks noChangeArrowheads="1"/>
          </p:cNvSpPr>
          <p:nvPr/>
        </p:nvSpPr>
        <p:spPr bwMode="auto">
          <a:xfrm>
            <a:off x="31242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2313" name="Rectangle 54"/>
          <p:cNvSpPr>
            <a:spLocks noChangeArrowheads="1"/>
          </p:cNvSpPr>
          <p:nvPr/>
        </p:nvSpPr>
        <p:spPr bwMode="auto">
          <a:xfrm>
            <a:off x="1320800" y="58039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14" name="Rectangle 55"/>
          <p:cNvSpPr>
            <a:spLocks noChangeArrowheads="1"/>
          </p:cNvSpPr>
          <p:nvPr/>
        </p:nvSpPr>
        <p:spPr bwMode="auto">
          <a:xfrm>
            <a:off x="1409700" y="58039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15" name="Rectangle 56"/>
          <p:cNvSpPr>
            <a:spLocks noChangeArrowheads="1"/>
          </p:cNvSpPr>
          <p:nvPr/>
        </p:nvSpPr>
        <p:spPr bwMode="auto">
          <a:xfrm>
            <a:off x="19685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316" name="Rectangle 57"/>
          <p:cNvSpPr>
            <a:spLocks noChangeArrowheads="1"/>
          </p:cNvSpPr>
          <p:nvPr/>
        </p:nvSpPr>
        <p:spPr bwMode="auto">
          <a:xfrm>
            <a:off x="15875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2317" name="Text Box 62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927F63D-35FE-48B3-85FB-596E2B092C28}" type="slidenum">
              <a:rPr lang="en-US"/>
              <a:pPr>
                <a:defRPr/>
              </a:pPr>
              <a:t>11</a:t>
            </a:fld>
            <a:endParaRPr lang="en-US"/>
          </a:p>
        </p:txBody>
      </p:sp>
      <p:sp>
        <p:nvSpPr>
          <p:cNvPr id="13315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3316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13317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8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9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0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1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2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3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4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3325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13326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3344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3351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3355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3360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3364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3369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3327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8" name="Rectangle 45"/>
          <p:cNvSpPr>
            <a:spLocks noChangeArrowheads="1"/>
          </p:cNvSpPr>
          <p:nvPr/>
        </p:nvSpPr>
        <p:spPr bwMode="auto">
          <a:xfrm>
            <a:off x="2070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29" name="Rectangle 46"/>
          <p:cNvSpPr>
            <a:spLocks noChangeArrowheads="1"/>
          </p:cNvSpPr>
          <p:nvPr/>
        </p:nvSpPr>
        <p:spPr bwMode="auto">
          <a:xfrm>
            <a:off x="20701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0" name="Rectangle 47"/>
          <p:cNvSpPr>
            <a:spLocks noChangeArrowheads="1"/>
          </p:cNvSpPr>
          <p:nvPr/>
        </p:nvSpPr>
        <p:spPr bwMode="auto">
          <a:xfrm>
            <a:off x="2159000" y="58039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1" name="Rectangle 48"/>
          <p:cNvSpPr>
            <a:spLocks noChangeArrowheads="1"/>
          </p:cNvSpPr>
          <p:nvPr/>
        </p:nvSpPr>
        <p:spPr bwMode="auto">
          <a:xfrm>
            <a:off x="27305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2" name="Rectangle 49"/>
          <p:cNvSpPr>
            <a:spLocks noChangeArrowheads="1"/>
          </p:cNvSpPr>
          <p:nvPr/>
        </p:nvSpPr>
        <p:spPr bwMode="auto">
          <a:xfrm>
            <a:off x="2832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3" name="Rectangle 50"/>
          <p:cNvSpPr>
            <a:spLocks noChangeArrowheads="1"/>
          </p:cNvSpPr>
          <p:nvPr/>
        </p:nvSpPr>
        <p:spPr bwMode="auto">
          <a:xfrm>
            <a:off x="28321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4" name="Rectangle 51"/>
          <p:cNvSpPr>
            <a:spLocks noChangeArrowheads="1"/>
          </p:cNvSpPr>
          <p:nvPr/>
        </p:nvSpPr>
        <p:spPr bwMode="auto">
          <a:xfrm>
            <a:off x="2921000" y="58039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5" name="Rectangle 52"/>
          <p:cNvSpPr>
            <a:spLocks noChangeArrowheads="1"/>
          </p:cNvSpPr>
          <p:nvPr/>
        </p:nvSpPr>
        <p:spPr bwMode="auto">
          <a:xfrm>
            <a:off x="2374900" y="60198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3336" name="Rectangle 53"/>
          <p:cNvSpPr>
            <a:spLocks noChangeArrowheads="1"/>
          </p:cNvSpPr>
          <p:nvPr/>
        </p:nvSpPr>
        <p:spPr bwMode="auto">
          <a:xfrm>
            <a:off x="31242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3337" name="Rectangle 54"/>
          <p:cNvSpPr>
            <a:spLocks noChangeArrowheads="1"/>
          </p:cNvSpPr>
          <p:nvPr/>
        </p:nvSpPr>
        <p:spPr bwMode="auto">
          <a:xfrm>
            <a:off x="1320800" y="58039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8" name="Rectangle 55"/>
          <p:cNvSpPr>
            <a:spLocks noChangeArrowheads="1"/>
          </p:cNvSpPr>
          <p:nvPr/>
        </p:nvSpPr>
        <p:spPr bwMode="auto">
          <a:xfrm>
            <a:off x="1409700" y="58039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39" name="Rectangle 56"/>
          <p:cNvSpPr>
            <a:spLocks noChangeArrowheads="1"/>
          </p:cNvSpPr>
          <p:nvPr/>
        </p:nvSpPr>
        <p:spPr bwMode="auto">
          <a:xfrm>
            <a:off x="19685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40" name="Rectangle 57"/>
          <p:cNvSpPr>
            <a:spLocks noChangeArrowheads="1"/>
          </p:cNvSpPr>
          <p:nvPr/>
        </p:nvSpPr>
        <p:spPr bwMode="auto">
          <a:xfrm>
            <a:off x="15875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3341" name="Oval 58"/>
          <p:cNvSpPr>
            <a:spLocks noChangeArrowheads="1"/>
          </p:cNvSpPr>
          <p:nvPr/>
        </p:nvSpPr>
        <p:spPr bwMode="auto">
          <a:xfrm>
            <a:off x="914400" y="5715000"/>
            <a:ext cx="3124200" cy="9144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342" name="Oval 59"/>
          <p:cNvSpPr>
            <a:spLocks noChangeArrowheads="1"/>
          </p:cNvSpPr>
          <p:nvPr/>
        </p:nvSpPr>
        <p:spPr bwMode="auto">
          <a:xfrm>
            <a:off x="685800" y="3429000"/>
            <a:ext cx="1066800" cy="1981200"/>
          </a:xfrm>
          <a:prstGeom prst="ellips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343" name="Text Box 60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2090A7E-7E78-4C05-A25D-466DA30C3C62}" type="slidenum">
              <a:rPr lang="en-US"/>
              <a:pPr>
                <a:defRPr/>
              </a:pPr>
              <a:t>12</a:t>
            </a:fld>
            <a:endParaRPr lang="en-US"/>
          </a:p>
        </p:txBody>
      </p:sp>
      <p:sp>
        <p:nvSpPr>
          <p:cNvPr id="14339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4340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sp>
        <p:nvSpPr>
          <p:cNvPr id="14341" name="Rectangle 5"/>
          <p:cNvSpPr>
            <a:spLocks noChangeArrowheads="1"/>
          </p:cNvSpPr>
          <p:nvPr/>
        </p:nvSpPr>
        <p:spPr bwMode="auto">
          <a:xfrm>
            <a:off x="838200" y="4432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2" name="Rectangle 6"/>
          <p:cNvSpPr>
            <a:spLocks noChangeArrowheads="1"/>
          </p:cNvSpPr>
          <p:nvPr/>
        </p:nvSpPr>
        <p:spPr bwMode="auto">
          <a:xfrm>
            <a:off x="1485900" y="4521200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3" name="Rectangle 7"/>
          <p:cNvSpPr>
            <a:spLocks noChangeArrowheads="1"/>
          </p:cNvSpPr>
          <p:nvPr/>
        </p:nvSpPr>
        <p:spPr bwMode="auto">
          <a:xfrm>
            <a:off x="927100" y="50927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4" name="Rectangle 8"/>
          <p:cNvSpPr>
            <a:spLocks noChangeArrowheads="1"/>
          </p:cNvSpPr>
          <p:nvPr/>
        </p:nvSpPr>
        <p:spPr bwMode="auto">
          <a:xfrm>
            <a:off x="927100" y="44323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5" name="Rectangle 9"/>
          <p:cNvSpPr>
            <a:spLocks noChangeArrowheads="1"/>
          </p:cNvSpPr>
          <p:nvPr/>
        </p:nvSpPr>
        <p:spPr bwMode="auto">
          <a:xfrm>
            <a:off x="838200" y="36703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6" name="Rectangle 10"/>
          <p:cNvSpPr>
            <a:spLocks noChangeArrowheads="1"/>
          </p:cNvSpPr>
          <p:nvPr/>
        </p:nvSpPr>
        <p:spPr bwMode="auto">
          <a:xfrm>
            <a:off x="1485900" y="37719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7" name="Rectangle 11"/>
          <p:cNvSpPr>
            <a:spLocks noChangeArrowheads="1"/>
          </p:cNvSpPr>
          <p:nvPr/>
        </p:nvSpPr>
        <p:spPr bwMode="auto">
          <a:xfrm>
            <a:off x="927100" y="4330700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48" name="Rectangle 12"/>
          <p:cNvSpPr>
            <a:spLocks noChangeArrowheads="1"/>
          </p:cNvSpPr>
          <p:nvPr/>
        </p:nvSpPr>
        <p:spPr bwMode="auto">
          <a:xfrm>
            <a:off x="1130300" y="46482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4349" name="Rectangle 13"/>
          <p:cNvSpPr>
            <a:spLocks noChangeArrowheads="1"/>
          </p:cNvSpPr>
          <p:nvPr/>
        </p:nvSpPr>
        <p:spPr bwMode="auto">
          <a:xfrm>
            <a:off x="1130300" y="38989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grpSp>
        <p:nvGrpSpPr>
          <p:cNvPr id="14350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4367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4374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4378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4383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4387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4392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4351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2" name="Rectangle 45"/>
          <p:cNvSpPr>
            <a:spLocks noChangeArrowheads="1"/>
          </p:cNvSpPr>
          <p:nvPr/>
        </p:nvSpPr>
        <p:spPr bwMode="auto">
          <a:xfrm>
            <a:off x="2070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3" name="Rectangle 46"/>
          <p:cNvSpPr>
            <a:spLocks noChangeArrowheads="1"/>
          </p:cNvSpPr>
          <p:nvPr/>
        </p:nvSpPr>
        <p:spPr bwMode="auto">
          <a:xfrm>
            <a:off x="20701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4" name="Rectangle 47"/>
          <p:cNvSpPr>
            <a:spLocks noChangeArrowheads="1"/>
          </p:cNvSpPr>
          <p:nvPr/>
        </p:nvSpPr>
        <p:spPr bwMode="auto">
          <a:xfrm>
            <a:off x="2159000" y="58039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5" name="Rectangle 48"/>
          <p:cNvSpPr>
            <a:spLocks noChangeArrowheads="1"/>
          </p:cNvSpPr>
          <p:nvPr/>
        </p:nvSpPr>
        <p:spPr bwMode="auto">
          <a:xfrm>
            <a:off x="27305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6" name="Rectangle 49"/>
          <p:cNvSpPr>
            <a:spLocks noChangeArrowheads="1"/>
          </p:cNvSpPr>
          <p:nvPr/>
        </p:nvSpPr>
        <p:spPr bwMode="auto">
          <a:xfrm>
            <a:off x="2832100" y="58039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7" name="Rectangle 50"/>
          <p:cNvSpPr>
            <a:spLocks noChangeArrowheads="1"/>
          </p:cNvSpPr>
          <p:nvPr/>
        </p:nvSpPr>
        <p:spPr bwMode="auto">
          <a:xfrm>
            <a:off x="2832100" y="5892800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8" name="Rectangle 51"/>
          <p:cNvSpPr>
            <a:spLocks noChangeArrowheads="1"/>
          </p:cNvSpPr>
          <p:nvPr/>
        </p:nvSpPr>
        <p:spPr bwMode="auto">
          <a:xfrm>
            <a:off x="2921000" y="5803900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59" name="Rectangle 52"/>
          <p:cNvSpPr>
            <a:spLocks noChangeArrowheads="1"/>
          </p:cNvSpPr>
          <p:nvPr/>
        </p:nvSpPr>
        <p:spPr bwMode="auto">
          <a:xfrm>
            <a:off x="2374900" y="6019800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4360" name="Rectangle 53"/>
          <p:cNvSpPr>
            <a:spLocks noChangeArrowheads="1"/>
          </p:cNvSpPr>
          <p:nvPr/>
        </p:nvSpPr>
        <p:spPr bwMode="auto">
          <a:xfrm>
            <a:off x="31242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4361" name="Rectangle 54"/>
          <p:cNvSpPr>
            <a:spLocks noChangeArrowheads="1"/>
          </p:cNvSpPr>
          <p:nvPr/>
        </p:nvSpPr>
        <p:spPr bwMode="auto">
          <a:xfrm>
            <a:off x="1320800" y="5803900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62" name="Rectangle 55"/>
          <p:cNvSpPr>
            <a:spLocks noChangeArrowheads="1"/>
          </p:cNvSpPr>
          <p:nvPr/>
        </p:nvSpPr>
        <p:spPr bwMode="auto">
          <a:xfrm>
            <a:off x="1409700" y="5803900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63" name="Rectangle 56"/>
          <p:cNvSpPr>
            <a:spLocks noChangeArrowheads="1"/>
          </p:cNvSpPr>
          <p:nvPr/>
        </p:nvSpPr>
        <p:spPr bwMode="auto">
          <a:xfrm>
            <a:off x="1968500" y="5892800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364" name="Rectangle 57"/>
          <p:cNvSpPr>
            <a:spLocks noChangeArrowheads="1"/>
          </p:cNvSpPr>
          <p:nvPr/>
        </p:nvSpPr>
        <p:spPr bwMode="auto">
          <a:xfrm>
            <a:off x="1587500" y="60198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4365" name="Line 61"/>
          <p:cNvSpPr>
            <a:spLocks noChangeShapeType="1"/>
          </p:cNvSpPr>
          <p:nvPr/>
        </p:nvSpPr>
        <p:spPr bwMode="auto">
          <a:xfrm>
            <a:off x="1219200" y="5257800"/>
            <a:ext cx="304800" cy="4572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14366" name="Text Box 62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5C063D0-56F0-4C9E-976C-1FF5C4ED9015}" type="slidenum">
              <a:rPr lang="en-US"/>
              <a:pPr>
                <a:defRPr/>
              </a:pPr>
              <a:t>13</a:t>
            </a:fld>
            <a:endParaRPr lang="en-US"/>
          </a:p>
        </p:txBody>
      </p:sp>
      <p:sp>
        <p:nvSpPr>
          <p:cNvPr id="15363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5364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15365" name="Group 14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5390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Rectangle 16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Rectangle 17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Rectangle 18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Rectangle 19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Rectangle 20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Rectangle 21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5397" name="Rectangle 22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Rectangle 23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Rectangle 24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Rectangle 25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5401" name="Rectangle 26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Rectangle 27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Rectangle 28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Rectangle 29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Rectangle 30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5406" name="Rectangle 31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Rectangle 32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Rectangle 33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Rectangle 34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5410" name="Rectangle 35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Rectangle 36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Rectangle 37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Rectangle 38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Rectangle 39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5415" name="Rectangle 40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Rectangle 41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Rectangle 42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Rectangle 43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5366" name="Line 44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67" name="Rectangle 69"/>
          <p:cNvSpPr>
            <a:spLocks noChangeArrowheads="1"/>
          </p:cNvSpPr>
          <p:nvPr/>
        </p:nvSpPr>
        <p:spPr bwMode="auto">
          <a:xfrm>
            <a:off x="1141413" y="53832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68" name="Rectangle 70"/>
          <p:cNvSpPr>
            <a:spLocks noChangeArrowheads="1"/>
          </p:cNvSpPr>
          <p:nvPr/>
        </p:nvSpPr>
        <p:spPr bwMode="auto">
          <a:xfrm>
            <a:off x="1230313" y="5383213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69" name="Rectangle 71"/>
          <p:cNvSpPr>
            <a:spLocks noChangeArrowheads="1"/>
          </p:cNvSpPr>
          <p:nvPr/>
        </p:nvSpPr>
        <p:spPr bwMode="auto">
          <a:xfrm>
            <a:off x="1789113" y="5472113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0" name="Rectangle 72"/>
          <p:cNvSpPr>
            <a:spLocks noChangeArrowheads="1"/>
          </p:cNvSpPr>
          <p:nvPr/>
        </p:nvSpPr>
        <p:spPr bwMode="auto">
          <a:xfrm>
            <a:off x="1408113" y="55991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5371" name="Rectangle 73"/>
          <p:cNvSpPr>
            <a:spLocks noChangeArrowheads="1"/>
          </p:cNvSpPr>
          <p:nvPr/>
        </p:nvSpPr>
        <p:spPr bwMode="auto">
          <a:xfrm>
            <a:off x="1141413" y="46339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2" name="Rectangle 74"/>
          <p:cNvSpPr>
            <a:spLocks noChangeArrowheads="1"/>
          </p:cNvSpPr>
          <p:nvPr/>
        </p:nvSpPr>
        <p:spPr bwMode="auto">
          <a:xfrm>
            <a:off x="1789113" y="4722813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3" name="Rectangle 75"/>
          <p:cNvSpPr>
            <a:spLocks noChangeArrowheads="1"/>
          </p:cNvSpPr>
          <p:nvPr/>
        </p:nvSpPr>
        <p:spPr bwMode="auto">
          <a:xfrm>
            <a:off x="1230313" y="5294313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4" name="Rectangle 76"/>
          <p:cNvSpPr>
            <a:spLocks noChangeArrowheads="1"/>
          </p:cNvSpPr>
          <p:nvPr/>
        </p:nvSpPr>
        <p:spPr bwMode="auto">
          <a:xfrm>
            <a:off x="1878013" y="5383213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5" name="Rectangle 77"/>
          <p:cNvSpPr>
            <a:spLocks noChangeArrowheads="1"/>
          </p:cNvSpPr>
          <p:nvPr/>
        </p:nvSpPr>
        <p:spPr bwMode="auto">
          <a:xfrm>
            <a:off x="1878013" y="5472113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6" name="Rectangle 78"/>
          <p:cNvSpPr>
            <a:spLocks noChangeArrowheads="1"/>
          </p:cNvSpPr>
          <p:nvPr/>
        </p:nvSpPr>
        <p:spPr bwMode="auto">
          <a:xfrm>
            <a:off x="1966913" y="5383213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7" name="Rectangle 79"/>
          <p:cNvSpPr>
            <a:spLocks noChangeArrowheads="1"/>
          </p:cNvSpPr>
          <p:nvPr/>
        </p:nvSpPr>
        <p:spPr bwMode="auto">
          <a:xfrm>
            <a:off x="2538413" y="5472113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8" name="Rectangle 80"/>
          <p:cNvSpPr>
            <a:spLocks noChangeArrowheads="1"/>
          </p:cNvSpPr>
          <p:nvPr/>
        </p:nvSpPr>
        <p:spPr bwMode="auto">
          <a:xfrm>
            <a:off x="2627313" y="5383213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79" name="Rectangle 81"/>
          <p:cNvSpPr>
            <a:spLocks noChangeArrowheads="1"/>
          </p:cNvSpPr>
          <p:nvPr/>
        </p:nvSpPr>
        <p:spPr bwMode="auto">
          <a:xfrm>
            <a:off x="2627313" y="5472113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0" name="Rectangle 82"/>
          <p:cNvSpPr>
            <a:spLocks noChangeArrowheads="1"/>
          </p:cNvSpPr>
          <p:nvPr/>
        </p:nvSpPr>
        <p:spPr bwMode="auto">
          <a:xfrm>
            <a:off x="2716213" y="5383213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1" name="Rectangle 83"/>
          <p:cNvSpPr>
            <a:spLocks noChangeArrowheads="1"/>
          </p:cNvSpPr>
          <p:nvPr/>
        </p:nvSpPr>
        <p:spPr bwMode="auto">
          <a:xfrm>
            <a:off x="1230313" y="4633913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2" name="Rectangle 84"/>
          <p:cNvSpPr>
            <a:spLocks noChangeArrowheads="1"/>
          </p:cNvSpPr>
          <p:nvPr/>
        </p:nvSpPr>
        <p:spPr bwMode="auto">
          <a:xfrm>
            <a:off x="1141413" y="38846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3" name="Rectangle 85"/>
          <p:cNvSpPr>
            <a:spLocks noChangeArrowheads="1"/>
          </p:cNvSpPr>
          <p:nvPr/>
        </p:nvSpPr>
        <p:spPr bwMode="auto">
          <a:xfrm>
            <a:off x="1789113" y="3986213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4" name="Rectangle 86"/>
          <p:cNvSpPr>
            <a:spLocks noChangeArrowheads="1"/>
          </p:cNvSpPr>
          <p:nvPr/>
        </p:nvSpPr>
        <p:spPr bwMode="auto">
          <a:xfrm>
            <a:off x="1230313" y="4545013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5385" name="Rectangle 87"/>
          <p:cNvSpPr>
            <a:spLocks noChangeArrowheads="1"/>
          </p:cNvSpPr>
          <p:nvPr/>
        </p:nvSpPr>
        <p:spPr bwMode="auto">
          <a:xfrm>
            <a:off x="2182813" y="5599113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5386" name="Rectangle 88"/>
          <p:cNvSpPr>
            <a:spLocks noChangeArrowheads="1"/>
          </p:cNvSpPr>
          <p:nvPr/>
        </p:nvSpPr>
        <p:spPr bwMode="auto">
          <a:xfrm>
            <a:off x="2919413" y="55991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5387" name="Rectangle 89"/>
          <p:cNvSpPr>
            <a:spLocks noChangeArrowheads="1"/>
          </p:cNvSpPr>
          <p:nvPr/>
        </p:nvSpPr>
        <p:spPr bwMode="auto">
          <a:xfrm>
            <a:off x="1433513" y="4849813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5388" name="Rectangle 90"/>
          <p:cNvSpPr>
            <a:spLocks noChangeArrowheads="1"/>
          </p:cNvSpPr>
          <p:nvPr/>
        </p:nvSpPr>
        <p:spPr bwMode="auto">
          <a:xfrm>
            <a:off x="1433513" y="41132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sp>
        <p:nvSpPr>
          <p:cNvPr id="15389" name="Text Box 91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EC2DC40-C90E-4345-B6CA-72968877BDD2}" type="slidenum">
              <a:rPr lang="en-US"/>
              <a:pPr>
                <a:defRPr/>
              </a:pPr>
              <a:t>14</a:t>
            </a:fld>
            <a:endParaRPr lang="en-US"/>
          </a:p>
        </p:txBody>
      </p:sp>
      <p:sp>
        <p:nvSpPr>
          <p:cNvPr id="16387" name="Text Box 3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6388" name="Text Box 4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16389" name="Group 5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6421" name="AutoShape 6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Rectangle 7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Rectangle 8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Rectangle 9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Rectangle 10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Rectangle 11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Rectangle 12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6428" name="Rectangle 13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Rectangle 14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Rectangle 15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Rectangle 16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6432" name="Rectangle 17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Rectangle 18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Rectangle 19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Rectangle 20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Rectangle 21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6437" name="Rectangle 22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Rectangle 23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Rectangle 24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Rectangle 25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6441" name="Rectangle 26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Rectangle 27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Rectangle 28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Rectangle 29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Rectangle 30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6446" name="Rectangle 31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Rectangle 32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Rectangle 33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Rectangle 34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6390" name="Line 35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1" name="Rectangle 36"/>
          <p:cNvSpPr>
            <a:spLocks noChangeArrowheads="1"/>
          </p:cNvSpPr>
          <p:nvPr/>
        </p:nvSpPr>
        <p:spPr bwMode="auto">
          <a:xfrm>
            <a:off x="2273300" y="4267200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2" name="Rectangle 37"/>
          <p:cNvSpPr>
            <a:spLocks noChangeArrowheads="1"/>
          </p:cNvSpPr>
          <p:nvPr/>
        </p:nvSpPr>
        <p:spPr bwMode="auto">
          <a:xfrm>
            <a:off x="2273300" y="43688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3" name="Rectangle 38"/>
          <p:cNvSpPr>
            <a:spLocks noChangeArrowheads="1"/>
          </p:cNvSpPr>
          <p:nvPr/>
        </p:nvSpPr>
        <p:spPr bwMode="auto">
          <a:xfrm>
            <a:off x="2362200" y="4267200"/>
            <a:ext cx="571500" cy="1016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4" name="Rectangle 39"/>
          <p:cNvSpPr>
            <a:spLocks noChangeArrowheads="1"/>
          </p:cNvSpPr>
          <p:nvPr/>
        </p:nvSpPr>
        <p:spPr bwMode="auto">
          <a:xfrm>
            <a:off x="2362200" y="4927600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5" name="Rectangle 40"/>
          <p:cNvSpPr>
            <a:spLocks noChangeArrowheads="1"/>
          </p:cNvSpPr>
          <p:nvPr/>
        </p:nvSpPr>
        <p:spPr bwMode="auto">
          <a:xfrm>
            <a:off x="2933700" y="4368800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6" name="Rectangle 41"/>
          <p:cNvSpPr>
            <a:spLocks noChangeArrowheads="1"/>
          </p:cNvSpPr>
          <p:nvPr/>
        </p:nvSpPr>
        <p:spPr bwMode="auto">
          <a:xfrm>
            <a:off x="2578100" y="4470400"/>
            <a:ext cx="14128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x</a:t>
            </a:r>
            <a:endParaRPr lang="en-US"/>
          </a:p>
        </p:txBody>
      </p:sp>
      <p:sp>
        <p:nvSpPr>
          <p:cNvPr id="16397" name="Line 42"/>
          <p:cNvSpPr>
            <a:spLocks noChangeShapeType="1"/>
          </p:cNvSpPr>
          <p:nvPr/>
        </p:nvSpPr>
        <p:spPr bwMode="auto">
          <a:xfrm flipH="1">
            <a:off x="1981200" y="5029200"/>
            <a:ext cx="22860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16398" name="Rectangle 43"/>
          <p:cNvSpPr>
            <a:spLocks noChangeArrowheads="1"/>
          </p:cNvSpPr>
          <p:nvPr/>
        </p:nvSpPr>
        <p:spPr bwMode="auto">
          <a:xfrm>
            <a:off x="1141413" y="53832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99" name="Rectangle 44"/>
          <p:cNvSpPr>
            <a:spLocks noChangeArrowheads="1"/>
          </p:cNvSpPr>
          <p:nvPr/>
        </p:nvSpPr>
        <p:spPr bwMode="auto">
          <a:xfrm>
            <a:off x="1230313" y="5383213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0" name="Rectangle 45"/>
          <p:cNvSpPr>
            <a:spLocks noChangeArrowheads="1"/>
          </p:cNvSpPr>
          <p:nvPr/>
        </p:nvSpPr>
        <p:spPr bwMode="auto">
          <a:xfrm>
            <a:off x="1789113" y="5472113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1" name="Rectangle 46"/>
          <p:cNvSpPr>
            <a:spLocks noChangeArrowheads="1"/>
          </p:cNvSpPr>
          <p:nvPr/>
        </p:nvSpPr>
        <p:spPr bwMode="auto">
          <a:xfrm>
            <a:off x="1408113" y="55991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a</a:t>
            </a:r>
            <a:endParaRPr lang="en-US"/>
          </a:p>
        </p:txBody>
      </p:sp>
      <p:sp>
        <p:nvSpPr>
          <p:cNvPr id="16402" name="Rectangle 47"/>
          <p:cNvSpPr>
            <a:spLocks noChangeArrowheads="1"/>
          </p:cNvSpPr>
          <p:nvPr/>
        </p:nvSpPr>
        <p:spPr bwMode="auto">
          <a:xfrm>
            <a:off x="1141413" y="46339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3" name="Rectangle 48"/>
          <p:cNvSpPr>
            <a:spLocks noChangeArrowheads="1"/>
          </p:cNvSpPr>
          <p:nvPr/>
        </p:nvSpPr>
        <p:spPr bwMode="auto">
          <a:xfrm>
            <a:off x="1789113" y="4722813"/>
            <a:ext cx="88900" cy="5715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4" name="Rectangle 49"/>
          <p:cNvSpPr>
            <a:spLocks noChangeArrowheads="1"/>
          </p:cNvSpPr>
          <p:nvPr/>
        </p:nvSpPr>
        <p:spPr bwMode="auto">
          <a:xfrm>
            <a:off x="1230313" y="5294313"/>
            <a:ext cx="558800" cy="88900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5" name="Rectangle 50"/>
          <p:cNvSpPr>
            <a:spLocks noChangeArrowheads="1"/>
          </p:cNvSpPr>
          <p:nvPr/>
        </p:nvSpPr>
        <p:spPr bwMode="auto">
          <a:xfrm>
            <a:off x="1878013" y="5383213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6" name="Rectangle 51"/>
          <p:cNvSpPr>
            <a:spLocks noChangeArrowheads="1"/>
          </p:cNvSpPr>
          <p:nvPr/>
        </p:nvSpPr>
        <p:spPr bwMode="auto">
          <a:xfrm>
            <a:off x="1878013" y="5472113"/>
            <a:ext cx="88900" cy="558800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7" name="Rectangle 52"/>
          <p:cNvSpPr>
            <a:spLocks noChangeArrowheads="1"/>
          </p:cNvSpPr>
          <p:nvPr/>
        </p:nvSpPr>
        <p:spPr bwMode="auto">
          <a:xfrm>
            <a:off x="1966913" y="5383213"/>
            <a:ext cx="5715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8" name="Rectangle 53"/>
          <p:cNvSpPr>
            <a:spLocks noChangeArrowheads="1"/>
          </p:cNvSpPr>
          <p:nvPr/>
        </p:nvSpPr>
        <p:spPr bwMode="auto">
          <a:xfrm>
            <a:off x="2538413" y="5472113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09" name="Rectangle 54"/>
          <p:cNvSpPr>
            <a:spLocks noChangeArrowheads="1"/>
          </p:cNvSpPr>
          <p:nvPr/>
        </p:nvSpPr>
        <p:spPr bwMode="auto">
          <a:xfrm>
            <a:off x="2627313" y="5383213"/>
            <a:ext cx="7493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0" name="Rectangle 55"/>
          <p:cNvSpPr>
            <a:spLocks noChangeArrowheads="1"/>
          </p:cNvSpPr>
          <p:nvPr/>
        </p:nvSpPr>
        <p:spPr bwMode="auto">
          <a:xfrm>
            <a:off x="2627313" y="5472113"/>
            <a:ext cx="88900" cy="558800"/>
          </a:xfrm>
          <a:prstGeom prst="rect">
            <a:avLst/>
          </a:prstGeom>
          <a:solidFill>
            <a:srgbClr val="33FF33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1" name="Rectangle 56"/>
          <p:cNvSpPr>
            <a:spLocks noChangeArrowheads="1"/>
          </p:cNvSpPr>
          <p:nvPr/>
        </p:nvSpPr>
        <p:spPr bwMode="auto">
          <a:xfrm>
            <a:off x="2716213" y="5383213"/>
            <a:ext cx="558800" cy="88900"/>
          </a:xfrm>
          <a:prstGeom prst="rect">
            <a:avLst/>
          </a:prstGeom>
          <a:solidFill>
            <a:srgbClr val="FF66CC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2" name="Rectangle 57"/>
          <p:cNvSpPr>
            <a:spLocks noChangeArrowheads="1"/>
          </p:cNvSpPr>
          <p:nvPr/>
        </p:nvSpPr>
        <p:spPr bwMode="auto">
          <a:xfrm>
            <a:off x="1230313" y="4633913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3" name="Rectangle 58"/>
          <p:cNvSpPr>
            <a:spLocks noChangeArrowheads="1"/>
          </p:cNvSpPr>
          <p:nvPr/>
        </p:nvSpPr>
        <p:spPr bwMode="auto">
          <a:xfrm>
            <a:off x="1141413" y="3884613"/>
            <a:ext cx="736600" cy="749300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4" name="Rectangle 59"/>
          <p:cNvSpPr>
            <a:spLocks noChangeArrowheads="1"/>
          </p:cNvSpPr>
          <p:nvPr/>
        </p:nvSpPr>
        <p:spPr bwMode="auto">
          <a:xfrm>
            <a:off x="1789113" y="3986213"/>
            <a:ext cx="88900" cy="5588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5" name="Rectangle 60"/>
          <p:cNvSpPr>
            <a:spLocks noChangeArrowheads="1"/>
          </p:cNvSpPr>
          <p:nvPr/>
        </p:nvSpPr>
        <p:spPr bwMode="auto">
          <a:xfrm>
            <a:off x="1230313" y="4545013"/>
            <a:ext cx="558800" cy="88900"/>
          </a:xfrm>
          <a:prstGeom prst="rect">
            <a:avLst/>
          </a:prstGeom>
          <a:solidFill>
            <a:srgbClr val="0000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416" name="Rectangle 61"/>
          <p:cNvSpPr>
            <a:spLocks noChangeArrowheads="1"/>
          </p:cNvSpPr>
          <p:nvPr/>
        </p:nvSpPr>
        <p:spPr bwMode="auto">
          <a:xfrm>
            <a:off x="2182813" y="5599113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b</a:t>
            </a:r>
            <a:endParaRPr lang="en-US"/>
          </a:p>
        </p:txBody>
      </p:sp>
      <p:sp>
        <p:nvSpPr>
          <p:cNvPr id="16417" name="Rectangle 62"/>
          <p:cNvSpPr>
            <a:spLocks noChangeArrowheads="1"/>
          </p:cNvSpPr>
          <p:nvPr/>
        </p:nvSpPr>
        <p:spPr bwMode="auto">
          <a:xfrm>
            <a:off x="2919413" y="55991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c</a:t>
            </a:r>
            <a:endParaRPr lang="en-US"/>
          </a:p>
        </p:txBody>
      </p:sp>
      <p:sp>
        <p:nvSpPr>
          <p:cNvPr id="16418" name="Rectangle 63"/>
          <p:cNvSpPr>
            <a:spLocks noChangeArrowheads="1"/>
          </p:cNvSpPr>
          <p:nvPr/>
        </p:nvSpPr>
        <p:spPr bwMode="auto">
          <a:xfrm>
            <a:off x="1433513" y="4849813"/>
            <a:ext cx="1555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d</a:t>
            </a:r>
            <a:endParaRPr lang="en-US"/>
          </a:p>
        </p:txBody>
      </p:sp>
      <p:sp>
        <p:nvSpPr>
          <p:cNvPr id="16419" name="Rectangle 64"/>
          <p:cNvSpPr>
            <a:spLocks noChangeArrowheads="1"/>
          </p:cNvSpPr>
          <p:nvPr/>
        </p:nvSpPr>
        <p:spPr bwMode="auto">
          <a:xfrm>
            <a:off x="1433513" y="4113213"/>
            <a:ext cx="141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</a:rPr>
              <a:t>e</a:t>
            </a:r>
            <a:endParaRPr lang="en-US"/>
          </a:p>
        </p:txBody>
      </p:sp>
      <p:sp>
        <p:nvSpPr>
          <p:cNvPr id="16420" name="Text Box 65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8F27ECF-2303-4422-9C29-25385629E8F6}" type="slidenum">
              <a:rPr lang="en-US"/>
              <a:pPr>
                <a:defRPr/>
              </a:pPr>
              <a:t>15</a:t>
            </a:fld>
            <a:endParaRPr lang="en-US"/>
          </a:p>
        </p:txBody>
      </p:sp>
      <p:sp>
        <p:nvSpPr>
          <p:cNvPr id="17411" name="Text Box 5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7412" name="Text Box 6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17413" name="Group 8"/>
          <p:cNvGrpSpPr>
            <a:grpSpLocks noChangeAspect="1"/>
          </p:cNvGrpSpPr>
          <p:nvPr/>
        </p:nvGrpSpPr>
        <p:grpSpPr bwMode="auto">
          <a:xfrm>
            <a:off x="1141413" y="3884613"/>
            <a:ext cx="2260600" cy="2260600"/>
            <a:chOff x="719" y="2447"/>
            <a:chExt cx="1424" cy="1424"/>
          </a:xfrm>
        </p:grpSpPr>
        <p:sp>
          <p:nvSpPr>
            <p:cNvPr id="17446" name="AutoShape 7"/>
            <p:cNvSpPr>
              <a:spLocks noChangeAspect="1" noChangeArrowheads="1" noTextEdit="1"/>
            </p:cNvSpPr>
            <p:nvPr/>
          </p:nvSpPr>
          <p:spPr bwMode="auto">
            <a:xfrm>
              <a:off x="719" y="2447"/>
              <a:ext cx="1424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Rectangle 9"/>
            <p:cNvSpPr>
              <a:spLocks noChangeArrowheads="1"/>
            </p:cNvSpPr>
            <p:nvPr/>
          </p:nvSpPr>
          <p:spPr bwMode="auto">
            <a:xfrm>
              <a:off x="719" y="3391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Rectangle 10"/>
            <p:cNvSpPr>
              <a:spLocks noChangeArrowheads="1"/>
            </p:cNvSpPr>
            <p:nvPr/>
          </p:nvSpPr>
          <p:spPr bwMode="auto">
            <a:xfrm>
              <a:off x="775" y="3391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Rectangle 11"/>
            <p:cNvSpPr>
              <a:spLocks noChangeArrowheads="1"/>
            </p:cNvSpPr>
            <p:nvPr/>
          </p:nvSpPr>
          <p:spPr bwMode="auto">
            <a:xfrm>
              <a:off x="1127" y="3447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Rectangle 12"/>
            <p:cNvSpPr>
              <a:spLocks noChangeArrowheads="1"/>
            </p:cNvSpPr>
            <p:nvPr/>
          </p:nvSpPr>
          <p:spPr bwMode="auto">
            <a:xfrm>
              <a:off x="887" y="3527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  <p:sp>
          <p:nvSpPr>
            <p:cNvPr id="17451" name="Rectangle 13"/>
            <p:cNvSpPr>
              <a:spLocks noChangeArrowheads="1"/>
            </p:cNvSpPr>
            <p:nvPr/>
          </p:nvSpPr>
          <p:spPr bwMode="auto">
            <a:xfrm>
              <a:off x="719" y="2919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Rectangle 14"/>
            <p:cNvSpPr>
              <a:spLocks noChangeArrowheads="1"/>
            </p:cNvSpPr>
            <p:nvPr/>
          </p:nvSpPr>
          <p:spPr bwMode="auto">
            <a:xfrm>
              <a:off x="1127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Rectangle 15"/>
            <p:cNvSpPr>
              <a:spLocks noChangeArrowheads="1"/>
            </p:cNvSpPr>
            <p:nvPr/>
          </p:nvSpPr>
          <p:spPr bwMode="auto">
            <a:xfrm>
              <a:off x="775" y="3335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Rectangle 16"/>
            <p:cNvSpPr>
              <a:spLocks noChangeArrowheads="1"/>
            </p:cNvSpPr>
            <p:nvPr/>
          </p:nvSpPr>
          <p:spPr bwMode="auto">
            <a:xfrm>
              <a:off x="1183" y="3391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Rectangle 17"/>
            <p:cNvSpPr>
              <a:spLocks noChangeArrowheads="1"/>
            </p:cNvSpPr>
            <p:nvPr/>
          </p:nvSpPr>
          <p:spPr bwMode="auto">
            <a:xfrm>
              <a:off x="1183" y="3447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Rectangle 18"/>
            <p:cNvSpPr>
              <a:spLocks noChangeArrowheads="1"/>
            </p:cNvSpPr>
            <p:nvPr/>
          </p:nvSpPr>
          <p:spPr bwMode="auto">
            <a:xfrm>
              <a:off x="1239" y="3391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Rectangle 19"/>
            <p:cNvSpPr>
              <a:spLocks noChangeArrowheads="1"/>
            </p:cNvSpPr>
            <p:nvPr/>
          </p:nvSpPr>
          <p:spPr bwMode="auto">
            <a:xfrm>
              <a:off x="1599" y="3447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Rectangle 20"/>
            <p:cNvSpPr>
              <a:spLocks noChangeArrowheads="1"/>
            </p:cNvSpPr>
            <p:nvPr/>
          </p:nvSpPr>
          <p:spPr bwMode="auto">
            <a:xfrm>
              <a:off x="1655" y="3391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Rectangle 21"/>
            <p:cNvSpPr>
              <a:spLocks noChangeArrowheads="1"/>
            </p:cNvSpPr>
            <p:nvPr/>
          </p:nvSpPr>
          <p:spPr bwMode="auto">
            <a:xfrm>
              <a:off x="1655" y="3447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Rectangle 22"/>
            <p:cNvSpPr>
              <a:spLocks noChangeArrowheads="1"/>
            </p:cNvSpPr>
            <p:nvPr/>
          </p:nvSpPr>
          <p:spPr bwMode="auto">
            <a:xfrm>
              <a:off x="1711" y="3391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Rectangle 23"/>
            <p:cNvSpPr>
              <a:spLocks noChangeArrowheads="1"/>
            </p:cNvSpPr>
            <p:nvPr/>
          </p:nvSpPr>
          <p:spPr bwMode="auto">
            <a:xfrm>
              <a:off x="775" y="2919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Rectangle 24"/>
            <p:cNvSpPr>
              <a:spLocks noChangeArrowheads="1"/>
            </p:cNvSpPr>
            <p:nvPr/>
          </p:nvSpPr>
          <p:spPr bwMode="auto">
            <a:xfrm>
              <a:off x="719" y="2447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Rectangle 25"/>
            <p:cNvSpPr>
              <a:spLocks noChangeArrowheads="1"/>
            </p:cNvSpPr>
            <p:nvPr/>
          </p:nvSpPr>
          <p:spPr bwMode="auto">
            <a:xfrm>
              <a:off x="1127" y="2511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Rectangle 26"/>
            <p:cNvSpPr>
              <a:spLocks noChangeArrowheads="1"/>
            </p:cNvSpPr>
            <p:nvPr/>
          </p:nvSpPr>
          <p:spPr bwMode="auto">
            <a:xfrm>
              <a:off x="775" y="2863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Rectangle 27"/>
            <p:cNvSpPr>
              <a:spLocks noChangeArrowheads="1"/>
            </p:cNvSpPr>
            <p:nvPr/>
          </p:nvSpPr>
          <p:spPr bwMode="auto">
            <a:xfrm>
              <a:off x="1375" y="3527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7466" name="Rectangle 28"/>
            <p:cNvSpPr>
              <a:spLocks noChangeArrowheads="1"/>
            </p:cNvSpPr>
            <p:nvPr/>
          </p:nvSpPr>
          <p:spPr bwMode="auto">
            <a:xfrm>
              <a:off x="1839" y="3527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7467" name="Rectangle 29"/>
            <p:cNvSpPr>
              <a:spLocks noChangeArrowheads="1"/>
            </p:cNvSpPr>
            <p:nvPr/>
          </p:nvSpPr>
          <p:spPr bwMode="auto">
            <a:xfrm>
              <a:off x="903" y="3055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7468" name="Rectangle 30"/>
            <p:cNvSpPr>
              <a:spLocks noChangeArrowheads="1"/>
            </p:cNvSpPr>
            <p:nvPr/>
          </p:nvSpPr>
          <p:spPr bwMode="auto">
            <a:xfrm>
              <a:off x="903" y="2591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7469" name="Rectangle 31"/>
            <p:cNvSpPr>
              <a:spLocks noChangeArrowheads="1"/>
            </p:cNvSpPr>
            <p:nvPr/>
          </p:nvSpPr>
          <p:spPr bwMode="auto">
            <a:xfrm>
              <a:off x="1183" y="2919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Rectangle 32"/>
            <p:cNvSpPr>
              <a:spLocks noChangeArrowheads="1"/>
            </p:cNvSpPr>
            <p:nvPr/>
          </p:nvSpPr>
          <p:spPr bwMode="auto">
            <a:xfrm>
              <a:off x="1183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Rectangle 33"/>
            <p:cNvSpPr>
              <a:spLocks noChangeArrowheads="1"/>
            </p:cNvSpPr>
            <p:nvPr/>
          </p:nvSpPr>
          <p:spPr bwMode="auto">
            <a:xfrm>
              <a:off x="1239" y="2919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Rectangle 34"/>
            <p:cNvSpPr>
              <a:spLocks noChangeArrowheads="1"/>
            </p:cNvSpPr>
            <p:nvPr/>
          </p:nvSpPr>
          <p:spPr bwMode="auto">
            <a:xfrm>
              <a:off x="1239" y="3335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Rectangle 35"/>
            <p:cNvSpPr>
              <a:spLocks noChangeArrowheads="1"/>
            </p:cNvSpPr>
            <p:nvPr/>
          </p:nvSpPr>
          <p:spPr bwMode="auto">
            <a:xfrm>
              <a:off x="1599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Rectangle 36"/>
            <p:cNvSpPr>
              <a:spLocks noChangeArrowheads="1"/>
            </p:cNvSpPr>
            <p:nvPr/>
          </p:nvSpPr>
          <p:spPr bwMode="auto">
            <a:xfrm>
              <a:off x="1375" y="3047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</p:grpSp>
      <p:grpSp>
        <p:nvGrpSpPr>
          <p:cNvPr id="17414" name="Group 38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7417" name="AutoShape 37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Rectangle 39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Rectangle 40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Rectangle 41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Rectangle 42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Rectangle 43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Rectangle 44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7424" name="Rectangle 45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Rectangle 46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Rectangle 47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Rectangle 48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7428" name="Rectangle 49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Rectangle 50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Rectangle 51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Rectangle 52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Rectangle 53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7433" name="Rectangle 54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Rectangle 55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Rectangle 56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Rectangle 57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7437" name="Rectangle 58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Rectangle 59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Rectangle 60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Rectangle 61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Rectangle 62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7442" name="Rectangle 63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Rectangle 64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Rectangle 65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Rectangle 66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sp>
        <p:nvSpPr>
          <p:cNvPr id="17415" name="Line 67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7416" name="Text Box 68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B3C9763-3C1B-45AD-B99C-38329782AA32}" type="slidenum">
              <a:rPr lang="en-US"/>
              <a:pPr>
                <a:defRPr/>
              </a:pPr>
              <a:t>16</a:t>
            </a:fld>
            <a:endParaRPr lang="en-US"/>
          </a:p>
        </p:txBody>
      </p:sp>
      <p:sp>
        <p:nvSpPr>
          <p:cNvPr id="18435" name="Text Box 5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8436" name="Text Box 6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18437" name="Group 8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8476" name="AutoShape 7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Rectangle 9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Rectangle 10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Rectangle 11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Rectangle 12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Rectangle 13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Rectangle 14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8483" name="Rectangle 15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Rectangle 16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Rectangle 17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Rectangle 18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8487" name="Rectangle 19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Rectangle 20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Rectangle 21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Rectangle 22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Rectangle 23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8492" name="Rectangle 24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Rectangle 25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Rectangle 26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Rectangle 27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8496" name="Rectangle 28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Rectangle 29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Rectangle 30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Rectangle 31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Rectangle 32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8501" name="Rectangle 33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Rectangle 34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Rectangle 35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Rectangle 36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grpSp>
        <p:nvGrpSpPr>
          <p:cNvPr id="18438" name="Group 38"/>
          <p:cNvGrpSpPr>
            <a:grpSpLocks noChangeAspect="1"/>
          </p:cNvGrpSpPr>
          <p:nvPr/>
        </p:nvGrpSpPr>
        <p:grpSpPr bwMode="auto">
          <a:xfrm>
            <a:off x="1141413" y="3886200"/>
            <a:ext cx="2260600" cy="2260600"/>
            <a:chOff x="719" y="2448"/>
            <a:chExt cx="1424" cy="1424"/>
          </a:xfrm>
        </p:grpSpPr>
        <p:sp>
          <p:nvSpPr>
            <p:cNvPr id="18441" name="AutoShape 37"/>
            <p:cNvSpPr>
              <a:spLocks noChangeAspect="1" noChangeArrowheads="1" noTextEdit="1"/>
            </p:cNvSpPr>
            <p:nvPr/>
          </p:nvSpPr>
          <p:spPr bwMode="auto">
            <a:xfrm>
              <a:off x="719" y="2448"/>
              <a:ext cx="1424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Rectangle 39"/>
            <p:cNvSpPr>
              <a:spLocks noChangeArrowheads="1"/>
            </p:cNvSpPr>
            <p:nvPr/>
          </p:nvSpPr>
          <p:spPr bwMode="auto">
            <a:xfrm>
              <a:off x="719" y="3392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Rectangle 40"/>
            <p:cNvSpPr>
              <a:spLocks noChangeArrowheads="1"/>
            </p:cNvSpPr>
            <p:nvPr/>
          </p:nvSpPr>
          <p:spPr bwMode="auto">
            <a:xfrm>
              <a:off x="775" y="3392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Rectangle 41"/>
            <p:cNvSpPr>
              <a:spLocks noChangeArrowheads="1"/>
            </p:cNvSpPr>
            <p:nvPr/>
          </p:nvSpPr>
          <p:spPr bwMode="auto">
            <a:xfrm>
              <a:off x="1127" y="3448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Rectangle 42"/>
            <p:cNvSpPr>
              <a:spLocks noChangeArrowheads="1"/>
            </p:cNvSpPr>
            <p:nvPr/>
          </p:nvSpPr>
          <p:spPr bwMode="auto">
            <a:xfrm>
              <a:off x="887" y="3528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  <p:sp>
          <p:nvSpPr>
            <p:cNvPr id="18446" name="Rectangle 43"/>
            <p:cNvSpPr>
              <a:spLocks noChangeArrowheads="1"/>
            </p:cNvSpPr>
            <p:nvPr/>
          </p:nvSpPr>
          <p:spPr bwMode="auto">
            <a:xfrm>
              <a:off x="719" y="2920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Rectangle 44"/>
            <p:cNvSpPr>
              <a:spLocks noChangeArrowheads="1"/>
            </p:cNvSpPr>
            <p:nvPr/>
          </p:nvSpPr>
          <p:spPr bwMode="auto">
            <a:xfrm>
              <a:off x="1127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Rectangle 45"/>
            <p:cNvSpPr>
              <a:spLocks noChangeArrowheads="1"/>
            </p:cNvSpPr>
            <p:nvPr/>
          </p:nvSpPr>
          <p:spPr bwMode="auto">
            <a:xfrm>
              <a:off x="775" y="3336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Rectangle 46"/>
            <p:cNvSpPr>
              <a:spLocks noChangeArrowheads="1"/>
            </p:cNvSpPr>
            <p:nvPr/>
          </p:nvSpPr>
          <p:spPr bwMode="auto">
            <a:xfrm>
              <a:off x="1183" y="3392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Rectangle 47"/>
            <p:cNvSpPr>
              <a:spLocks noChangeArrowheads="1"/>
            </p:cNvSpPr>
            <p:nvPr/>
          </p:nvSpPr>
          <p:spPr bwMode="auto">
            <a:xfrm>
              <a:off x="1183" y="3448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Rectangle 48"/>
            <p:cNvSpPr>
              <a:spLocks noChangeArrowheads="1"/>
            </p:cNvSpPr>
            <p:nvPr/>
          </p:nvSpPr>
          <p:spPr bwMode="auto">
            <a:xfrm>
              <a:off x="1239" y="3392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Rectangle 49"/>
            <p:cNvSpPr>
              <a:spLocks noChangeArrowheads="1"/>
            </p:cNvSpPr>
            <p:nvPr/>
          </p:nvSpPr>
          <p:spPr bwMode="auto">
            <a:xfrm>
              <a:off x="1599" y="3448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Rectangle 50"/>
            <p:cNvSpPr>
              <a:spLocks noChangeArrowheads="1"/>
            </p:cNvSpPr>
            <p:nvPr/>
          </p:nvSpPr>
          <p:spPr bwMode="auto">
            <a:xfrm>
              <a:off x="1655" y="3392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Rectangle 51"/>
            <p:cNvSpPr>
              <a:spLocks noChangeArrowheads="1"/>
            </p:cNvSpPr>
            <p:nvPr/>
          </p:nvSpPr>
          <p:spPr bwMode="auto">
            <a:xfrm>
              <a:off x="1655" y="3448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Rectangle 52"/>
            <p:cNvSpPr>
              <a:spLocks noChangeArrowheads="1"/>
            </p:cNvSpPr>
            <p:nvPr/>
          </p:nvSpPr>
          <p:spPr bwMode="auto">
            <a:xfrm>
              <a:off x="1711" y="3392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Rectangle 53"/>
            <p:cNvSpPr>
              <a:spLocks noChangeArrowheads="1"/>
            </p:cNvSpPr>
            <p:nvPr/>
          </p:nvSpPr>
          <p:spPr bwMode="auto">
            <a:xfrm>
              <a:off x="775" y="2920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Rectangle 54"/>
            <p:cNvSpPr>
              <a:spLocks noChangeArrowheads="1"/>
            </p:cNvSpPr>
            <p:nvPr/>
          </p:nvSpPr>
          <p:spPr bwMode="auto">
            <a:xfrm>
              <a:off x="719" y="2448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Rectangle 55"/>
            <p:cNvSpPr>
              <a:spLocks noChangeArrowheads="1"/>
            </p:cNvSpPr>
            <p:nvPr/>
          </p:nvSpPr>
          <p:spPr bwMode="auto">
            <a:xfrm>
              <a:off x="1127" y="2512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Rectangle 56"/>
            <p:cNvSpPr>
              <a:spLocks noChangeArrowheads="1"/>
            </p:cNvSpPr>
            <p:nvPr/>
          </p:nvSpPr>
          <p:spPr bwMode="auto">
            <a:xfrm>
              <a:off x="775" y="2864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Rectangle 57"/>
            <p:cNvSpPr>
              <a:spLocks noChangeArrowheads="1"/>
            </p:cNvSpPr>
            <p:nvPr/>
          </p:nvSpPr>
          <p:spPr bwMode="auto">
            <a:xfrm>
              <a:off x="1375" y="3528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8461" name="Rectangle 58"/>
            <p:cNvSpPr>
              <a:spLocks noChangeArrowheads="1"/>
            </p:cNvSpPr>
            <p:nvPr/>
          </p:nvSpPr>
          <p:spPr bwMode="auto">
            <a:xfrm>
              <a:off x="1839" y="3528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8462" name="Rectangle 59"/>
            <p:cNvSpPr>
              <a:spLocks noChangeArrowheads="1"/>
            </p:cNvSpPr>
            <p:nvPr/>
          </p:nvSpPr>
          <p:spPr bwMode="auto">
            <a:xfrm>
              <a:off x="903" y="3056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8463" name="Rectangle 60"/>
            <p:cNvSpPr>
              <a:spLocks noChangeArrowheads="1"/>
            </p:cNvSpPr>
            <p:nvPr/>
          </p:nvSpPr>
          <p:spPr bwMode="auto">
            <a:xfrm>
              <a:off x="903" y="2592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8464" name="Rectangle 61"/>
            <p:cNvSpPr>
              <a:spLocks noChangeArrowheads="1"/>
            </p:cNvSpPr>
            <p:nvPr/>
          </p:nvSpPr>
          <p:spPr bwMode="auto">
            <a:xfrm>
              <a:off x="1183" y="2920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Rectangle 62"/>
            <p:cNvSpPr>
              <a:spLocks noChangeArrowheads="1"/>
            </p:cNvSpPr>
            <p:nvPr/>
          </p:nvSpPr>
          <p:spPr bwMode="auto">
            <a:xfrm>
              <a:off x="1183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Rectangle 63"/>
            <p:cNvSpPr>
              <a:spLocks noChangeArrowheads="1"/>
            </p:cNvSpPr>
            <p:nvPr/>
          </p:nvSpPr>
          <p:spPr bwMode="auto">
            <a:xfrm>
              <a:off x="1239" y="2920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Rectangle 64"/>
            <p:cNvSpPr>
              <a:spLocks noChangeArrowheads="1"/>
            </p:cNvSpPr>
            <p:nvPr/>
          </p:nvSpPr>
          <p:spPr bwMode="auto">
            <a:xfrm>
              <a:off x="1239" y="3336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Rectangle 65"/>
            <p:cNvSpPr>
              <a:spLocks noChangeArrowheads="1"/>
            </p:cNvSpPr>
            <p:nvPr/>
          </p:nvSpPr>
          <p:spPr bwMode="auto">
            <a:xfrm>
              <a:off x="1599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Rectangle 66"/>
            <p:cNvSpPr>
              <a:spLocks noChangeArrowheads="1"/>
            </p:cNvSpPr>
            <p:nvPr/>
          </p:nvSpPr>
          <p:spPr bwMode="auto">
            <a:xfrm>
              <a:off x="1375" y="3048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8470" name="Rectangle 67"/>
            <p:cNvSpPr>
              <a:spLocks noChangeArrowheads="1"/>
            </p:cNvSpPr>
            <p:nvPr/>
          </p:nvSpPr>
          <p:spPr bwMode="auto">
            <a:xfrm>
              <a:off x="1655" y="2920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Rectangle 68"/>
            <p:cNvSpPr>
              <a:spLocks noChangeArrowheads="1"/>
            </p:cNvSpPr>
            <p:nvPr/>
          </p:nvSpPr>
          <p:spPr bwMode="auto">
            <a:xfrm>
              <a:off x="1655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Rectangle 69"/>
            <p:cNvSpPr>
              <a:spLocks noChangeArrowheads="1"/>
            </p:cNvSpPr>
            <p:nvPr/>
          </p:nvSpPr>
          <p:spPr bwMode="auto">
            <a:xfrm>
              <a:off x="1711" y="2920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Rectangle 70"/>
            <p:cNvSpPr>
              <a:spLocks noChangeArrowheads="1"/>
            </p:cNvSpPr>
            <p:nvPr/>
          </p:nvSpPr>
          <p:spPr bwMode="auto">
            <a:xfrm>
              <a:off x="1711" y="3336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Rectangle 71"/>
            <p:cNvSpPr>
              <a:spLocks noChangeArrowheads="1"/>
            </p:cNvSpPr>
            <p:nvPr/>
          </p:nvSpPr>
          <p:spPr bwMode="auto">
            <a:xfrm>
              <a:off x="2063" y="2976"/>
              <a:ext cx="64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Rectangle 72"/>
            <p:cNvSpPr>
              <a:spLocks noChangeArrowheads="1"/>
            </p:cNvSpPr>
            <p:nvPr/>
          </p:nvSpPr>
          <p:spPr bwMode="auto">
            <a:xfrm>
              <a:off x="1839" y="3048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</p:grpSp>
      <p:sp>
        <p:nvSpPr>
          <p:cNvPr id="18439" name="Line 73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0" name="Text Box 74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900E5D5-A99E-42CB-A100-CBE1F1F1328E}" type="slidenum">
              <a:rPr lang="en-US"/>
              <a:pPr>
                <a:defRPr/>
              </a:pPr>
              <a:t>17</a:t>
            </a:fld>
            <a:endParaRPr lang="en-US"/>
          </a:p>
        </p:txBody>
      </p:sp>
      <p:sp>
        <p:nvSpPr>
          <p:cNvPr id="19459" name="Text Box 5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19460" name="Text Box 6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19461" name="Group 8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19506" name="AutoShape 7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Rectangle 9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Rectangle 10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Rectangle 11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Rectangle 12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Rectangle 13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Rectangle 14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9513" name="Rectangle 15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Rectangle 16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Rectangle 17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Rectangle 18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9517" name="Rectangle 19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Rectangle 20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Rectangle 21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Rectangle 22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Rectangle 23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9522" name="Rectangle 24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Rectangle 25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Rectangle 26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Rectangle 27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9526" name="Rectangle 28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Rectangle 29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Rectangle 30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Rectangle 31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Rectangle 32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9531" name="Rectangle 33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Rectangle 34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Rectangle 35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Rectangle 36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grpSp>
        <p:nvGrpSpPr>
          <p:cNvPr id="19462" name="Group 38"/>
          <p:cNvGrpSpPr>
            <a:grpSpLocks noChangeAspect="1"/>
          </p:cNvGrpSpPr>
          <p:nvPr/>
        </p:nvGrpSpPr>
        <p:grpSpPr bwMode="auto">
          <a:xfrm>
            <a:off x="1141413" y="3884613"/>
            <a:ext cx="2260600" cy="2260600"/>
            <a:chOff x="719" y="2447"/>
            <a:chExt cx="1424" cy="1424"/>
          </a:xfrm>
        </p:grpSpPr>
        <p:sp>
          <p:nvSpPr>
            <p:cNvPr id="19465" name="AutoShape 37"/>
            <p:cNvSpPr>
              <a:spLocks noChangeAspect="1" noChangeArrowheads="1" noTextEdit="1"/>
            </p:cNvSpPr>
            <p:nvPr/>
          </p:nvSpPr>
          <p:spPr bwMode="auto">
            <a:xfrm>
              <a:off x="719" y="2447"/>
              <a:ext cx="1424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Rectangle 39"/>
            <p:cNvSpPr>
              <a:spLocks noChangeArrowheads="1"/>
            </p:cNvSpPr>
            <p:nvPr/>
          </p:nvSpPr>
          <p:spPr bwMode="auto">
            <a:xfrm>
              <a:off x="719" y="3391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Rectangle 40"/>
            <p:cNvSpPr>
              <a:spLocks noChangeArrowheads="1"/>
            </p:cNvSpPr>
            <p:nvPr/>
          </p:nvSpPr>
          <p:spPr bwMode="auto">
            <a:xfrm>
              <a:off x="775" y="3391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Rectangle 41"/>
            <p:cNvSpPr>
              <a:spLocks noChangeArrowheads="1"/>
            </p:cNvSpPr>
            <p:nvPr/>
          </p:nvSpPr>
          <p:spPr bwMode="auto">
            <a:xfrm>
              <a:off x="1127" y="3447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Rectangle 42"/>
            <p:cNvSpPr>
              <a:spLocks noChangeArrowheads="1"/>
            </p:cNvSpPr>
            <p:nvPr/>
          </p:nvSpPr>
          <p:spPr bwMode="auto">
            <a:xfrm>
              <a:off x="887" y="3527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  <p:sp>
          <p:nvSpPr>
            <p:cNvPr id="19470" name="Rectangle 43"/>
            <p:cNvSpPr>
              <a:spLocks noChangeArrowheads="1"/>
            </p:cNvSpPr>
            <p:nvPr/>
          </p:nvSpPr>
          <p:spPr bwMode="auto">
            <a:xfrm>
              <a:off x="719" y="2919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Rectangle 44"/>
            <p:cNvSpPr>
              <a:spLocks noChangeArrowheads="1"/>
            </p:cNvSpPr>
            <p:nvPr/>
          </p:nvSpPr>
          <p:spPr bwMode="auto">
            <a:xfrm>
              <a:off x="1127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Rectangle 45"/>
            <p:cNvSpPr>
              <a:spLocks noChangeArrowheads="1"/>
            </p:cNvSpPr>
            <p:nvPr/>
          </p:nvSpPr>
          <p:spPr bwMode="auto">
            <a:xfrm>
              <a:off x="775" y="3335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Rectangle 46"/>
            <p:cNvSpPr>
              <a:spLocks noChangeArrowheads="1"/>
            </p:cNvSpPr>
            <p:nvPr/>
          </p:nvSpPr>
          <p:spPr bwMode="auto">
            <a:xfrm>
              <a:off x="1183" y="3391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Rectangle 47"/>
            <p:cNvSpPr>
              <a:spLocks noChangeArrowheads="1"/>
            </p:cNvSpPr>
            <p:nvPr/>
          </p:nvSpPr>
          <p:spPr bwMode="auto">
            <a:xfrm>
              <a:off x="1183" y="3447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Rectangle 48"/>
            <p:cNvSpPr>
              <a:spLocks noChangeArrowheads="1"/>
            </p:cNvSpPr>
            <p:nvPr/>
          </p:nvSpPr>
          <p:spPr bwMode="auto">
            <a:xfrm>
              <a:off x="1239" y="3391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Rectangle 49"/>
            <p:cNvSpPr>
              <a:spLocks noChangeArrowheads="1"/>
            </p:cNvSpPr>
            <p:nvPr/>
          </p:nvSpPr>
          <p:spPr bwMode="auto">
            <a:xfrm>
              <a:off x="1599" y="3447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Rectangle 50"/>
            <p:cNvSpPr>
              <a:spLocks noChangeArrowheads="1"/>
            </p:cNvSpPr>
            <p:nvPr/>
          </p:nvSpPr>
          <p:spPr bwMode="auto">
            <a:xfrm>
              <a:off x="1655" y="3391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Rectangle 51"/>
            <p:cNvSpPr>
              <a:spLocks noChangeArrowheads="1"/>
            </p:cNvSpPr>
            <p:nvPr/>
          </p:nvSpPr>
          <p:spPr bwMode="auto">
            <a:xfrm>
              <a:off x="1655" y="3447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Rectangle 52"/>
            <p:cNvSpPr>
              <a:spLocks noChangeArrowheads="1"/>
            </p:cNvSpPr>
            <p:nvPr/>
          </p:nvSpPr>
          <p:spPr bwMode="auto">
            <a:xfrm>
              <a:off x="1711" y="3391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Rectangle 53"/>
            <p:cNvSpPr>
              <a:spLocks noChangeArrowheads="1"/>
            </p:cNvSpPr>
            <p:nvPr/>
          </p:nvSpPr>
          <p:spPr bwMode="auto">
            <a:xfrm>
              <a:off x="775" y="2919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Rectangle 54"/>
            <p:cNvSpPr>
              <a:spLocks noChangeArrowheads="1"/>
            </p:cNvSpPr>
            <p:nvPr/>
          </p:nvSpPr>
          <p:spPr bwMode="auto">
            <a:xfrm>
              <a:off x="719" y="2447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Rectangle 55"/>
            <p:cNvSpPr>
              <a:spLocks noChangeArrowheads="1"/>
            </p:cNvSpPr>
            <p:nvPr/>
          </p:nvSpPr>
          <p:spPr bwMode="auto">
            <a:xfrm>
              <a:off x="1127" y="2511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Rectangle 56"/>
            <p:cNvSpPr>
              <a:spLocks noChangeArrowheads="1"/>
            </p:cNvSpPr>
            <p:nvPr/>
          </p:nvSpPr>
          <p:spPr bwMode="auto">
            <a:xfrm>
              <a:off x="775" y="2863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Rectangle 57"/>
            <p:cNvSpPr>
              <a:spLocks noChangeArrowheads="1"/>
            </p:cNvSpPr>
            <p:nvPr/>
          </p:nvSpPr>
          <p:spPr bwMode="auto">
            <a:xfrm>
              <a:off x="1375" y="3527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19485" name="Rectangle 58"/>
            <p:cNvSpPr>
              <a:spLocks noChangeArrowheads="1"/>
            </p:cNvSpPr>
            <p:nvPr/>
          </p:nvSpPr>
          <p:spPr bwMode="auto">
            <a:xfrm>
              <a:off x="1839" y="3527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19486" name="Rectangle 59"/>
            <p:cNvSpPr>
              <a:spLocks noChangeArrowheads="1"/>
            </p:cNvSpPr>
            <p:nvPr/>
          </p:nvSpPr>
          <p:spPr bwMode="auto">
            <a:xfrm>
              <a:off x="903" y="3055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19487" name="Rectangle 60"/>
            <p:cNvSpPr>
              <a:spLocks noChangeArrowheads="1"/>
            </p:cNvSpPr>
            <p:nvPr/>
          </p:nvSpPr>
          <p:spPr bwMode="auto">
            <a:xfrm>
              <a:off x="903" y="2591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19488" name="Rectangle 61"/>
            <p:cNvSpPr>
              <a:spLocks noChangeArrowheads="1"/>
            </p:cNvSpPr>
            <p:nvPr/>
          </p:nvSpPr>
          <p:spPr bwMode="auto">
            <a:xfrm>
              <a:off x="1183" y="2919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Rectangle 62"/>
            <p:cNvSpPr>
              <a:spLocks noChangeArrowheads="1"/>
            </p:cNvSpPr>
            <p:nvPr/>
          </p:nvSpPr>
          <p:spPr bwMode="auto">
            <a:xfrm>
              <a:off x="1183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Rectangle 63"/>
            <p:cNvSpPr>
              <a:spLocks noChangeArrowheads="1"/>
            </p:cNvSpPr>
            <p:nvPr/>
          </p:nvSpPr>
          <p:spPr bwMode="auto">
            <a:xfrm>
              <a:off x="1239" y="2919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Rectangle 64"/>
            <p:cNvSpPr>
              <a:spLocks noChangeArrowheads="1"/>
            </p:cNvSpPr>
            <p:nvPr/>
          </p:nvSpPr>
          <p:spPr bwMode="auto">
            <a:xfrm>
              <a:off x="1239" y="3335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Rectangle 65"/>
            <p:cNvSpPr>
              <a:spLocks noChangeArrowheads="1"/>
            </p:cNvSpPr>
            <p:nvPr/>
          </p:nvSpPr>
          <p:spPr bwMode="auto">
            <a:xfrm>
              <a:off x="1599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Rectangle 66"/>
            <p:cNvSpPr>
              <a:spLocks noChangeArrowheads="1"/>
            </p:cNvSpPr>
            <p:nvPr/>
          </p:nvSpPr>
          <p:spPr bwMode="auto">
            <a:xfrm>
              <a:off x="1375" y="3047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9494" name="Rectangle 67"/>
            <p:cNvSpPr>
              <a:spLocks noChangeArrowheads="1"/>
            </p:cNvSpPr>
            <p:nvPr/>
          </p:nvSpPr>
          <p:spPr bwMode="auto">
            <a:xfrm>
              <a:off x="1655" y="2919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Rectangle 68"/>
            <p:cNvSpPr>
              <a:spLocks noChangeArrowheads="1"/>
            </p:cNvSpPr>
            <p:nvPr/>
          </p:nvSpPr>
          <p:spPr bwMode="auto">
            <a:xfrm>
              <a:off x="1655" y="2975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Rectangle 69"/>
            <p:cNvSpPr>
              <a:spLocks noChangeArrowheads="1"/>
            </p:cNvSpPr>
            <p:nvPr/>
          </p:nvSpPr>
          <p:spPr bwMode="auto">
            <a:xfrm>
              <a:off x="1711" y="2919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Rectangle 70"/>
            <p:cNvSpPr>
              <a:spLocks noChangeArrowheads="1"/>
            </p:cNvSpPr>
            <p:nvPr/>
          </p:nvSpPr>
          <p:spPr bwMode="auto">
            <a:xfrm>
              <a:off x="1711" y="3335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Rectangle 71"/>
            <p:cNvSpPr>
              <a:spLocks noChangeArrowheads="1"/>
            </p:cNvSpPr>
            <p:nvPr/>
          </p:nvSpPr>
          <p:spPr bwMode="auto">
            <a:xfrm>
              <a:off x="2063" y="2975"/>
              <a:ext cx="64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Rectangle 72"/>
            <p:cNvSpPr>
              <a:spLocks noChangeArrowheads="1"/>
            </p:cNvSpPr>
            <p:nvPr/>
          </p:nvSpPr>
          <p:spPr bwMode="auto">
            <a:xfrm>
              <a:off x="1839" y="3047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19500" name="Rectangle 73"/>
            <p:cNvSpPr>
              <a:spLocks noChangeArrowheads="1"/>
            </p:cNvSpPr>
            <p:nvPr/>
          </p:nvSpPr>
          <p:spPr bwMode="auto">
            <a:xfrm>
              <a:off x="1183" y="2447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Rectangle 74"/>
            <p:cNvSpPr>
              <a:spLocks noChangeArrowheads="1"/>
            </p:cNvSpPr>
            <p:nvPr/>
          </p:nvSpPr>
          <p:spPr bwMode="auto">
            <a:xfrm>
              <a:off x="1183" y="2511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Rectangle 75"/>
            <p:cNvSpPr>
              <a:spLocks noChangeArrowheads="1"/>
            </p:cNvSpPr>
            <p:nvPr/>
          </p:nvSpPr>
          <p:spPr bwMode="auto">
            <a:xfrm>
              <a:off x="1239" y="2447"/>
              <a:ext cx="360" cy="64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Rectangle 76"/>
            <p:cNvSpPr>
              <a:spLocks noChangeArrowheads="1"/>
            </p:cNvSpPr>
            <p:nvPr/>
          </p:nvSpPr>
          <p:spPr bwMode="auto">
            <a:xfrm>
              <a:off x="1239" y="2863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Rectangle 77"/>
            <p:cNvSpPr>
              <a:spLocks noChangeArrowheads="1"/>
            </p:cNvSpPr>
            <p:nvPr/>
          </p:nvSpPr>
          <p:spPr bwMode="auto">
            <a:xfrm>
              <a:off x="1599" y="2511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Rectangle 78"/>
            <p:cNvSpPr>
              <a:spLocks noChangeArrowheads="1"/>
            </p:cNvSpPr>
            <p:nvPr/>
          </p:nvSpPr>
          <p:spPr bwMode="auto">
            <a:xfrm>
              <a:off x="1375" y="2575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</p:grpSp>
      <p:sp>
        <p:nvSpPr>
          <p:cNvPr id="19463" name="Line 79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9464" name="Text Box 80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8324E04-85B6-44D0-84C7-8A436188D6A6}" type="slidenum">
              <a:rPr lang="en-US"/>
              <a:pPr>
                <a:defRPr/>
              </a:pPr>
              <a:t>18</a:t>
            </a:fld>
            <a:endParaRPr lang="en-US"/>
          </a:p>
        </p:txBody>
      </p:sp>
      <p:sp>
        <p:nvSpPr>
          <p:cNvPr id="20483" name="Text Box 5"/>
          <p:cNvSpPr txBox="1">
            <a:spLocks noChangeArrowheads="1"/>
          </p:cNvSpPr>
          <p:nvPr/>
        </p:nvSpPr>
        <p:spPr bwMode="auto">
          <a:xfrm>
            <a:off x="974725" y="1155700"/>
            <a:ext cx="8001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400" b="0"/>
              <a:t>T =  </a:t>
            </a:r>
          </a:p>
        </p:txBody>
      </p:sp>
      <p:sp>
        <p:nvSpPr>
          <p:cNvPr id="20484" name="Text Box 6"/>
          <p:cNvSpPr txBox="1">
            <a:spLocks noChangeArrowheads="1"/>
          </p:cNvSpPr>
          <p:nvPr/>
        </p:nvSpPr>
        <p:spPr bwMode="auto">
          <a:xfrm>
            <a:off x="6629400" y="949325"/>
            <a:ext cx="1905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/>
              <a:t>G(</a:t>
            </a:r>
            <a:r>
              <a:rPr lang="en-US" sz="2800">
                <a:solidFill>
                  <a:srgbClr val="FFFF00"/>
                </a:solidFill>
              </a:rPr>
              <a:t>y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00FF00"/>
                </a:solidFill>
              </a:rPr>
              <a:t>g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CC0000"/>
                </a:solidFill>
              </a:rPr>
              <a:t>r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accent2"/>
                </a:solidFill>
              </a:rPr>
              <a:t>b</a:t>
            </a:r>
            <a:r>
              <a:rPr lang="en-US" sz="2800"/>
              <a:t>)   = 2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rgbClr val="FF0066"/>
                </a:solidFill>
              </a:rPr>
              <a:t>p</a:t>
            </a:r>
            <a:r>
              <a:rPr lang="en-US" sz="2800"/>
              <a:t>)   = 1</a:t>
            </a:r>
          </a:p>
          <a:p>
            <a:r>
              <a:rPr lang="en-US" sz="2800"/>
              <a:t>G(</a:t>
            </a:r>
            <a:r>
              <a:rPr lang="en-US" sz="2800">
                <a:solidFill>
                  <a:schemeClr val="bg1"/>
                </a:solidFill>
              </a:rPr>
              <a:t>w</a:t>
            </a:r>
            <a:r>
              <a:rPr lang="en-US" sz="2800"/>
              <a:t>) = 1</a:t>
            </a:r>
          </a:p>
          <a:p>
            <a:endParaRPr lang="en-US" sz="2800"/>
          </a:p>
          <a:p>
            <a:r>
              <a:rPr lang="en-US" sz="2800"/>
              <a:t> t = 2</a:t>
            </a:r>
          </a:p>
        </p:txBody>
      </p:sp>
      <p:grpSp>
        <p:nvGrpSpPr>
          <p:cNvPr id="20485" name="Group 8"/>
          <p:cNvGrpSpPr>
            <a:grpSpLocks noChangeAspect="1"/>
          </p:cNvGrpSpPr>
          <p:nvPr/>
        </p:nvGrpSpPr>
        <p:grpSpPr bwMode="auto">
          <a:xfrm>
            <a:off x="1905000" y="1039813"/>
            <a:ext cx="2743200" cy="1627187"/>
            <a:chOff x="1200" y="655"/>
            <a:chExt cx="1728" cy="1025"/>
          </a:xfrm>
        </p:grpSpPr>
        <p:sp>
          <p:nvSpPr>
            <p:cNvPr id="20536" name="AutoShape 7"/>
            <p:cNvSpPr>
              <a:spLocks noChangeAspect="1" noChangeArrowheads="1" noTextEdit="1"/>
            </p:cNvSpPr>
            <p:nvPr/>
          </p:nvSpPr>
          <p:spPr bwMode="auto">
            <a:xfrm>
              <a:off x="1200" y="655"/>
              <a:ext cx="1728" cy="1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Rectangle 9"/>
            <p:cNvSpPr>
              <a:spLocks noChangeArrowheads="1"/>
            </p:cNvSpPr>
            <p:nvPr/>
          </p:nvSpPr>
          <p:spPr bwMode="auto">
            <a:xfrm>
              <a:off x="1210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Rectangle 10"/>
            <p:cNvSpPr>
              <a:spLocks noChangeArrowheads="1"/>
            </p:cNvSpPr>
            <p:nvPr/>
          </p:nvSpPr>
          <p:spPr bwMode="auto">
            <a:xfrm>
              <a:off x="1210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Rectangle 11"/>
            <p:cNvSpPr>
              <a:spLocks noChangeArrowheads="1"/>
            </p:cNvSpPr>
            <p:nvPr/>
          </p:nvSpPr>
          <p:spPr bwMode="auto">
            <a:xfrm>
              <a:off x="1260" y="1268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Rectangle 12"/>
            <p:cNvSpPr>
              <a:spLocks noChangeArrowheads="1"/>
            </p:cNvSpPr>
            <p:nvPr/>
          </p:nvSpPr>
          <p:spPr bwMode="auto">
            <a:xfrm>
              <a:off x="1260" y="1620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Rectangle 13"/>
            <p:cNvSpPr>
              <a:spLocks noChangeArrowheads="1"/>
            </p:cNvSpPr>
            <p:nvPr/>
          </p:nvSpPr>
          <p:spPr bwMode="auto">
            <a:xfrm>
              <a:off x="1562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Rectangle 14"/>
            <p:cNvSpPr>
              <a:spLocks noChangeArrowheads="1"/>
            </p:cNvSpPr>
            <p:nvPr/>
          </p:nvSpPr>
          <p:spPr bwMode="auto">
            <a:xfrm>
              <a:off x="1371" y="1368"/>
              <a:ext cx="131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20543" name="Rectangle 15"/>
            <p:cNvSpPr>
              <a:spLocks noChangeArrowheads="1"/>
            </p:cNvSpPr>
            <p:nvPr/>
          </p:nvSpPr>
          <p:spPr bwMode="auto">
            <a:xfrm>
              <a:off x="2516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Rectangle 16"/>
            <p:cNvSpPr>
              <a:spLocks noChangeArrowheads="1"/>
            </p:cNvSpPr>
            <p:nvPr/>
          </p:nvSpPr>
          <p:spPr bwMode="auto">
            <a:xfrm>
              <a:off x="2868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Rectangle 17"/>
            <p:cNvSpPr>
              <a:spLocks noChangeArrowheads="1"/>
            </p:cNvSpPr>
            <p:nvPr/>
          </p:nvSpPr>
          <p:spPr bwMode="auto">
            <a:xfrm>
              <a:off x="2566" y="1620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Rectangle 18"/>
            <p:cNvSpPr>
              <a:spLocks noChangeArrowheads="1"/>
            </p:cNvSpPr>
            <p:nvPr/>
          </p:nvSpPr>
          <p:spPr bwMode="auto">
            <a:xfrm>
              <a:off x="2667" y="1378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20547" name="Rectangle 19"/>
            <p:cNvSpPr>
              <a:spLocks noChangeArrowheads="1"/>
            </p:cNvSpPr>
            <p:nvPr/>
          </p:nvSpPr>
          <p:spPr bwMode="auto">
            <a:xfrm>
              <a:off x="1863" y="1268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Rectangle 20"/>
            <p:cNvSpPr>
              <a:spLocks noChangeArrowheads="1"/>
            </p:cNvSpPr>
            <p:nvPr/>
          </p:nvSpPr>
          <p:spPr bwMode="auto">
            <a:xfrm>
              <a:off x="2215" y="1318"/>
              <a:ext cx="50" cy="302"/>
            </a:xfrm>
            <a:prstGeom prst="rect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Rectangle 21"/>
            <p:cNvSpPr>
              <a:spLocks noChangeArrowheads="1"/>
            </p:cNvSpPr>
            <p:nvPr/>
          </p:nvSpPr>
          <p:spPr bwMode="auto">
            <a:xfrm>
              <a:off x="1913" y="1620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Rectangle 22"/>
            <p:cNvSpPr>
              <a:spLocks noChangeArrowheads="1"/>
            </p:cNvSpPr>
            <p:nvPr/>
          </p:nvSpPr>
          <p:spPr bwMode="auto">
            <a:xfrm>
              <a:off x="1913" y="1268"/>
              <a:ext cx="302" cy="50"/>
            </a:xfrm>
            <a:prstGeom prst="rect">
              <a:avLst/>
            </a:prstGeom>
            <a:solidFill>
              <a:srgbClr val="0000FF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Rectangle 23"/>
            <p:cNvSpPr>
              <a:spLocks noChangeArrowheads="1"/>
            </p:cNvSpPr>
            <p:nvPr/>
          </p:nvSpPr>
          <p:spPr bwMode="auto">
            <a:xfrm>
              <a:off x="2014" y="1378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20552" name="Rectangle 24"/>
            <p:cNvSpPr>
              <a:spLocks noChangeArrowheads="1"/>
            </p:cNvSpPr>
            <p:nvPr/>
          </p:nvSpPr>
          <p:spPr bwMode="auto">
            <a:xfrm>
              <a:off x="2516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Rectangle 25"/>
            <p:cNvSpPr>
              <a:spLocks noChangeArrowheads="1"/>
            </p:cNvSpPr>
            <p:nvPr/>
          </p:nvSpPr>
          <p:spPr bwMode="auto">
            <a:xfrm>
              <a:off x="2516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Rectangle 26"/>
            <p:cNvSpPr>
              <a:spLocks noChangeArrowheads="1"/>
            </p:cNvSpPr>
            <p:nvPr/>
          </p:nvSpPr>
          <p:spPr bwMode="auto">
            <a:xfrm>
              <a:off x="2566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Rectangle 27"/>
            <p:cNvSpPr>
              <a:spLocks noChangeArrowheads="1"/>
            </p:cNvSpPr>
            <p:nvPr/>
          </p:nvSpPr>
          <p:spPr bwMode="auto">
            <a:xfrm>
              <a:off x="2667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20556" name="Rectangle 28"/>
            <p:cNvSpPr>
              <a:spLocks noChangeArrowheads="1"/>
            </p:cNvSpPr>
            <p:nvPr/>
          </p:nvSpPr>
          <p:spPr bwMode="auto">
            <a:xfrm>
              <a:off x="1863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Rectangle 29"/>
            <p:cNvSpPr>
              <a:spLocks noChangeArrowheads="1"/>
            </p:cNvSpPr>
            <p:nvPr/>
          </p:nvSpPr>
          <p:spPr bwMode="auto">
            <a:xfrm>
              <a:off x="1863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Rectangle 30"/>
            <p:cNvSpPr>
              <a:spLocks noChangeArrowheads="1"/>
            </p:cNvSpPr>
            <p:nvPr/>
          </p:nvSpPr>
          <p:spPr bwMode="auto">
            <a:xfrm>
              <a:off x="1913" y="665"/>
              <a:ext cx="302" cy="50"/>
            </a:xfrm>
            <a:prstGeom prst="rect">
              <a:avLst/>
            </a:prstGeom>
            <a:solidFill>
              <a:srgbClr val="FF66CC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Rectangle 31"/>
            <p:cNvSpPr>
              <a:spLocks noChangeArrowheads="1"/>
            </p:cNvSpPr>
            <p:nvPr/>
          </p:nvSpPr>
          <p:spPr bwMode="auto">
            <a:xfrm>
              <a:off x="2215" y="715"/>
              <a:ext cx="50" cy="302"/>
            </a:xfrm>
            <a:prstGeom prst="rect">
              <a:avLst/>
            </a:prstGeom>
            <a:solidFill>
              <a:srgbClr val="33FF33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Rectangle 32"/>
            <p:cNvSpPr>
              <a:spLocks noChangeArrowheads="1"/>
            </p:cNvSpPr>
            <p:nvPr/>
          </p:nvSpPr>
          <p:spPr bwMode="auto">
            <a:xfrm>
              <a:off x="2014" y="775"/>
              <a:ext cx="88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20561" name="Rectangle 33"/>
            <p:cNvSpPr>
              <a:spLocks noChangeArrowheads="1"/>
            </p:cNvSpPr>
            <p:nvPr/>
          </p:nvSpPr>
          <p:spPr bwMode="auto">
            <a:xfrm>
              <a:off x="1210" y="665"/>
              <a:ext cx="402" cy="402"/>
            </a:xfrm>
            <a:prstGeom prst="rect">
              <a:avLst/>
            </a:prstGeom>
            <a:solidFill>
              <a:srgbClr val="00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Rectangle 34"/>
            <p:cNvSpPr>
              <a:spLocks noChangeArrowheads="1"/>
            </p:cNvSpPr>
            <p:nvPr/>
          </p:nvSpPr>
          <p:spPr bwMode="auto">
            <a:xfrm>
              <a:off x="1260" y="665"/>
              <a:ext cx="302" cy="50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Rectangle 35"/>
            <p:cNvSpPr>
              <a:spLocks noChangeArrowheads="1"/>
            </p:cNvSpPr>
            <p:nvPr/>
          </p:nvSpPr>
          <p:spPr bwMode="auto">
            <a:xfrm>
              <a:off x="1562" y="715"/>
              <a:ext cx="50" cy="302"/>
            </a:xfrm>
            <a:prstGeom prst="rect">
              <a:avLst/>
            </a:prstGeom>
            <a:solidFill>
              <a:srgbClr val="FFFF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Rectangle 36"/>
            <p:cNvSpPr>
              <a:spLocks noChangeArrowheads="1"/>
            </p:cNvSpPr>
            <p:nvPr/>
          </p:nvSpPr>
          <p:spPr bwMode="auto">
            <a:xfrm>
              <a:off x="1361" y="775"/>
              <a:ext cx="80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</p:grpSp>
      <p:grpSp>
        <p:nvGrpSpPr>
          <p:cNvPr id="20486" name="Group 38"/>
          <p:cNvGrpSpPr>
            <a:grpSpLocks noChangeAspect="1"/>
          </p:cNvGrpSpPr>
          <p:nvPr/>
        </p:nvGrpSpPr>
        <p:grpSpPr bwMode="auto">
          <a:xfrm>
            <a:off x="1143000" y="3886200"/>
            <a:ext cx="2260600" cy="2260600"/>
            <a:chOff x="720" y="2448"/>
            <a:chExt cx="1424" cy="1424"/>
          </a:xfrm>
        </p:grpSpPr>
        <p:sp>
          <p:nvSpPr>
            <p:cNvPr id="20489" name="AutoShape 37"/>
            <p:cNvSpPr>
              <a:spLocks noChangeAspect="1" noChangeArrowheads="1" noTextEdit="1"/>
            </p:cNvSpPr>
            <p:nvPr/>
          </p:nvSpPr>
          <p:spPr bwMode="auto">
            <a:xfrm>
              <a:off x="720" y="2448"/>
              <a:ext cx="1424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Rectangle 39"/>
            <p:cNvSpPr>
              <a:spLocks noChangeArrowheads="1"/>
            </p:cNvSpPr>
            <p:nvPr/>
          </p:nvSpPr>
          <p:spPr bwMode="auto">
            <a:xfrm>
              <a:off x="720" y="3392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Rectangle 40"/>
            <p:cNvSpPr>
              <a:spLocks noChangeArrowheads="1"/>
            </p:cNvSpPr>
            <p:nvPr/>
          </p:nvSpPr>
          <p:spPr bwMode="auto">
            <a:xfrm>
              <a:off x="776" y="3392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Rectangle 41"/>
            <p:cNvSpPr>
              <a:spLocks noChangeArrowheads="1"/>
            </p:cNvSpPr>
            <p:nvPr/>
          </p:nvSpPr>
          <p:spPr bwMode="auto">
            <a:xfrm>
              <a:off x="1128" y="3448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Rectangle 42"/>
            <p:cNvSpPr>
              <a:spLocks noChangeArrowheads="1"/>
            </p:cNvSpPr>
            <p:nvPr/>
          </p:nvSpPr>
          <p:spPr bwMode="auto">
            <a:xfrm>
              <a:off x="888" y="3528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a</a:t>
              </a:r>
              <a:endParaRPr lang="en-US"/>
            </a:p>
          </p:txBody>
        </p:sp>
        <p:sp>
          <p:nvSpPr>
            <p:cNvPr id="20494" name="Rectangle 43"/>
            <p:cNvSpPr>
              <a:spLocks noChangeArrowheads="1"/>
            </p:cNvSpPr>
            <p:nvPr/>
          </p:nvSpPr>
          <p:spPr bwMode="auto">
            <a:xfrm>
              <a:off x="720" y="2920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Rectangle 44"/>
            <p:cNvSpPr>
              <a:spLocks noChangeArrowheads="1"/>
            </p:cNvSpPr>
            <p:nvPr/>
          </p:nvSpPr>
          <p:spPr bwMode="auto">
            <a:xfrm>
              <a:off x="1128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Rectangle 45"/>
            <p:cNvSpPr>
              <a:spLocks noChangeArrowheads="1"/>
            </p:cNvSpPr>
            <p:nvPr/>
          </p:nvSpPr>
          <p:spPr bwMode="auto">
            <a:xfrm>
              <a:off x="776" y="3336"/>
              <a:ext cx="352" cy="56"/>
            </a:xfrm>
            <a:prstGeom prst="rect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Rectangle 46"/>
            <p:cNvSpPr>
              <a:spLocks noChangeArrowheads="1"/>
            </p:cNvSpPr>
            <p:nvPr/>
          </p:nvSpPr>
          <p:spPr bwMode="auto">
            <a:xfrm>
              <a:off x="1184" y="3392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Rectangle 47"/>
            <p:cNvSpPr>
              <a:spLocks noChangeArrowheads="1"/>
            </p:cNvSpPr>
            <p:nvPr/>
          </p:nvSpPr>
          <p:spPr bwMode="auto">
            <a:xfrm>
              <a:off x="1184" y="3448"/>
              <a:ext cx="56" cy="352"/>
            </a:xfrm>
            <a:prstGeom prst="rect">
              <a:avLst/>
            </a:prstGeom>
            <a:solidFill>
              <a:srgbClr val="FFFF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Rectangle 48"/>
            <p:cNvSpPr>
              <a:spLocks noChangeArrowheads="1"/>
            </p:cNvSpPr>
            <p:nvPr/>
          </p:nvSpPr>
          <p:spPr bwMode="auto">
            <a:xfrm>
              <a:off x="1240" y="3392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Rectangle 49"/>
            <p:cNvSpPr>
              <a:spLocks noChangeArrowheads="1"/>
            </p:cNvSpPr>
            <p:nvPr/>
          </p:nvSpPr>
          <p:spPr bwMode="auto">
            <a:xfrm>
              <a:off x="1600" y="3448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Rectangle 50"/>
            <p:cNvSpPr>
              <a:spLocks noChangeArrowheads="1"/>
            </p:cNvSpPr>
            <p:nvPr/>
          </p:nvSpPr>
          <p:spPr bwMode="auto">
            <a:xfrm>
              <a:off x="1656" y="3392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Rectangle 51"/>
            <p:cNvSpPr>
              <a:spLocks noChangeArrowheads="1"/>
            </p:cNvSpPr>
            <p:nvPr/>
          </p:nvSpPr>
          <p:spPr bwMode="auto">
            <a:xfrm>
              <a:off x="1656" y="3448"/>
              <a:ext cx="56" cy="352"/>
            </a:xfrm>
            <a:prstGeom prst="rect">
              <a:avLst/>
            </a:prstGeom>
            <a:solidFill>
              <a:srgbClr val="33FF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Rectangle 52"/>
            <p:cNvSpPr>
              <a:spLocks noChangeArrowheads="1"/>
            </p:cNvSpPr>
            <p:nvPr/>
          </p:nvSpPr>
          <p:spPr bwMode="auto">
            <a:xfrm>
              <a:off x="1712" y="3392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Rectangle 53"/>
            <p:cNvSpPr>
              <a:spLocks noChangeArrowheads="1"/>
            </p:cNvSpPr>
            <p:nvPr/>
          </p:nvSpPr>
          <p:spPr bwMode="auto">
            <a:xfrm>
              <a:off x="776" y="2920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Rectangle 54"/>
            <p:cNvSpPr>
              <a:spLocks noChangeArrowheads="1"/>
            </p:cNvSpPr>
            <p:nvPr/>
          </p:nvSpPr>
          <p:spPr bwMode="auto">
            <a:xfrm>
              <a:off x="720" y="2448"/>
              <a:ext cx="464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Rectangle 55"/>
            <p:cNvSpPr>
              <a:spLocks noChangeArrowheads="1"/>
            </p:cNvSpPr>
            <p:nvPr/>
          </p:nvSpPr>
          <p:spPr bwMode="auto">
            <a:xfrm>
              <a:off x="1128" y="2512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Rectangle 56"/>
            <p:cNvSpPr>
              <a:spLocks noChangeArrowheads="1"/>
            </p:cNvSpPr>
            <p:nvPr/>
          </p:nvSpPr>
          <p:spPr bwMode="auto">
            <a:xfrm>
              <a:off x="776" y="2864"/>
              <a:ext cx="352" cy="56"/>
            </a:xfrm>
            <a:prstGeom prst="rect">
              <a:avLst/>
            </a:prstGeom>
            <a:solidFill>
              <a:srgbClr val="0000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Rectangle 57"/>
            <p:cNvSpPr>
              <a:spLocks noChangeArrowheads="1"/>
            </p:cNvSpPr>
            <p:nvPr/>
          </p:nvSpPr>
          <p:spPr bwMode="auto">
            <a:xfrm>
              <a:off x="1376" y="3528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b</a:t>
              </a:r>
              <a:endParaRPr lang="en-US"/>
            </a:p>
          </p:txBody>
        </p:sp>
        <p:sp>
          <p:nvSpPr>
            <p:cNvPr id="20509" name="Rectangle 58"/>
            <p:cNvSpPr>
              <a:spLocks noChangeArrowheads="1"/>
            </p:cNvSpPr>
            <p:nvPr/>
          </p:nvSpPr>
          <p:spPr bwMode="auto">
            <a:xfrm>
              <a:off x="1840" y="3528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c</a:t>
              </a:r>
              <a:endParaRPr lang="en-US"/>
            </a:p>
          </p:txBody>
        </p:sp>
        <p:sp>
          <p:nvSpPr>
            <p:cNvPr id="20510" name="Rectangle 59"/>
            <p:cNvSpPr>
              <a:spLocks noChangeArrowheads="1"/>
            </p:cNvSpPr>
            <p:nvPr/>
          </p:nvSpPr>
          <p:spPr bwMode="auto">
            <a:xfrm>
              <a:off x="904" y="3056"/>
              <a:ext cx="9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d</a:t>
              </a:r>
              <a:endParaRPr lang="en-US"/>
            </a:p>
          </p:txBody>
        </p:sp>
        <p:sp>
          <p:nvSpPr>
            <p:cNvPr id="20511" name="Rectangle 60"/>
            <p:cNvSpPr>
              <a:spLocks noChangeArrowheads="1"/>
            </p:cNvSpPr>
            <p:nvPr/>
          </p:nvSpPr>
          <p:spPr bwMode="auto">
            <a:xfrm>
              <a:off x="904" y="2592"/>
              <a:ext cx="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e</a:t>
              </a:r>
              <a:endParaRPr lang="en-US"/>
            </a:p>
          </p:txBody>
        </p:sp>
        <p:sp>
          <p:nvSpPr>
            <p:cNvPr id="20512" name="Rectangle 61"/>
            <p:cNvSpPr>
              <a:spLocks noChangeArrowheads="1"/>
            </p:cNvSpPr>
            <p:nvPr/>
          </p:nvSpPr>
          <p:spPr bwMode="auto">
            <a:xfrm>
              <a:off x="1184" y="2920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Rectangle 62"/>
            <p:cNvSpPr>
              <a:spLocks noChangeArrowheads="1"/>
            </p:cNvSpPr>
            <p:nvPr/>
          </p:nvSpPr>
          <p:spPr bwMode="auto">
            <a:xfrm>
              <a:off x="1184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Rectangle 63"/>
            <p:cNvSpPr>
              <a:spLocks noChangeArrowheads="1"/>
            </p:cNvSpPr>
            <p:nvPr/>
          </p:nvSpPr>
          <p:spPr bwMode="auto">
            <a:xfrm>
              <a:off x="1240" y="2920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Rectangle 64"/>
            <p:cNvSpPr>
              <a:spLocks noChangeArrowheads="1"/>
            </p:cNvSpPr>
            <p:nvPr/>
          </p:nvSpPr>
          <p:spPr bwMode="auto">
            <a:xfrm>
              <a:off x="1240" y="3336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Rectangle 65"/>
            <p:cNvSpPr>
              <a:spLocks noChangeArrowheads="1"/>
            </p:cNvSpPr>
            <p:nvPr/>
          </p:nvSpPr>
          <p:spPr bwMode="auto">
            <a:xfrm>
              <a:off x="1600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Rectangle 66"/>
            <p:cNvSpPr>
              <a:spLocks noChangeArrowheads="1"/>
            </p:cNvSpPr>
            <p:nvPr/>
          </p:nvSpPr>
          <p:spPr bwMode="auto">
            <a:xfrm>
              <a:off x="1376" y="3048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20518" name="Rectangle 67"/>
            <p:cNvSpPr>
              <a:spLocks noChangeArrowheads="1"/>
            </p:cNvSpPr>
            <p:nvPr/>
          </p:nvSpPr>
          <p:spPr bwMode="auto">
            <a:xfrm>
              <a:off x="1656" y="2920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Rectangle 68"/>
            <p:cNvSpPr>
              <a:spLocks noChangeArrowheads="1"/>
            </p:cNvSpPr>
            <p:nvPr/>
          </p:nvSpPr>
          <p:spPr bwMode="auto">
            <a:xfrm>
              <a:off x="1656" y="2976"/>
              <a:ext cx="56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Rectangle 69"/>
            <p:cNvSpPr>
              <a:spLocks noChangeArrowheads="1"/>
            </p:cNvSpPr>
            <p:nvPr/>
          </p:nvSpPr>
          <p:spPr bwMode="auto">
            <a:xfrm>
              <a:off x="1712" y="2920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Rectangle 70"/>
            <p:cNvSpPr>
              <a:spLocks noChangeArrowheads="1"/>
            </p:cNvSpPr>
            <p:nvPr/>
          </p:nvSpPr>
          <p:spPr bwMode="auto">
            <a:xfrm>
              <a:off x="1712" y="3336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Rectangle 71"/>
            <p:cNvSpPr>
              <a:spLocks noChangeArrowheads="1"/>
            </p:cNvSpPr>
            <p:nvPr/>
          </p:nvSpPr>
          <p:spPr bwMode="auto">
            <a:xfrm>
              <a:off x="2064" y="2976"/>
              <a:ext cx="64" cy="36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Rectangle 72"/>
            <p:cNvSpPr>
              <a:spLocks noChangeArrowheads="1"/>
            </p:cNvSpPr>
            <p:nvPr/>
          </p:nvSpPr>
          <p:spPr bwMode="auto">
            <a:xfrm>
              <a:off x="1840" y="3048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20524" name="Rectangle 73"/>
            <p:cNvSpPr>
              <a:spLocks noChangeArrowheads="1"/>
            </p:cNvSpPr>
            <p:nvPr/>
          </p:nvSpPr>
          <p:spPr bwMode="auto">
            <a:xfrm>
              <a:off x="1184" y="2448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Rectangle 74"/>
            <p:cNvSpPr>
              <a:spLocks noChangeArrowheads="1"/>
            </p:cNvSpPr>
            <p:nvPr/>
          </p:nvSpPr>
          <p:spPr bwMode="auto">
            <a:xfrm>
              <a:off x="1184" y="2512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Rectangle 75"/>
            <p:cNvSpPr>
              <a:spLocks noChangeArrowheads="1"/>
            </p:cNvSpPr>
            <p:nvPr/>
          </p:nvSpPr>
          <p:spPr bwMode="auto">
            <a:xfrm>
              <a:off x="1240" y="2448"/>
              <a:ext cx="360" cy="64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Rectangle 76"/>
            <p:cNvSpPr>
              <a:spLocks noChangeArrowheads="1"/>
            </p:cNvSpPr>
            <p:nvPr/>
          </p:nvSpPr>
          <p:spPr bwMode="auto">
            <a:xfrm>
              <a:off x="1240" y="2864"/>
              <a:ext cx="360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Rectangle 77"/>
            <p:cNvSpPr>
              <a:spLocks noChangeArrowheads="1"/>
            </p:cNvSpPr>
            <p:nvPr/>
          </p:nvSpPr>
          <p:spPr bwMode="auto">
            <a:xfrm>
              <a:off x="1600" y="2512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Rectangle 78"/>
            <p:cNvSpPr>
              <a:spLocks noChangeArrowheads="1"/>
            </p:cNvSpPr>
            <p:nvPr/>
          </p:nvSpPr>
          <p:spPr bwMode="auto">
            <a:xfrm>
              <a:off x="1376" y="2576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  <p:sp>
          <p:nvSpPr>
            <p:cNvPr id="20530" name="Rectangle 79"/>
            <p:cNvSpPr>
              <a:spLocks noChangeArrowheads="1"/>
            </p:cNvSpPr>
            <p:nvPr/>
          </p:nvSpPr>
          <p:spPr bwMode="auto">
            <a:xfrm>
              <a:off x="1656" y="2448"/>
              <a:ext cx="472" cy="47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Rectangle 80"/>
            <p:cNvSpPr>
              <a:spLocks noChangeArrowheads="1"/>
            </p:cNvSpPr>
            <p:nvPr/>
          </p:nvSpPr>
          <p:spPr bwMode="auto">
            <a:xfrm>
              <a:off x="1656" y="2512"/>
              <a:ext cx="56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Rectangle 81"/>
            <p:cNvSpPr>
              <a:spLocks noChangeArrowheads="1"/>
            </p:cNvSpPr>
            <p:nvPr/>
          </p:nvSpPr>
          <p:spPr bwMode="auto">
            <a:xfrm>
              <a:off x="1712" y="2448"/>
              <a:ext cx="352" cy="64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Rectangle 82"/>
            <p:cNvSpPr>
              <a:spLocks noChangeArrowheads="1"/>
            </p:cNvSpPr>
            <p:nvPr/>
          </p:nvSpPr>
          <p:spPr bwMode="auto">
            <a:xfrm>
              <a:off x="1712" y="2864"/>
              <a:ext cx="352" cy="56"/>
            </a:xfrm>
            <a:prstGeom prst="rect">
              <a:avLst/>
            </a:prstGeom>
            <a:solidFill>
              <a:srgbClr val="FF66C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Rectangle 83"/>
            <p:cNvSpPr>
              <a:spLocks noChangeArrowheads="1"/>
            </p:cNvSpPr>
            <p:nvPr/>
          </p:nvSpPr>
          <p:spPr bwMode="auto">
            <a:xfrm>
              <a:off x="2064" y="2512"/>
              <a:ext cx="64" cy="35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Rectangle 84"/>
            <p:cNvSpPr>
              <a:spLocks noChangeArrowheads="1"/>
            </p:cNvSpPr>
            <p:nvPr/>
          </p:nvSpPr>
          <p:spPr bwMode="auto">
            <a:xfrm>
              <a:off x="1840" y="2576"/>
              <a:ext cx="152" cy="2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FFFFFF"/>
                  </a:solidFill>
                </a:rPr>
                <a:t>x</a:t>
              </a:r>
              <a:endParaRPr lang="en-US"/>
            </a:p>
          </p:txBody>
        </p:sp>
      </p:grpSp>
      <p:sp>
        <p:nvSpPr>
          <p:cNvPr id="20487" name="Line 85"/>
          <p:cNvSpPr>
            <a:spLocks noChangeShapeType="1"/>
          </p:cNvSpPr>
          <p:nvPr/>
        </p:nvSpPr>
        <p:spPr bwMode="auto">
          <a:xfrm>
            <a:off x="0" y="2819400"/>
            <a:ext cx="6477000" cy="0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488" name="Text Box 86"/>
          <p:cNvSpPr txBox="1">
            <a:spLocks noChangeArrowheads="1"/>
          </p:cNvSpPr>
          <p:nvPr/>
        </p:nvSpPr>
        <p:spPr bwMode="auto">
          <a:xfrm>
            <a:off x="0" y="0"/>
            <a:ext cx="9144000" cy="125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/>
              <a:t>(Basic)Tile Assembly Model</a:t>
            </a:r>
          </a:p>
          <a:p>
            <a:pPr algn="ctr"/>
            <a:r>
              <a:rPr lang="en-US"/>
              <a:t>(Rothemund, Winfree, Adleman)</a:t>
            </a:r>
          </a:p>
          <a:p>
            <a:pPr algn="ctr"/>
            <a:endParaRPr lang="en-US" sz="2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5417F2-A948-48FD-8959-9D1F912BC5B5}" type="slidenum">
              <a:rPr lang="en-US"/>
              <a:pPr>
                <a:defRPr/>
              </a:pPr>
              <a:t>19</a:t>
            </a:fld>
            <a:endParaRPr lang="en-US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Basic Model</a:t>
            </a:r>
          </a:p>
          <a:p>
            <a:pPr eaLnBrk="1" hangingPunct="1"/>
            <a:r>
              <a:rPr lang="en-US" dirty="0" smtClean="0">
                <a:solidFill>
                  <a:srgbClr val="C00000"/>
                </a:solidFill>
                <a:latin typeface="Arial" charset="0"/>
              </a:rPr>
              <a:t>RNA enzyme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Precise yield 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Infinite yield shape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20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/>
              <a:t>RNA enzyme </a:t>
            </a:r>
            <a:r>
              <a:rPr lang="en-US" sz="3200" b="0" dirty="0" smtClean="0"/>
              <a:t>Self-Assembly</a:t>
            </a:r>
          </a:p>
          <a:p>
            <a:pPr algn="ctr"/>
            <a:r>
              <a:rPr lang="en-US" b="0" dirty="0" smtClean="0"/>
              <a:t>(suggested by </a:t>
            </a:r>
            <a:r>
              <a:rPr lang="en-US" b="0" dirty="0" err="1" smtClean="0"/>
              <a:t>Rothemund</a:t>
            </a:r>
            <a:r>
              <a:rPr lang="en-US" b="0" dirty="0" smtClean="0"/>
              <a:t>, </a:t>
            </a:r>
            <a:r>
              <a:rPr lang="en-US" b="0" dirty="0" err="1" smtClean="0"/>
              <a:t>Winfree</a:t>
            </a:r>
            <a:r>
              <a:rPr lang="en-US" b="0" dirty="0" smtClean="0"/>
              <a:t> 2000)</a:t>
            </a:r>
            <a:endParaRPr lang="en-US" b="0" dirty="0"/>
          </a:p>
        </p:txBody>
      </p:sp>
      <p:sp>
        <p:nvSpPr>
          <p:cNvPr id="155652" name="Rectangle 4"/>
          <p:cNvSpPr>
            <a:spLocks noChangeArrowheads="1"/>
          </p:cNvSpPr>
          <p:nvPr/>
        </p:nvSpPr>
        <p:spPr bwMode="auto">
          <a:xfrm>
            <a:off x="1219200" y="1554301"/>
            <a:ext cx="17954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b="0"/>
              <a:t>RNA tile types</a:t>
            </a:r>
          </a:p>
        </p:txBody>
      </p:sp>
      <p:sp>
        <p:nvSpPr>
          <p:cNvPr id="155653" name="Rectangle 6"/>
          <p:cNvSpPr>
            <a:spLocks noChangeArrowheads="1"/>
          </p:cNvSpPr>
          <p:nvPr/>
        </p:nvSpPr>
        <p:spPr bwMode="auto">
          <a:xfrm>
            <a:off x="5715000" y="1630501"/>
            <a:ext cx="17954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b="0"/>
              <a:t>DNA tile types</a:t>
            </a:r>
          </a:p>
        </p:txBody>
      </p:sp>
      <p:sp>
        <p:nvSpPr>
          <p:cNvPr id="155654" name="Rectangle 4"/>
          <p:cNvSpPr>
            <a:spLocks noChangeArrowheads="1"/>
          </p:cNvSpPr>
          <p:nvPr/>
        </p:nvSpPr>
        <p:spPr bwMode="auto">
          <a:xfrm>
            <a:off x="7391400" y="2163901"/>
            <a:ext cx="417513" cy="428625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55" name="Rectangle 5"/>
          <p:cNvSpPr>
            <a:spLocks noChangeArrowheads="1"/>
          </p:cNvSpPr>
          <p:nvPr/>
        </p:nvSpPr>
        <p:spPr bwMode="auto">
          <a:xfrm>
            <a:off x="7751763" y="2222639"/>
            <a:ext cx="57150" cy="31115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56" name="Rectangle 6"/>
          <p:cNvSpPr>
            <a:spLocks noChangeArrowheads="1"/>
          </p:cNvSpPr>
          <p:nvPr/>
        </p:nvSpPr>
        <p:spPr bwMode="auto">
          <a:xfrm>
            <a:off x="7391400" y="2222639"/>
            <a:ext cx="57150" cy="31115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57" name="Rectangle 7"/>
          <p:cNvSpPr>
            <a:spLocks noChangeArrowheads="1"/>
          </p:cNvSpPr>
          <p:nvPr/>
        </p:nvSpPr>
        <p:spPr bwMode="auto">
          <a:xfrm rot="-5400000">
            <a:off x="7570788" y="2041663"/>
            <a:ext cx="58738" cy="303213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58" name="Rectangle 8"/>
          <p:cNvSpPr>
            <a:spLocks noChangeArrowheads="1"/>
          </p:cNvSpPr>
          <p:nvPr/>
        </p:nvSpPr>
        <p:spPr bwMode="auto">
          <a:xfrm rot="-5400000">
            <a:off x="7570788" y="2411551"/>
            <a:ext cx="58737" cy="303213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59" name="Rectangle 9"/>
          <p:cNvSpPr>
            <a:spLocks noChangeArrowheads="1"/>
          </p:cNvSpPr>
          <p:nvPr/>
        </p:nvSpPr>
        <p:spPr bwMode="auto">
          <a:xfrm>
            <a:off x="5486400" y="2316301"/>
            <a:ext cx="419100" cy="428625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60" name="Rectangle 10"/>
          <p:cNvSpPr>
            <a:spLocks noChangeArrowheads="1"/>
          </p:cNvSpPr>
          <p:nvPr/>
        </p:nvSpPr>
        <p:spPr bwMode="auto">
          <a:xfrm>
            <a:off x="5849938" y="2375039"/>
            <a:ext cx="55562" cy="31115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1" name="Rectangle 11"/>
          <p:cNvSpPr>
            <a:spLocks noChangeArrowheads="1"/>
          </p:cNvSpPr>
          <p:nvPr/>
        </p:nvSpPr>
        <p:spPr bwMode="auto">
          <a:xfrm>
            <a:off x="5486400" y="2375039"/>
            <a:ext cx="55563" cy="311150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2" name="Rectangle 12"/>
          <p:cNvSpPr>
            <a:spLocks noChangeArrowheads="1"/>
          </p:cNvSpPr>
          <p:nvPr/>
        </p:nvSpPr>
        <p:spPr bwMode="auto">
          <a:xfrm rot="-5400000">
            <a:off x="5666582" y="2193270"/>
            <a:ext cx="58737" cy="3079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3" name="Rectangle 13"/>
          <p:cNvSpPr>
            <a:spLocks noChangeArrowheads="1"/>
          </p:cNvSpPr>
          <p:nvPr/>
        </p:nvSpPr>
        <p:spPr bwMode="auto">
          <a:xfrm rot="-5400000">
            <a:off x="5666582" y="2563157"/>
            <a:ext cx="58738" cy="307975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4" name="Rectangle 14"/>
          <p:cNvSpPr>
            <a:spLocks noChangeArrowheads="1"/>
          </p:cNvSpPr>
          <p:nvPr/>
        </p:nvSpPr>
        <p:spPr bwMode="auto">
          <a:xfrm>
            <a:off x="5943600" y="2925901"/>
            <a:ext cx="419100" cy="425450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65" name="Rectangle 15"/>
          <p:cNvSpPr>
            <a:spLocks noChangeArrowheads="1"/>
          </p:cNvSpPr>
          <p:nvPr/>
        </p:nvSpPr>
        <p:spPr bwMode="auto">
          <a:xfrm>
            <a:off x="6303963" y="2983051"/>
            <a:ext cx="58737" cy="309563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6" name="Rectangle 16"/>
          <p:cNvSpPr>
            <a:spLocks noChangeArrowheads="1"/>
          </p:cNvSpPr>
          <p:nvPr/>
        </p:nvSpPr>
        <p:spPr bwMode="auto">
          <a:xfrm>
            <a:off x="5943600" y="2983051"/>
            <a:ext cx="55563" cy="3095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7" name="Rectangle 17"/>
          <p:cNvSpPr>
            <a:spLocks noChangeArrowheads="1"/>
          </p:cNvSpPr>
          <p:nvPr/>
        </p:nvSpPr>
        <p:spPr bwMode="auto">
          <a:xfrm rot="-5400000">
            <a:off x="6122988" y="2802076"/>
            <a:ext cx="57150" cy="3048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8" name="Rectangle 18"/>
          <p:cNvSpPr>
            <a:spLocks noChangeArrowheads="1"/>
          </p:cNvSpPr>
          <p:nvPr/>
        </p:nvSpPr>
        <p:spPr bwMode="auto">
          <a:xfrm rot="-5400000">
            <a:off x="6121400" y="3170377"/>
            <a:ext cx="60325" cy="3048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69" name="Rectangle 19"/>
          <p:cNvSpPr>
            <a:spLocks noChangeArrowheads="1"/>
          </p:cNvSpPr>
          <p:nvPr/>
        </p:nvSpPr>
        <p:spPr bwMode="auto">
          <a:xfrm>
            <a:off x="6553200" y="2392501"/>
            <a:ext cx="419100" cy="425450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70" name="Rectangle 20"/>
          <p:cNvSpPr>
            <a:spLocks noChangeArrowheads="1"/>
          </p:cNvSpPr>
          <p:nvPr/>
        </p:nvSpPr>
        <p:spPr bwMode="auto">
          <a:xfrm>
            <a:off x="6916738" y="2451239"/>
            <a:ext cx="55562" cy="307975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1" name="Rectangle 21"/>
          <p:cNvSpPr>
            <a:spLocks noChangeArrowheads="1"/>
          </p:cNvSpPr>
          <p:nvPr/>
        </p:nvSpPr>
        <p:spPr bwMode="auto">
          <a:xfrm>
            <a:off x="6553200" y="2451239"/>
            <a:ext cx="57150" cy="307975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2" name="Rectangle 22"/>
          <p:cNvSpPr>
            <a:spLocks noChangeArrowheads="1"/>
          </p:cNvSpPr>
          <p:nvPr/>
        </p:nvSpPr>
        <p:spPr bwMode="auto">
          <a:xfrm rot="-5400000">
            <a:off x="6734175" y="2268676"/>
            <a:ext cx="58738" cy="306388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3" name="Rectangle 23"/>
          <p:cNvSpPr>
            <a:spLocks noChangeArrowheads="1"/>
          </p:cNvSpPr>
          <p:nvPr/>
        </p:nvSpPr>
        <p:spPr bwMode="auto">
          <a:xfrm rot="-5400000">
            <a:off x="6734175" y="2635389"/>
            <a:ext cx="58737" cy="306388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4" name="Rectangle 24"/>
          <p:cNvSpPr>
            <a:spLocks noChangeArrowheads="1"/>
          </p:cNvSpPr>
          <p:nvPr/>
        </p:nvSpPr>
        <p:spPr bwMode="auto">
          <a:xfrm>
            <a:off x="7654925" y="2849701"/>
            <a:ext cx="419100" cy="428625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75" name="Rectangle 25"/>
          <p:cNvSpPr>
            <a:spLocks noChangeArrowheads="1"/>
          </p:cNvSpPr>
          <p:nvPr/>
        </p:nvSpPr>
        <p:spPr bwMode="auto">
          <a:xfrm>
            <a:off x="8018463" y="2908439"/>
            <a:ext cx="55562" cy="31115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6" name="Rectangle 26"/>
          <p:cNvSpPr>
            <a:spLocks noChangeArrowheads="1"/>
          </p:cNvSpPr>
          <p:nvPr/>
        </p:nvSpPr>
        <p:spPr bwMode="auto">
          <a:xfrm>
            <a:off x="7654925" y="2908439"/>
            <a:ext cx="57150" cy="31115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7" name="Rectangle 27"/>
          <p:cNvSpPr>
            <a:spLocks noChangeArrowheads="1"/>
          </p:cNvSpPr>
          <p:nvPr/>
        </p:nvSpPr>
        <p:spPr bwMode="auto">
          <a:xfrm rot="-5400000">
            <a:off x="7835900" y="2725876"/>
            <a:ext cx="58738" cy="306388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8" name="Rectangle 28"/>
          <p:cNvSpPr>
            <a:spLocks noChangeArrowheads="1"/>
          </p:cNvSpPr>
          <p:nvPr/>
        </p:nvSpPr>
        <p:spPr bwMode="auto">
          <a:xfrm rot="-5400000">
            <a:off x="7835900" y="3095764"/>
            <a:ext cx="58737" cy="306388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79" name="Rectangle 29"/>
          <p:cNvSpPr>
            <a:spLocks noChangeArrowheads="1"/>
          </p:cNvSpPr>
          <p:nvPr/>
        </p:nvSpPr>
        <p:spPr bwMode="auto">
          <a:xfrm>
            <a:off x="2133600" y="2849701"/>
            <a:ext cx="419100" cy="427038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80" name="Rectangle 30"/>
          <p:cNvSpPr>
            <a:spLocks noChangeArrowheads="1"/>
          </p:cNvSpPr>
          <p:nvPr/>
        </p:nvSpPr>
        <p:spPr bwMode="auto">
          <a:xfrm>
            <a:off x="2497138" y="2905264"/>
            <a:ext cx="55562" cy="315912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1" name="Rectangle 31"/>
          <p:cNvSpPr>
            <a:spLocks noChangeArrowheads="1"/>
          </p:cNvSpPr>
          <p:nvPr/>
        </p:nvSpPr>
        <p:spPr bwMode="auto">
          <a:xfrm>
            <a:off x="2133600" y="2905264"/>
            <a:ext cx="55563" cy="315912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2" name="Rectangle 32"/>
          <p:cNvSpPr>
            <a:spLocks noChangeArrowheads="1"/>
          </p:cNvSpPr>
          <p:nvPr/>
        </p:nvSpPr>
        <p:spPr bwMode="auto">
          <a:xfrm rot="-5400000">
            <a:off x="2315370" y="2725082"/>
            <a:ext cx="55562" cy="3079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3" name="Rectangle 33"/>
          <p:cNvSpPr>
            <a:spLocks noChangeArrowheads="1"/>
          </p:cNvSpPr>
          <p:nvPr/>
        </p:nvSpPr>
        <p:spPr bwMode="auto">
          <a:xfrm rot="-5400000">
            <a:off x="2315370" y="3096557"/>
            <a:ext cx="55562" cy="307975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4" name="Rectangle 34"/>
          <p:cNvSpPr>
            <a:spLocks noChangeArrowheads="1"/>
          </p:cNvSpPr>
          <p:nvPr/>
        </p:nvSpPr>
        <p:spPr bwMode="auto">
          <a:xfrm>
            <a:off x="2971800" y="2849701"/>
            <a:ext cx="419100" cy="425450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85" name="Rectangle 35"/>
          <p:cNvSpPr>
            <a:spLocks noChangeArrowheads="1"/>
          </p:cNvSpPr>
          <p:nvPr/>
        </p:nvSpPr>
        <p:spPr bwMode="auto">
          <a:xfrm>
            <a:off x="3335338" y="2908439"/>
            <a:ext cx="55562" cy="307975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6" name="Rectangle 36"/>
          <p:cNvSpPr>
            <a:spLocks noChangeArrowheads="1"/>
          </p:cNvSpPr>
          <p:nvPr/>
        </p:nvSpPr>
        <p:spPr bwMode="auto">
          <a:xfrm>
            <a:off x="2971800" y="2908439"/>
            <a:ext cx="55563" cy="307975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7" name="Rectangle 37"/>
          <p:cNvSpPr>
            <a:spLocks noChangeArrowheads="1"/>
          </p:cNvSpPr>
          <p:nvPr/>
        </p:nvSpPr>
        <p:spPr bwMode="auto">
          <a:xfrm rot="-5400000">
            <a:off x="3151982" y="2726670"/>
            <a:ext cx="58737" cy="307975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8" name="Rectangle 38"/>
          <p:cNvSpPr>
            <a:spLocks noChangeArrowheads="1"/>
          </p:cNvSpPr>
          <p:nvPr/>
        </p:nvSpPr>
        <p:spPr bwMode="auto">
          <a:xfrm rot="-5400000">
            <a:off x="3151982" y="3093382"/>
            <a:ext cx="58738" cy="307975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89" name="Rectangle 39"/>
          <p:cNvSpPr>
            <a:spLocks noChangeArrowheads="1"/>
          </p:cNvSpPr>
          <p:nvPr/>
        </p:nvSpPr>
        <p:spPr bwMode="auto">
          <a:xfrm>
            <a:off x="1219200" y="2925901"/>
            <a:ext cx="419100" cy="425450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90" name="Rectangle 40"/>
          <p:cNvSpPr>
            <a:spLocks noChangeArrowheads="1"/>
          </p:cNvSpPr>
          <p:nvPr/>
        </p:nvSpPr>
        <p:spPr bwMode="auto">
          <a:xfrm>
            <a:off x="1579563" y="2984639"/>
            <a:ext cx="58737" cy="307975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1" name="Rectangle 41"/>
          <p:cNvSpPr>
            <a:spLocks noChangeArrowheads="1"/>
          </p:cNvSpPr>
          <p:nvPr/>
        </p:nvSpPr>
        <p:spPr bwMode="auto">
          <a:xfrm>
            <a:off x="1219200" y="2984639"/>
            <a:ext cx="55563" cy="30797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2" name="Rectangle 42"/>
          <p:cNvSpPr>
            <a:spLocks noChangeArrowheads="1"/>
          </p:cNvSpPr>
          <p:nvPr/>
        </p:nvSpPr>
        <p:spPr bwMode="auto">
          <a:xfrm rot="-5400000">
            <a:off x="1397794" y="2804458"/>
            <a:ext cx="58737" cy="30480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3" name="Rectangle 43"/>
          <p:cNvSpPr>
            <a:spLocks noChangeArrowheads="1"/>
          </p:cNvSpPr>
          <p:nvPr/>
        </p:nvSpPr>
        <p:spPr bwMode="auto">
          <a:xfrm rot="-5400000">
            <a:off x="1397000" y="3170377"/>
            <a:ext cx="60325" cy="3048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4" name="Rectangle 44"/>
          <p:cNvSpPr>
            <a:spLocks noChangeArrowheads="1"/>
          </p:cNvSpPr>
          <p:nvPr/>
        </p:nvSpPr>
        <p:spPr bwMode="auto">
          <a:xfrm>
            <a:off x="2347913" y="2125801"/>
            <a:ext cx="415925" cy="425450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695" name="Rectangle 45"/>
          <p:cNvSpPr>
            <a:spLocks noChangeArrowheads="1"/>
          </p:cNvSpPr>
          <p:nvPr/>
        </p:nvSpPr>
        <p:spPr bwMode="auto">
          <a:xfrm>
            <a:off x="2708275" y="2184539"/>
            <a:ext cx="55563" cy="307975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6" name="Rectangle 46"/>
          <p:cNvSpPr>
            <a:spLocks noChangeArrowheads="1"/>
          </p:cNvSpPr>
          <p:nvPr/>
        </p:nvSpPr>
        <p:spPr bwMode="auto">
          <a:xfrm>
            <a:off x="2347913" y="2184539"/>
            <a:ext cx="55562" cy="307975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7" name="Rectangle 47"/>
          <p:cNvSpPr>
            <a:spLocks noChangeArrowheads="1"/>
          </p:cNvSpPr>
          <p:nvPr/>
        </p:nvSpPr>
        <p:spPr bwMode="auto">
          <a:xfrm rot="-5400000">
            <a:off x="2526506" y="2004358"/>
            <a:ext cx="58737" cy="3048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8" name="Rectangle 48"/>
          <p:cNvSpPr>
            <a:spLocks noChangeArrowheads="1"/>
          </p:cNvSpPr>
          <p:nvPr/>
        </p:nvSpPr>
        <p:spPr bwMode="auto">
          <a:xfrm rot="-5400000">
            <a:off x="2525712" y="2370277"/>
            <a:ext cx="60325" cy="3048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699" name="Rectangle 52"/>
          <p:cNvSpPr>
            <a:spLocks noChangeArrowheads="1"/>
          </p:cNvSpPr>
          <p:nvPr/>
        </p:nvSpPr>
        <p:spPr bwMode="auto">
          <a:xfrm>
            <a:off x="1219200" y="2163901"/>
            <a:ext cx="419100" cy="425450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700" name="Rectangle 53"/>
          <p:cNvSpPr>
            <a:spLocks noChangeArrowheads="1"/>
          </p:cNvSpPr>
          <p:nvPr/>
        </p:nvSpPr>
        <p:spPr bwMode="auto">
          <a:xfrm>
            <a:off x="1579563" y="2222639"/>
            <a:ext cx="58737" cy="307975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1" name="Rectangle 54"/>
          <p:cNvSpPr>
            <a:spLocks noChangeArrowheads="1"/>
          </p:cNvSpPr>
          <p:nvPr/>
        </p:nvSpPr>
        <p:spPr bwMode="auto">
          <a:xfrm>
            <a:off x="1219200" y="2222639"/>
            <a:ext cx="55563" cy="307975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2" name="Rectangle 55"/>
          <p:cNvSpPr>
            <a:spLocks noChangeArrowheads="1"/>
          </p:cNvSpPr>
          <p:nvPr/>
        </p:nvSpPr>
        <p:spPr bwMode="auto">
          <a:xfrm rot="-5400000">
            <a:off x="1397794" y="2042458"/>
            <a:ext cx="58737" cy="30480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3" name="Rectangle 56"/>
          <p:cNvSpPr>
            <a:spLocks noChangeArrowheads="1"/>
          </p:cNvSpPr>
          <p:nvPr/>
        </p:nvSpPr>
        <p:spPr bwMode="auto">
          <a:xfrm rot="-5400000">
            <a:off x="1397000" y="2408377"/>
            <a:ext cx="60325" cy="3048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4" name="Rectangle 57"/>
          <p:cNvSpPr>
            <a:spLocks noChangeArrowheads="1"/>
          </p:cNvSpPr>
          <p:nvPr/>
        </p:nvSpPr>
        <p:spPr bwMode="auto">
          <a:xfrm>
            <a:off x="6705600" y="3230701"/>
            <a:ext cx="419100" cy="425450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5705" name="Rectangle 58"/>
          <p:cNvSpPr>
            <a:spLocks noChangeArrowheads="1"/>
          </p:cNvSpPr>
          <p:nvPr/>
        </p:nvSpPr>
        <p:spPr bwMode="auto">
          <a:xfrm>
            <a:off x="7065963" y="3289439"/>
            <a:ext cx="58737" cy="307975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6" name="Rectangle 59"/>
          <p:cNvSpPr>
            <a:spLocks noChangeArrowheads="1"/>
          </p:cNvSpPr>
          <p:nvPr/>
        </p:nvSpPr>
        <p:spPr bwMode="auto">
          <a:xfrm>
            <a:off x="6705600" y="3289439"/>
            <a:ext cx="55563" cy="3079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7" name="Rectangle 60"/>
          <p:cNvSpPr>
            <a:spLocks noChangeArrowheads="1"/>
          </p:cNvSpPr>
          <p:nvPr/>
        </p:nvSpPr>
        <p:spPr bwMode="auto">
          <a:xfrm rot="-5400000">
            <a:off x="6884194" y="3109258"/>
            <a:ext cx="58737" cy="30480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8" name="Rectangle 61"/>
          <p:cNvSpPr>
            <a:spLocks noChangeArrowheads="1"/>
          </p:cNvSpPr>
          <p:nvPr/>
        </p:nvSpPr>
        <p:spPr bwMode="auto">
          <a:xfrm rot="-5400000">
            <a:off x="6883400" y="3475177"/>
            <a:ext cx="60325" cy="3048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709" name="Rectangle 66"/>
          <p:cNvSpPr>
            <a:spLocks noChangeArrowheads="1"/>
          </p:cNvSpPr>
          <p:nvPr/>
        </p:nvSpPr>
        <p:spPr bwMode="auto">
          <a:xfrm>
            <a:off x="609600" y="3459301"/>
            <a:ext cx="6858000" cy="3477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b="0" dirty="0"/>
              <a:t>RNA assembly model</a:t>
            </a:r>
            <a:r>
              <a:rPr lang="en-US" b="0" dirty="0" smtClean="0"/>
              <a:t>:  	</a:t>
            </a:r>
          </a:p>
          <a:p>
            <a:pPr lvl="1">
              <a:buFont typeface="Arial" pitchFamily="34" charset="0"/>
              <a:buChar char="•"/>
            </a:pPr>
            <a:r>
              <a:rPr lang="en-US" b="0" dirty="0" smtClean="0"/>
              <a:t>Assembly occurs over a number of stages.</a:t>
            </a:r>
            <a:endParaRPr lang="en-US" b="0" dirty="0"/>
          </a:p>
          <a:p>
            <a:endParaRPr lang="en-US" b="0" dirty="0"/>
          </a:p>
          <a:p>
            <a:pPr lvl="1">
              <a:buFont typeface="Arial" pitchFamily="34" charset="0"/>
              <a:buChar char="•"/>
            </a:pPr>
            <a:r>
              <a:rPr lang="en-US" b="0" dirty="0" smtClean="0"/>
              <a:t>At </a:t>
            </a:r>
            <a:r>
              <a:rPr lang="en-US" b="0" dirty="0"/>
              <a:t>each stage you may:</a:t>
            </a:r>
          </a:p>
          <a:p>
            <a:r>
              <a:rPr lang="en-US" b="0" dirty="0"/>
              <a:t>	</a:t>
            </a:r>
            <a:r>
              <a:rPr lang="en-US" b="0" dirty="0" smtClean="0"/>
              <a:t>1</a:t>
            </a:r>
            <a:r>
              <a:rPr lang="en-US" b="0" dirty="0"/>
              <a:t>) Add </a:t>
            </a:r>
            <a:r>
              <a:rPr lang="en-US" b="0" dirty="0">
                <a:solidFill>
                  <a:srgbClr val="C00000"/>
                </a:solidFill>
              </a:rPr>
              <a:t>a new collection of tile </a:t>
            </a:r>
            <a:r>
              <a:rPr lang="en-US" b="0" dirty="0" smtClean="0">
                <a:solidFill>
                  <a:srgbClr val="C00000"/>
                </a:solidFill>
              </a:rPr>
              <a:t>types</a:t>
            </a:r>
          </a:p>
          <a:p>
            <a:r>
              <a:rPr lang="en-US" b="0" dirty="0">
                <a:solidFill>
                  <a:srgbClr val="C00000"/>
                </a:solidFill>
              </a:rPr>
              <a:t>	</a:t>
            </a:r>
            <a:r>
              <a:rPr lang="en-US" b="0" dirty="0" smtClean="0">
                <a:solidFill>
                  <a:srgbClr val="C00000"/>
                </a:solidFill>
              </a:rPr>
              <a:t>	- </a:t>
            </a:r>
            <a:r>
              <a:rPr lang="en-US" b="0" dirty="0" smtClean="0"/>
              <a:t>Allow for further growth</a:t>
            </a:r>
          </a:p>
          <a:p>
            <a:r>
              <a:rPr lang="en-US" b="0" dirty="0"/>
              <a:t>	</a:t>
            </a:r>
            <a:r>
              <a:rPr lang="en-US" b="0" dirty="0" smtClean="0"/>
              <a:t>	- All added types have </a:t>
            </a:r>
            <a:r>
              <a:rPr lang="en-US" b="0" dirty="0" smtClean="0">
                <a:solidFill>
                  <a:srgbClr val="C00000"/>
                </a:solidFill>
              </a:rPr>
              <a:t>infinite count</a:t>
            </a:r>
            <a:endParaRPr lang="en-US" b="0" dirty="0">
              <a:solidFill>
                <a:srgbClr val="C00000"/>
              </a:solidFill>
            </a:endParaRPr>
          </a:p>
          <a:p>
            <a:endParaRPr lang="en-US" b="0" dirty="0"/>
          </a:p>
          <a:p>
            <a:r>
              <a:rPr lang="en-US" b="0" dirty="0" smtClean="0"/>
              <a:t>	2</a:t>
            </a:r>
            <a:r>
              <a:rPr lang="en-US" b="0" dirty="0"/>
              <a:t>) Add an </a:t>
            </a:r>
            <a:r>
              <a:rPr lang="en-US" b="0" dirty="0" err="1">
                <a:solidFill>
                  <a:srgbClr val="C00000"/>
                </a:solidFill>
              </a:rPr>
              <a:t>Rnase</a:t>
            </a:r>
            <a:r>
              <a:rPr lang="en-US" b="0" dirty="0">
                <a:solidFill>
                  <a:srgbClr val="C00000"/>
                </a:solidFill>
              </a:rPr>
              <a:t> </a:t>
            </a:r>
            <a:r>
              <a:rPr lang="en-US" b="0" dirty="0" smtClean="0">
                <a:solidFill>
                  <a:srgbClr val="C00000"/>
                </a:solidFill>
              </a:rPr>
              <a:t>enzyme</a:t>
            </a:r>
          </a:p>
          <a:p>
            <a:r>
              <a:rPr lang="en-US" b="0" dirty="0">
                <a:solidFill>
                  <a:srgbClr val="C00000"/>
                </a:solidFill>
              </a:rPr>
              <a:t>	</a:t>
            </a:r>
            <a:r>
              <a:rPr lang="en-US" b="0" dirty="0" smtClean="0">
                <a:solidFill>
                  <a:srgbClr val="C00000"/>
                </a:solidFill>
              </a:rPr>
              <a:t>	- </a:t>
            </a:r>
            <a:r>
              <a:rPr lang="en-US" b="0" dirty="0" smtClean="0"/>
              <a:t>Dissolve all RNA tile types</a:t>
            </a:r>
          </a:p>
          <a:p>
            <a:r>
              <a:rPr lang="en-US" b="0" dirty="0"/>
              <a:t>	</a:t>
            </a:r>
            <a:r>
              <a:rPr lang="en-US" b="0" dirty="0" smtClean="0"/>
              <a:t>	- May break apart assemblies</a:t>
            </a:r>
            <a:endParaRPr lang="en-US" b="0" dirty="0"/>
          </a:p>
        </p:txBody>
      </p:sp>
      <p:sp>
        <p:nvSpPr>
          <p:cNvPr id="62" name="TextBox 61"/>
          <p:cNvSpPr txBox="1"/>
          <p:nvPr/>
        </p:nvSpPr>
        <p:spPr>
          <a:xfrm>
            <a:off x="533400" y="944701"/>
            <a:ext cx="591726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All tile types are of either DNA or RNA makeup: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21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22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23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24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25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26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126" name="Rectangle 9"/>
          <p:cNvSpPr>
            <a:spLocks noChangeArrowheads="1"/>
          </p:cNvSpPr>
          <p:nvPr/>
        </p:nvSpPr>
        <p:spPr bwMode="auto">
          <a:xfrm>
            <a:off x="4648200" y="4267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27" name="Rectangle 9"/>
          <p:cNvSpPr>
            <a:spLocks noChangeArrowheads="1"/>
          </p:cNvSpPr>
          <p:nvPr/>
        </p:nvSpPr>
        <p:spPr bwMode="auto">
          <a:xfrm>
            <a:off x="4876800" y="4267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28" name="Rectangle 9"/>
          <p:cNvSpPr>
            <a:spLocks noChangeArrowheads="1"/>
          </p:cNvSpPr>
          <p:nvPr/>
        </p:nvSpPr>
        <p:spPr bwMode="auto">
          <a:xfrm>
            <a:off x="5105400" y="3810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29" name="Rectangle 34"/>
          <p:cNvSpPr>
            <a:spLocks noChangeArrowheads="1"/>
          </p:cNvSpPr>
          <p:nvPr/>
        </p:nvSpPr>
        <p:spPr bwMode="auto">
          <a:xfrm>
            <a:off x="5334000" y="381000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0" name="Rectangle 34"/>
          <p:cNvSpPr>
            <a:spLocks noChangeArrowheads="1"/>
          </p:cNvSpPr>
          <p:nvPr/>
        </p:nvSpPr>
        <p:spPr bwMode="auto">
          <a:xfrm>
            <a:off x="5334000" y="403860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1" name="Rectangle 9"/>
          <p:cNvSpPr>
            <a:spLocks noChangeArrowheads="1"/>
          </p:cNvSpPr>
          <p:nvPr/>
        </p:nvSpPr>
        <p:spPr bwMode="auto">
          <a:xfrm>
            <a:off x="5562600" y="3810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2" name="Rectangle 9"/>
          <p:cNvSpPr>
            <a:spLocks noChangeArrowheads="1"/>
          </p:cNvSpPr>
          <p:nvPr/>
        </p:nvSpPr>
        <p:spPr bwMode="auto">
          <a:xfrm>
            <a:off x="5562600" y="35814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3" name="Rectangle 9"/>
          <p:cNvSpPr>
            <a:spLocks noChangeArrowheads="1"/>
          </p:cNvSpPr>
          <p:nvPr/>
        </p:nvSpPr>
        <p:spPr bwMode="auto">
          <a:xfrm>
            <a:off x="5791200" y="3810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4" name="Rectangle 9"/>
          <p:cNvSpPr>
            <a:spLocks noChangeArrowheads="1"/>
          </p:cNvSpPr>
          <p:nvPr/>
        </p:nvSpPr>
        <p:spPr bwMode="auto">
          <a:xfrm>
            <a:off x="5105400" y="4038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3" name="Rectangle 9"/>
          <p:cNvSpPr>
            <a:spLocks noChangeArrowheads="1"/>
          </p:cNvSpPr>
          <p:nvPr/>
        </p:nvSpPr>
        <p:spPr bwMode="auto">
          <a:xfrm>
            <a:off x="4876800" y="3810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4" name="Rectangle 9"/>
          <p:cNvSpPr>
            <a:spLocks noChangeArrowheads="1"/>
          </p:cNvSpPr>
          <p:nvPr/>
        </p:nvSpPr>
        <p:spPr bwMode="auto">
          <a:xfrm>
            <a:off x="4876800" y="4038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5" name="Rectangle 9"/>
          <p:cNvSpPr>
            <a:spLocks noChangeArrowheads="1"/>
          </p:cNvSpPr>
          <p:nvPr/>
        </p:nvSpPr>
        <p:spPr bwMode="auto">
          <a:xfrm>
            <a:off x="4648200" y="3810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6" name="Rectangle 9"/>
          <p:cNvSpPr>
            <a:spLocks noChangeArrowheads="1"/>
          </p:cNvSpPr>
          <p:nvPr/>
        </p:nvSpPr>
        <p:spPr bwMode="auto">
          <a:xfrm>
            <a:off x="4648200" y="4038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7" name="Rectangle 9"/>
          <p:cNvSpPr>
            <a:spLocks noChangeArrowheads="1"/>
          </p:cNvSpPr>
          <p:nvPr/>
        </p:nvSpPr>
        <p:spPr bwMode="auto">
          <a:xfrm>
            <a:off x="5791200" y="35814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8" name="Rectangle 9"/>
          <p:cNvSpPr>
            <a:spLocks noChangeArrowheads="1"/>
          </p:cNvSpPr>
          <p:nvPr/>
        </p:nvSpPr>
        <p:spPr bwMode="auto">
          <a:xfrm>
            <a:off x="5562600" y="4267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9" name="Rectangle 9"/>
          <p:cNvSpPr>
            <a:spLocks noChangeArrowheads="1"/>
          </p:cNvSpPr>
          <p:nvPr/>
        </p:nvSpPr>
        <p:spPr bwMode="auto">
          <a:xfrm>
            <a:off x="5562600" y="4038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80" name="Rectangle 9"/>
          <p:cNvSpPr>
            <a:spLocks noChangeArrowheads="1"/>
          </p:cNvSpPr>
          <p:nvPr/>
        </p:nvSpPr>
        <p:spPr bwMode="auto">
          <a:xfrm>
            <a:off x="5791200" y="4267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81" name="Rectangle 9"/>
          <p:cNvSpPr>
            <a:spLocks noChangeArrowheads="1"/>
          </p:cNvSpPr>
          <p:nvPr/>
        </p:nvSpPr>
        <p:spPr bwMode="auto">
          <a:xfrm>
            <a:off x="5791200" y="4038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cxnSp>
        <p:nvCxnSpPr>
          <p:cNvPr id="183" name="Straight Connector 182"/>
          <p:cNvCxnSpPr/>
          <p:nvPr/>
        </p:nvCxnSpPr>
        <p:spPr bwMode="auto">
          <a:xfrm rot="16200000" flipH="1">
            <a:off x="4991100" y="4000500"/>
            <a:ext cx="838200" cy="152400"/>
          </a:xfrm>
          <a:prstGeom prst="line">
            <a:avLst/>
          </a:prstGeom>
          <a:solidFill>
            <a:schemeClr val="accent1"/>
          </a:solidFill>
          <a:ln w="571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4953000" y="4038600"/>
            <a:ext cx="914400" cy="152400"/>
          </a:xfrm>
          <a:prstGeom prst="line">
            <a:avLst/>
          </a:prstGeom>
          <a:solidFill>
            <a:schemeClr val="accent1"/>
          </a:solidFill>
          <a:ln w="571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27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234" name="Rectangle 9"/>
          <p:cNvSpPr>
            <a:spLocks noChangeArrowheads="1"/>
          </p:cNvSpPr>
          <p:nvPr/>
        </p:nvSpPr>
        <p:spPr bwMode="auto">
          <a:xfrm>
            <a:off x="46482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5" name="Rectangle 9"/>
          <p:cNvSpPr>
            <a:spLocks noChangeArrowheads="1"/>
          </p:cNvSpPr>
          <p:nvPr/>
        </p:nvSpPr>
        <p:spPr bwMode="auto">
          <a:xfrm>
            <a:off x="48768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6" name="Rectangle 9"/>
          <p:cNvSpPr>
            <a:spLocks noChangeArrowheads="1"/>
          </p:cNvSpPr>
          <p:nvPr/>
        </p:nvSpPr>
        <p:spPr bwMode="auto">
          <a:xfrm>
            <a:off x="51054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9" name="Rectangle 9"/>
          <p:cNvSpPr>
            <a:spLocks noChangeArrowheads="1"/>
          </p:cNvSpPr>
          <p:nvPr/>
        </p:nvSpPr>
        <p:spPr bwMode="auto">
          <a:xfrm>
            <a:off x="57912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0" name="Rectangle 9"/>
          <p:cNvSpPr>
            <a:spLocks noChangeArrowheads="1"/>
          </p:cNvSpPr>
          <p:nvPr/>
        </p:nvSpPr>
        <p:spPr bwMode="auto">
          <a:xfrm>
            <a:off x="57912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1" name="Rectangle 9"/>
          <p:cNvSpPr>
            <a:spLocks noChangeArrowheads="1"/>
          </p:cNvSpPr>
          <p:nvPr/>
        </p:nvSpPr>
        <p:spPr bwMode="auto">
          <a:xfrm>
            <a:off x="60198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2" name="Rectangle 9"/>
          <p:cNvSpPr>
            <a:spLocks noChangeArrowheads="1"/>
          </p:cNvSpPr>
          <p:nvPr/>
        </p:nvSpPr>
        <p:spPr bwMode="auto">
          <a:xfrm>
            <a:off x="51054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3" name="Rectangle 9"/>
          <p:cNvSpPr>
            <a:spLocks noChangeArrowheads="1"/>
          </p:cNvSpPr>
          <p:nvPr/>
        </p:nvSpPr>
        <p:spPr bwMode="auto">
          <a:xfrm>
            <a:off x="48768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4" name="Rectangle 9"/>
          <p:cNvSpPr>
            <a:spLocks noChangeArrowheads="1"/>
          </p:cNvSpPr>
          <p:nvPr/>
        </p:nvSpPr>
        <p:spPr bwMode="auto">
          <a:xfrm>
            <a:off x="48768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5" name="Rectangle 9"/>
          <p:cNvSpPr>
            <a:spLocks noChangeArrowheads="1"/>
          </p:cNvSpPr>
          <p:nvPr/>
        </p:nvSpPr>
        <p:spPr bwMode="auto">
          <a:xfrm>
            <a:off x="46482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6" name="Rectangle 9"/>
          <p:cNvSpPr>
            <a:spLocks noChangeArrowheads="1"/>
          </p:cNvSpPr>
          <p:nvPr/>
        </p:nvSpPr>
        <p:spPr bwMode="auto">
          <a:xfrm>
            <a:off x="46482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7" name="Rectangle 9"/>
          <p:cNvSpPr>
            <a:spLocks noChangeArrowheads="1"/>
          </p:cNvSpPr>
          <p:nvPr/>
        </p:nvSpPr>
        <p:spPr bwMode="auto">
          <a:xfrm>
            <a:off x="60198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8" name="Rectangle 9"/>
          <p:cNvSpPr>
            <a:spLocks noChangeArrowheads="1"/>
          </p:cNvSpPr>
          <p:nvPr/>
        </p:nvSpPr>
        <p:spPr bwMode="auto">
          <a:xfrm>
            <a:off x="57912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9" name="Rectangle 9"/>
          <p:cNvSpPr>
            <a:spLocks noChangeArrowheads="1"/>
          </p:cNvSpPr>
          <p:nvPr/>
        </p:nvSpPr>
        <p:spPr bwMode="auto">
          <a:xfrm>
            <a:off x="57912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0" name="Rectangle 9"/>
          <p:cNvSpPr>
            <a:spLocks noChangeArrowheads="1"/>
          </p:cNvSpPr>
          <p:nvPr/>
        </p:nvSpPr>
        <p:spPr bwMode="auto">
          <a:xfrm>
            <a:off x="60198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1" name="Rectangle 9"/>
          <p:cNvSpPr>
            <a:spLocks noChangeArrowheads="1"/>
          </p:cNvSpPr>
          <p:nvPr/>
        </p:nvSpPr>
        <p:spPr bwMode="auto">
          <a:xfrm>
            <a:off x="60198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28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234" name="Rectangle 9"/>
          <p:cNvSpPr>
            <a:spLocks noChangeArrowheads="1"/>
          </p:cNvSpPr>
          <p:nvPr/>
        </p:nvSpPr>
        <p:spPr bwMode="auto">
          <a:xfrm>
            <a:off x="46482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5" name="Rectangle 9"/>
          <p:cNvSpPr>
            <a:spLocks noChangeArrowheads="1"/>
          </p:cNvSpPr>
          <p:nvPr/>
        </p:nvSpPr>
        <p:spPr bwMode="auto">
          <a:xfrm>
            <a:off x="48768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6" name="Rectangle 9"/>
          <p:cNvSpPr>
            <a:spLocks noChangeArrowheads="1"/>
          </p:cNvSpPr>
          <p:nvPr/>
        </p:nvSpPr>
        <p:spPr bwMode="auto">
          <a:xfrm>
            <a:off x="51054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9" name="Rectangle 9"/>
          <p:cNvSpPr>
            <a:spLocks noChangeArrowheads="1"/>
          </p:cNvSpPr>
          <p:nvPr/>
        </p:nvSpPr>
        <p:spPr bwMode="auto">
          <a:xfrm>
            <a:off x="57912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0" name="Rectangle 9"/>
          <p:cNvSpPr>
            <a:spLocks noChangeArrowheads="1"/>
          </p:cNvSpPr>
          <p:nvPr/>
        </p:nvSpPr>
        <p:spPr bwMode="auto">
          <a:xfrm>
            <a:off x="57912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1" name="Rectangle 9"/>
          <p:cNvSpPr>
            <a:spLocks noChangeArrowheads="1"/>
          </p:cNvSpPr>
          <p:nvPr/>
        </p:nvSpPr>
        <p:spPr bwMode="auto">
          <a:xfrm>
            <a:off x="60198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2" name="Rectangle 9"/>
          <p:cNvSpPr>
            <a:spLocks noChangeArrowheads="1"/>
          </p:cNvSpPr>
          <p:nvPr/>
        </p:nvSpPr>
        <p:spPr bwMode="auto">
          <a:xfrm>
            <a:off x="51054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3" name="Rectangle 9"/>
          <p:cNvSpPr>
            <a:spLocks noChangeArrowheads="1"/>
          </p:cNvSpPr>
          <p:nvPr/>
        </p:nvSpPr>
        <p:spPr bwMode="auto">
          <a:xfrm>
            <a:off x="48768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4" name="Rectangle 9"/>
          <p:cNvSpPr>
            <a:spLocks noChangeArrowheads="1"/>
          </p:cNvSpPr>
          <p:nvPr/>
        </p:nvSpPr>
        <p:spPr bwMode="auto">
          <a:xfrm>
            <a:off x="48768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5" name="Rectangle 9"/>
          <p:cNvSpPr>
            <a:spLocks noChangeArrowheads="1"/>
          </p:cNvSpPr>
          <p:nvPr/>
        </p:nvSpPr>
        <p:spPr bwMode="auto">
          <a:xfrm>
            <a:off x="46482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6" name="Rectangle 9"/>
          <p:cNvSpPr>
            <a:spLocks noChangeArrowheads="1"/>
          </p:cNvSpPr>
          <p:nvPr/>
        </p:nvSpPr>
        <p:spPr bwMode="auto">
          <a:xfrm>
            <a:off x="46482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7" name="Rectangle 9"/>
          <p:cNvSpPr>
            <a:spLocks noChangeArrowheads="1"/>
          </p:cNvSpPr>
          <p:nvPr/>
        </p:nvSpPr>
        <p:spPr bwMode="auto">
          <a:xfrm>
            <a:off x="60198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8" name="Rectangle 9"/>
          <p:cNvSpPr>
            <a:spLocks noChangeArrowheads="1"/>
          </p:cNvSpPr>
          <p:nvPr/>
        </p:nvSpPr>
        <p:spPr bwMode="auto">
          <a:xfrm>
            <a:off x="57912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9" name="Rectangle 9"/>
          <p:cNvSpPr>
            <a:spLocks noChangeArrowheads="1"/>
          </p:cNvSpPr>
          <p:nvPr/>
        </p:nvSpPr>
        <p:spPr bwMode="auto">
          <a:xfrm>
            <a:off x="57912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0" name="Rectangle 9"/>
          <p:cNvSpPr>
            <a:spLocks noChangeArrowheads="1"/>
          </p:cNvSpPr>
          <p:nvPr/>
        </p:nvSpPr>
        <p:spPr bwMode="auto">
          <a:xfrm>
            <a:off x="60198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1" name="Rectangle 9"/>
          <p:cNvSpPr>
            <a:spLocks noChangeArrowheads="1"/>
          </p:cNvSpPr>
          <p:nvPr/>
        </p:nvSpPr>
        <p:spPr bwMode="auto">
          <a:xfrm>
            <a:off x="60198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2" name="TextBox 251"/>
          <p:cNvSpPr txBox="1"/>
          <p:nvPr/>
        </p:nvSpPr>
        <p:spPr>
          <a:xfrm>
            <a:off x="609600" y="5298308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4:</a:t>
            </a:r>
            <a:endParaRPr lang="en-US" dirty="0"/>
          </a:p>
        </p:txBody>
      </p:sp>
      <p:sp>
        <p:nvSpPr>
          <p:cNvPr id="253" name="Rectangle 39"/>
          <p:cNvSpPr>
            <a:spLocks noChangeArrowheads="1"/>
          </p:cNvSpPr>
          <p:nvPr/>
        </p:nvSpPr>
        <p:spPr bwMode="auto">
          <a:xfrm>
            <a:off x="1981200" y="53174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4" name="Rectangle 40"/>
          <p:cNvSpPr>
            <a:spLocks noChangeArrowheads="1"/>
          </p:cNvSpPr>
          <p:nvPr/>
        </p:nvSpPr>
        <p:spPr bwMode="auto">
          <a:xfrm>
            <a:off x="2189339" y="5351017"/>
            <a:ext cx="33925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5" name="Rectangle 41"/>
          <p:cNvSpPr>
            <a:spLocks noChangeArrowheads="1"/>
          </p:cNvSpPr>
          <p:nvPr/>
        </p:nvSpPr>
        <p:spPr bwMode="auto">
          <a:xfrm>
            <a:off x="1981200" y="5351017"/>
            <a:ext cx="32092" cy="17616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6" name="Rectangle 42"/>
          <p:cNvSpPr>
            <a:spLocks noChangeArrowheads="1"/>
          </p:cNvSpPr>
          <p:nvPr/>
        </p:nvSpPr>
        <p:spPr bwMode="auto">
          <a:xfrm rot="16200000">
            <a:off x="2084516" y="5247102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7" name="Rectangle 43"/>
          <p:cNvSpPr>
            <a:spLocks noChangeArrowheads="1"/>
          </p:cNvSpPr>
          <p:nvPr/>
        </p:nvSpPr>
        <p:spPr bwMode="auto">
          <a:xfrm rot="16200000">
            <a:off x="2084062" y="5456415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8" name="Rectangle 19"/>
          <p:cNvSpPr>
            <a:spLocks noChangeArrowheads="1"/>
          </p:cNvSpPr>
          <p:nvPr/>
        </p:nvSpPr>
        <p:spPr bwMode="auto">
          <a:xfrm>
            <a:off x="2362200" y="53936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9" name="Rectangle 20"/>
          <p:cNvSpPr>
            <a:spLocks noChangeArrowheads="1"/>
          </p:cNvSpPr>
          <p:nvPr/>
        </p:nvSpPr>
        <p:spPr bwMode="auto">
          <a:xfrm>
            <a:off x="2572173" y="5427217"/>
            <a:ext cx="32092" cy="176168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0" name="Rectangle 21"/>
          <p:cNvSpPr>
            <a:spLocks noChangeArrowheads="1"/>
          </p:cNvSpPr>
          <p:nvPr/>
        </p:nvSpPr>
        <p:spPr bwMode="auto">
          <a:xfrm>
            <a:off x="2362200" y="5427217"/>
            <a:ext cx="33009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1" name="Rectangle 22"/>
          <p:cNvSpPr>
            <a:spLocks noChangeArrowheads="1"/>
          </p:cNvSpPr>
          <p:nvPr/>
        </p:nvSpPr>
        <p:spPr bwMode="auto">
          <a:xfrm rot="16200000">
            <a:off x="2466891" y="5321935"/>
            <a:ext cx="33599" cy="176964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2" name="Rectangle 23"/>
          <p:cNvSpPr>
            <a:spLocks noChangeArrowheads="1"/>
          </p:cNvSpPr>
          <p:nvPr/>
        </p:nvSpPr>
        <p:spPr bwMode="auto">
          <a:xfrm rot="16200000">
            <a:off x="2466891" y="5531703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29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0" name="Rectangle 9"/>
          <p:cNvSpPr>
            <a:spLocks noChangeArrowheads="1"/>
          </p:cNvSpPr>
          <p:nvPr/>
        </p:nvSpPr>
        <p:spPr bwMode="auto">
          <a:xfrm>
            <a:off x="63246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234" name="Rectangle 9"/>
          <p:cNvSpPr>
            <a:spLocks noChangeArrowheads="1"/>
          </p:cNvSpPr>
          <p:nvPr/>
        </p:nvSpPr>
        <p:spPr bwMode="auto">
          <a:xfrm>
            <a:off x="46482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5" name="Rectangle 9"/>
          <p:cNvSpPr>
            <a:spLocks noChangeArrowheads="1"/>
          </p:cNvSpPr>
          <p:nvPr/>
        </p:nvSpPr>
        <p:spPr bwMode="auto">
          <a:xfrm>
            <a:off x="48768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6" name="Rectangle 9"/>
          <p:cNvSpPr>
            <a:spLocks noChangeArrowheads="1"/>
          </p:cNvSpPr>
          <p:nvPr/>
        </p:nvSpPr>
        <p:spPr bwMode="auto">
          <a:xfrm>
            <a:off x="51054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9" name="Rectangle 9"/>
          <p:cNvSpPr>
            <a:spLocks noChangeArrowheads="1"/>
          </p:cNvSpPr>
          <p:nvPr/>
        </p:nvSpPr>
        <p:spPr bwMode="auto">
          <a:xfrm>
            <a:off x="57912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0" name="Rectangle 9"/>
          <p:cNvSpPr>
            <a:spLocks noChangeArrowheads="1"/>
          </p:cNvSpPr>
          <p:nvPr/>
        </p:nvSpPr>
        <p:spPr bwMode="auto">
          <a:xfrm>
            <a:off x="57912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1" name="Rectangle 9"/>
          <p:cNvSpPr>
            <a:spLocks noChangeArrowheads="1"/>
          </p:cNvSpPr>
          <p:nvPr/>
        </p:nvSpPr>
        <p:spPr bwMode="auto">
          <a:xfrm>
            <a:off x="60198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2" name="Rectangle 9"/>
          <p:cNvSpPr>
            <a:spLocks noChangeArrowheads="1"/>
          </p:cNvSpPr>
          <p:nvPr/>
        </p:nvSpPr>
        <p:spPr bwMode="auto">
          <a:xfrm>
            <a:off x="51054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3" name="Rectangle 9"/>
          <p:cNvSpPr>
            <a:spLocks noChangeArrowheads="1"/>
          </p:cNvSpPr>
          <p:nvPr/>
        </p:nvSpPr>
        <p:spPr bwMode="auto">
          <a:xfrm>
            <a:off x="48768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4" name="Rectangle 9"/>
          <p:cNvSpPr>
            <a:spLocks noChangeArrowheads="1"/>
          </p:cNvSpPr>
          <p:nvPr/>
        </p:nvSpPr>
        <p:spPr bwMode="auto">
          <a:xfrm>
            <a:off x="48768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5" name="Rectangle 9"/>
          <p:cNvSpPr>
            <a:spLocks noChangeArrowheads="1"/>
          </p:cNvSpPr>
          <p:nvPr/>
        </p:nvSpPr>
        <p:spPr bwMode="auto">
          <a:xfrm>
            <a:off x="46482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6" name="Rectangle 9"/>
          <p:cNvSpPr>
            <a:spLocks noChangeArrowheads="1"/>
          </p:cNvSpPr>
          <p:nvPr/>
        </p:nvSpPr>
        <p:spPr bwMode="auto">
          <a:xfrm>
            <a:off x="46482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7" name="Rectangle 9"/>
          <p:cNvSpPr>
            <a:spLocks noChangeArrowheads="1"/>
          </p:cNvSpPr>
          <p:nvPr/>
        </p:nvSpPr>
        <p:spPr bwMode="auto">
          <a:xfrm>
            <a:off x="60198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8" name="Rectangle 9"/>
          <p:cNvSpPr>
            <a:spLocks noChangeArrowheads="1"/>
          </p:cNvSpPr>
          <p:nvPr/>
        </p:nvSpPr>
        <p:spPr bwMode="auto">
          <a:xfrm>
            <a:off x="57912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9" name="Rectangle 9"/>
          <p:cNvSpPr>
            <a:spLocks noChangeArrowheads="1"/>
          </p:cNvSpPr>
          <p:nvPr/>
        </p:nvSpPr>
        <p:spPr bwMode="auto">
          <a:xfrm>
            <a:off x="57912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0" name="Rectangle 9"/>
          <p:cNvSpPr>
            <a:spLocks noChangeArrowheads="1"/>
          </p:cNvSpPr>
          <p:nvPr/>
        </p:nvSpPr>
        <p:spPr bwMode="auto">
          <a:xfrm>
            <a:off x="60198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1" name="Rectangle 9"/>
          <p:cNvSpPr>
            <a:spLocks noChangeArrowheads="1"/>
          </p:cNvSpPr>
          <p:nvPr/>
        </p:nvSpPr>
        <p:spPr bwMode="auto">
          <a:xfrm>
            <a:off x="60198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2" name="TextBox 251"/>
          <p:cNvSpPr txBox="1"/>
          <p:nvPr/>
        </p:nvSpPr>
        <p:spPr>
          <a:xfrm>
            <a:off x="609600" y="5298308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4:</a:t>
            </a:r>
            <a:endParaRPr lang="en-US" dirty="0"/>
          </a:p>
        </p:txBody>
      </p:sp>
      <p:sp>
        <p:nvSpPr>
          <p:cNvPr id="253" name="Rectangle 39"/>
          <p:cNvSpPr>
            <a:spLocks noChangeArrowheads="1"/>
          </p:cNvSpPr>
          <p:nvPr/>
        </p:nvSpPr>
        <p:spPr bwMode="auto">
          <a:xfrm>
            <a:off x="1981200" y="53174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4" name="Rectangle 40"/>
          <p:cNvSpPr>
            <a:spLocks noChangeArrowheads="1"/>
          </p:cNvSpPr>
          <p:nvPr/>
        </p:nvSpPr>
        <p:spPr bwMode="auto">
          <a:xfrm>
            <a:off x="2189339" y="5351017"/>
            <a:ext cx="33925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5" name="Rectangle 41"/>
          <p:cNvSpPr>
            <a:spLocks noChangeArrowheads="1"/>
          </p:cNvSpPr>
          <p:nvPr/>
        </p:nvSpPr>
        <p:spPr bwMode="auto">
          <a:xfrm>
            <a:off x="1981200" y="5351017"/>
            <a:ext cx="32092" cy="17616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6" name="Rectangle 42"/>
          <p:cNvSpPr>
            <a:spLocks noChangeArrowheads="1"/>
          </p:cNvSpPr>
          <p:nvPr/>
        </p:nvSpPr>
        <p:spPr bwMode="auto">
          <a:xfrm rot="16200000">
            <a:off x="2084516" y="5247102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7" name="Rectangle 43"/>
          <p:cNvSpPr>
            <a:spLocks noChangeArrowheads="1"/>
          </p:cNvSpPr>
          <p:nvPr/>
        </p:nvSpPr>
        <p:spPr bwMode="auto">
          <a:xfrm rot="16200000">
            <a:off x="2084062" y="5456415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8" name="Rectangle 19"/>
          <p:cNvSpPr>
            <a:spLocks noChangeArrowheads="1"/>
          </p:cNvSpPr>
          <p:nvPr/>
        </p:nvSpPr>
        <p:spPr bwMode="auto">
          <a:xfrm>
            <a:off x="2362200" y="53936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9" name="Rectangle 20"/>
          <p:cNvSpPr>
            <a:spLocks noChangeArrowheads="1"/>
          </p:cNvSpPr>
          <p:nvPr/>
        </p:nvSpPr>
        <p:spPr bwMode="auto">
          <a:xfrm>
            <a:off x="2572173" y="5427217"/>
            <a:ext cx="32092" cy="176168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0" name="Rectangle 21"/>
          <p:cNvSpPr>
            <a:spLocks noChangeArrowheads="1"/>
          </p:cNvSpPr>
          <p:nvPr/>
        </p:nvSpPr>
        <p:spPr bwMode="auto">
          <a:xfrm>
            <a:off x="2362200" y="5427217"/>
            <a:ext cx="33009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1" name="Rectangle 22"/>
          <p:cNvSpPr>
            <a:spLocks noChangeArrowheads="1"/>
          </p:cNvSpPr>
          <p:nvPr/>
        </p:nvSpPr>
        <p:spPr bwMode="auto">
          <a:xfrm rot="16200000">
            <a:off x="2466891" y="5321935"/>
            <a:ext cx="33599" cy="176964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2" name="Rectangle 23"/>
          <p:cNvSpPr>
            <a:spLocks noChangeArrowheads="1"/>
          </p:cNvSpPr>
          <p:nvPr/>
        </p:nvSpPr>
        <p:spPr bwMode="auto">
          <a:xfrm rot="16200000">
            <a:off x="2466891" y="5531703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3" name="Rectangle 9"/>
          <p:cNvSpPr>
            <a:spLocks noChangeArrowheads="1"/>
          </p:cNvSpPr>
          <p:nvPr/>
        </p:nvSpPr>
        <p:spPr bwMode="auto">
          <a:xfrm>
            <a:off x="4572000" y="5774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4" name="Rectangle 9"/>
          <p:cNvSpPr>
            <a:spLocks noChangeArrowheads="1"/>
          </p:cNvSpPr>
          <p:nvPr/>
        </p:nvSpPr>
        <p:spPr bwMode="auto">
          <a:xfrm>
            <a:off x="4800600" y="5774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5" name="Rectangle 9"/>
          <p:cNvSpPr>
            <a:spLocks noChangeArrowheads="1"/>
          </p:cNvSpPr>
          <p:nvPr/>
        </p:nvSpPr>
        <p:spPr bwMode="auto">
          <a:xfrm>
            <a:off x="50292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8" name="Rectangle 9"/>
          <p:cNvSpPr>
            <a:spLocks noChangeArrowheads="1"/>
          </p:cNvSpPr>
          <p:nvPr/>
        </p:nvSpPr>
        <p:spPr bwMode="auto">
          <a:xfrm>
            <a:off x="5867400" y="5393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9" name="Rectangle 9"/>
          <p:cNvSpPr>
            <a:spLocks noChangeArrowheads="1"/>
          </p:cNvSpPr>
          <p:nvPr/>
        </p:nvSpPr>
        <p:spPr bwMode="auto">
          <a:xfrm>
            <a:off x="58674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0" name="Rectangle 9"/>
          <p:cNvSpPr>
            <a:spLocks noChangeArrowheads="1"/>
          </p:cNvSpPr>
          <p:nvPr/>
        </p:nvSpPr>
        <p:spPr bwMode="auto">
          <a:xfrm>
            <a:off x="6096000" y="5393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1" name="Rectangle 9"/>
          <p:cNvSpPr>
            <a:spLocks noChangeArrowheads="1"/>
          </p:cNvSpPr>
          <p:nvPr/>
        </p:nvSpPr>
        <p:spPr bwMode="auto">
          <a:xfrm>
            <a:off x="50292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2" name="Rectangle 9"/>
          <p:cNvSpPr>
            <a:spLocks noChangeArrowheads="1"/>
          </p:cNvSpPr>
          <p:nvPr/>
        </p:nvSpPr>
        <p:spPr bwMode="auto">
          <a:xfrm>
            <a:off x="48006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3" name="Rectangle 9"/>
          <p:cNvSpPr>
            <a:spLocks noChangeArrowheads="1"/>
          </p:cNvSpPr>
          <p:nvPr/>
        </p:nvSpPr>
        <p:spPr bwMode="auto">
          <a:xfrm>
            <a:off x="48006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4" name="Rectangle 9"/>
          <p:cNvSpPr>
            <a:spLocks noChangeArrowheads="1"/>
          </p:cNvSpPr>
          <p:nvPr/>
        </p:nvSpPr>
        <p:spPr bwMode="auto">
          <a:xfrm>
            <a:off x="45720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5" name="Rectangle 9"/>
          <p:cNvSpPr>
            <a:spLocks noChangeArrowheads="1"/>
          </p:cNvSpPr>
          <p:nvPr/>
        </p:nvSpPr>
        <p:spPr bwMode="auto">
          <a:xfrm>
            <a:off x="45720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6" name="Rectangle 9"/>
          <p:cNvSpPr>
            <a:spLocks noChangeArrowheads="1"/>
          </p:cNvSpPr>
          <p:nvPr/>
        </p:nvSpPr>
        <p:spPr bwMode="auto">
          <a:xfrm>
            <a:off x="60960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7" name="Rectangle 9"/>
          <p:cNvSpPr>
            <a:spLocks noChangeArrowheads="1"/>
          </p:cNvSpPr>
          <p:nvPr/>
        </p:nvSpPr>
        <p:spPr bwMode="auto">
          <a:xfrm>
            <a:off x="5867400" y="5850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8" name="Rectangle 9"/>
          <p:cNvSpPr>
            <a:spLocks noChangeArrowheads="1"/>
          </p:cNvSpPr>
          <p:nvPr/>
        </p:nvSpPr>
        <p:spPr bwMode="auto">
          <a:xfrm>
            <a:off x="5867400" y="5622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9" name="Rectangle 9"/>
          <p:cNvSpPr>
            <a:spLocks noChangeArrowheads="1"/>
          </p:cNvSpPr>
          <p:nvPr/>
        </p:nvSpPr>
        <p:spPr bwMode="auto">
          <a:xfrm>
            <a:off x="6096000" y="5850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0" name="Rectangle 9"/>
          <p:cNvSpPr>
            <a:spLocks noChangeArrowheads="1"/>
          </p:cNvSpPr>
          <p:nvPr/>
        </p:nvSpPr>
        <p:spPr bwMode="auto">
          <a:xfrm>
            <a:off x="6096000" y="5622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1" name="Rectangle 29"/>
          <p:cNvSpPr>
            <a:spLocks noChangeArrowheads="1"/>
          </p:cNvSpPr>
          <p:nvPr/>
        </p:nvSpPr>
        <p:spPr bwMode="auto">
          <a:xfrm>
            <a:off x="6096000" y="4936418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30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0" name="Rectangle 9"/>
          <p:cNvSpPr>
            <a:spLocks noChangeArrowheads="1"/>
          </p:cNvSpPr>
          <p:nvPr/>
        </p:nvSpPr>
        <p:spPr bwMode="auto">
          <a:xfrm>
            <a:off x="63246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234" name="Rectangle 9"/>
          <p:cNvSpPr>
            <a:spLocks noChangeArrowheads="1"/>
          </p:cNvSpPr>
          <p:nvPr/>
        </p:nvSpPr>
        <p:spPr bwMode="auto">
          <a:xfrm>
            <a:off x="46482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5" name="Rectangle 9"/>
          <p:cNvSpPr>
            <a:spLocks noChangeArrowheads="1"/>
          </p:cNvSpPr>
          <p:nvPr/>
        </p:nvSpPr>
        <p:spPr bwMode="auto">
          <a:xfrm>
            <a:off x="48768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6" name="Rectangle 9"/>
          <p:cNvSpPr>
            <a:spLocks noChangeArrowheads="1"/>
          </p:cNvSpPr>
          <p:nvPr/>
        </p:nvSpPr>
        <p:spPr bwMode="auto">
          <a:xfrm>
            <a:off x="51054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9" name="Rectangle 9"/>
          <p:cNvSpPr>
            <a:spLocks noChangeArrowheads="1"/>
          </p:cNvSpPr>
          <p:nvPr/>
        </p:nvSpPr>
        <p:spPr bwMode="auto">
          <a:xfrm>
            <a:off x="57912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0" name="Rectangle 9"/>
          <p:cNvSpPr>
            <a:spLocks noChangeArrowheads="1"/>
          </p:cNvSpPr>
          <p:nvPr/>
        </p:nvSpPr>
        <p:spPr bwMode="auto">
          <a:xfrm>
            <a:off x="57912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1" name="Rectangle 9"/>
          <p:cNvSpPr>
            <a:spLocks noChangeArrowheads="1"/>
          </p:cNvSpPr>
          <p:nvPr/>
        </p:nvSpPr>
        <p:spPr bwMode="auto">
          <a:xfrm>
            <a:off x="60198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2" name="Rectangle 9"/>
          <p:cNvSpPr>
            <a:spLocks noChangeArrowheads="1"/>
          </p:cNvSpPr>
          <p:nvPr/>
        </p:nvSpPr>
        <p:spPr bwMode="auto">
          <a:xfrm>
            <a:off x="51054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3" name="Rectangle 9"/>
          <p:cNvSpPr>
            <a:spLocks noChangeArrowheads="1"/>
          </p:cNvSpPr>
          <p:nvPr/>
        </p:nvSpPr>
        <p:spPr bwMode="auto">
          <a:xfrm>
            <a:off x="48768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4" name="Rectangle 9"/>
          <p:cNvSpPr>
            <a:spLocks noChangeArrowheads="1"/>
          </p:cNvSpPr>
          <p:nvPr/>
        </p:nvSpPr>
        <p:spPr bwMode="auto">
          <a:xfrm>
            <a:off x="48768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5" name="Rectangle 9"/>
          <p:cNvSpPr>
            <a:spLocks noChangeArrowheads="1"/>
          </p:cNvSpPr>
          <p:nvPr/>
        </p:nvSpPr>
        <p:spPr bwMode="auto">
          <a:xfrm>
            <a:off x="46482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6" name="Rectangle 9"/>
          <p:cNvSpPr>
            <a:spLocks noChangeArrowheads="1"/>
          </p:cNvSpPr>
          <p:nvPr/>
        </p:nvSpPr>
        <p:spPr bwMode="auto">
          <a:xfrm>
            <a:off x="46482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7" name="Rectangle 9"/>
          <p:cNvSpPr>
            <a:spLocks noChangeArrowheads="1"/>
          </p:cNvSpPr>
          <p:nvPr/>
        </p:nvSpPr>
        <p:spPr bwMode="auto">
          <a:xfrm>
            <a:off x="60198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8" name="Rectangle 9"/>
          <p:cNvSpPr>
            <a:spLocks noChangeArrowheads="1"/>
          </p:cNvSpPr>
          <p:nvPr/>
        </p:nvSpPr>
        <p:spPr bwMode="auto">
          <a:xfrm>
            <a:off x="57912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9" name="Rectangle 9"/>
          <p:cNvSpPr>
            <a:spLocks noChangeArrowheads="1"/>
          </p:cNvSpPr>
          <p:nvPr/>
        </p:nvSpPr>
        <p:spPr bwMode="auto">
          <a:xfrm>
            <a:off x="57912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0" name="Rectangle 9"/>
          <p:cNvSpPr>
            <a:spLocks noChangeArrowheads="1"/>
          </p:cNvSpPr>
          <p:nvPr/>
        </p:nvSpPr>
        <p:spPr bwMode="auto">
          <a:xfrm>
            <a:off x="60198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1" name="Rectangle 9"/>
          <p:cNvSpPr>
            <a:spLocks noChangeArrowheads="1"/>
          </p:cNvSpPr>
          <p:nvPr/>
        </p:nvSpPr>
        <p:spPr bwMode="auto">
          <a:xfrm>
            <a:off x="60198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2" name="TextBox 251"/>
          <p:cNvSpPr txBox="1"/>
          <p:nvPr/>
        </p:nvSpPr>
        <p:spPr>
          <a:xfrm>
            <a:off x="609600" y="5298308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4:</a:t>
            </a:r>
            <a:endParaRPr lang="en-US" dirty="0"/>
          </a:p>
        </p:txBody>
      </p:sp>
      <p:sp>
        <p:nvSpPr>
          <p:cNvPr id="253" name="Rectangle 39"/>
          <p:cNvSpPr>
            <a:spLocks noChangeArrowheads="1"/>
          </p:cNvSpPr>
          <p:nvPr/>
        </p:nvSpPr>
        <p:spPr bwMode="auto">
          <a:xfrm>
            <a:off x="1981200" y="53174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4" name="Rectangle 40"/>
          <p:cNvSpPr>
            <a:spLocks noChangeArrowheads="1"/>
          </p:cNvSpPr>
          <p:nvPr/>
        </p:nvSpPr>
        <p:spPr bwMode="auto">
          <a:xfrm>
            <a:off x="2189339" y="5351017"/>
            <a:ext cx="33925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5" name="Rectangle 41"/>
          <p:cNvSpPr>
            <a:spLocks noChangeArrowheads="1"/>
          </p:cNvSpPr>
          <p:nvPr/>
        </p:nvSpPr>
        <p:spPr bwMode="auto">
          <a:xfrm>
            <a:off x="1981200" y="5351017"/>
            <a:ext cx="32092" cy="17616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6" name="Rectangle 42"/>
          <p:cNvSpPr>
            <a:spLocks noChangeArrowheads="1"/>
          </p:cNvSpPr>
          <p:nvPr/>
        </p:nvSpPr>
        <p:spPr bwMode="auto">
          <a:xfrm rot="16200000">
            <a:off x="2084516" y="5247102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7" name="Rectangle 43"/>
          <p:cNvSpPr>
            <a:spLocks noChangeArrowheads="1"/>
          </p:cNvSpPr>
          <p:nvPr/>
        </p:nvSpPr>
        <p:spPr bwMode="auto">
          <a:xfrm rot="16200000">
            <a:off x="2084062" y="5456415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8" name="Rectangle 19"/>
          <p:cNvSpPr>
            <a:spLocks noChangeArrowheads="1"/>
          </p:cNvSpPr>
          <p:nvPr/>
        </p:nvSpPr>
        <p:spPr bwMode="auto">
          <a:xfrm>
            <a:off x="2362200" y="53936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9" name="Rectangle 20"/>
          <p:cNvSpPr>
            <a:spLocks noChangeArrowheads="1"/>
          </p:cNvSpPr>
          <p:nvPr/>
        </p:nvSpPr>
        <p:spPr bwMode="auto">
          <a:xfrm>
            <a:off x="2572173" y="5427217"/>
            <a:ext cx="32092" cy="176168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0" name="Rectangle 21"/>
          <p:cNvSpPr>
            <a:spLocks noChangeArrowheads="1"/>
          </p:cNvSpPr>
          <p:nvPr/>
        </p:nvSpPr>
        <p:spPr bwMode="auto">
          <a:xfrm>
            <a:off x="2362200" y="5427217"/>
            <a:ext cx="33009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1" name="Rectangle 22"/>
          <p:cNvSpPr>
            <a:spLocks noChangeArrowheads="1"/>
          </p:cNvSpPr>
          <p:nvPr/>
        </p:nvSpPr>
        <p:spPr bwMode="auto">
          <a:xfrm rot="16200000">
            <a:off x="2466891" y="5321935"/>
            <a:ext cx="33599" cy="176964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2" name="Rectangle 23"/>
          <p:cNvSpPr>
            <a:spLocks noChangeArrowheads="1"/>
          </p:cNvSpPr>
          <p:nvPr/>
        </p:nvSpPr>
        <p:spPr bwMode="auto">
          <a:xfrm rot="16200000">
            <a:off x="2466891" y="5531703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3" name="Rectangle 9"/>
          <p:cNvSpPr>
            <a:spLocks noChangeArrowheads="1"/>
          </p:cNvSpPr>
          <p:nvPr/>
        </p:nvSpPr>
        <p:spPr bwMode="auto">
          <a:xfrm>
            <a:off x="4572000" y="5774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4" name="Rectangle 9"/>
          <p:cNvSpPr>
            <a:spLocks noChangeArrowheads="1"/>
          </p:cNvSpPr>
          <p:nvPr/>
        </p:nvSpPr>
        <p:spPr bwMode="auto">
          <a:xfrm>
            <a:off x="4800600" y="5774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5" name="Rectangle 9"/>
          <p:cNvSpPr>
            <a:spLocks noChangeArrowheads="1"/>
          </p:cNvSpPr>
          <p:nvPr/>
        </p:nvSpPr>
        <p:spPr bwMode="auto">
          <a:xfrm>
            <a:off x="50292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8" name="Rectangle 9"/>
          <p:cNvSpPr>
            <a:spLocks noChangeArrowheads="1"/>
          </p:cNvSpPr>
          <p:nvPr/>
        </p:nvSpPr>
        <p:spPr bwMode="auto">
          <a:xfrm>
            <a:off x="5867400" y="5393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9" name="Rectangle 9"/>
          <p:cNvSpPr>
            <a:spLocks noChangeArrowheads="1"/>
          </p:cNvSpPr>
          <p:nvPr/>
        </p:nvSpPr>
        <p:spPr bwMode="auto">
          <a:xfrm>
            <a:off x="58674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0" name="Rectangle 9"/>
          <p:cNvSpPr>
            <a:spLocks noChangeArrowheads="1"/>
          </p:cNvSpPr>
          <p:nvPr/>
        </p:nvSpPr>
        <p:spPr bwMode="auto">
          <a:xfrm>
            <a:off x="6096000" y="5393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1" name="Rectangle 9"/>
          <p:cNvSpPr>
            <a:spLocks noChangeArrowheads="1"/>
          </p:cNvSpPr>
          <p:nvPr/>
        </p:nvSpPr>
        <p:spPr bwMode="auto">
          <a:xfrm>
            <a:off x="50292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2" name="Rectangle 9"/>
          <p:cNvSpPr>
            <a:spLocks noChangeArrowheads="1"/>
          </p:cNvSpPr>
          <p:nvPr/>
        </p:nvSpPr>
        <p:spPr bwMode="auto">
          <a:xfrm>
            <a:off x="48006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3" name="Rectangle 9"/>
          <p:cNvSpPr>
            <a:spLocks noChangeArrowheads="1"/>
          </p:cNvSpPr>
          <p:nvPr/>
        </p:nvSpPr>
        <p:spPr bwMode="auto">
          <a:xfrm>
            <a:off x="48006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4" name="Rectangle 9"/>
          <p:cNvSpPr>
            <a:spLocks noChangeArrowheads="1"/>
          </p:cNvSpPr>
          <p:nvPr/>
        </p:nvSpPr>
        <p:spPr bwMode="auto">
          <a:xfrm>
            <a:off x="4572000" y="5317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5" name="Rectangle 9"/>
          <p:cNvSpPr>
            <a:spLocks noChangeArrowheads="1"/>
          </p:cNvSpPr>
          <p:nvPr/>
        </p:nvSpPr>
        <p:spPr bwMode="auto">
          <a:xfrm>
            <a:off x="4572000" y="5546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6" name="Rectangle 9"/>
          <p:cNvSpPr>
            <a:spLocks noChangeArrowheads="1"/>
          </p:cNvSpPr>
          <p:nvPr/>
        </p:nvSpPr>
        <p:spPr bwMode="auto">
          <a:xfrm>
            <a:off x="6096000" y="5165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7" name="Rectangle 9"/>
          <p:cNvSpPr>
            <a:spLocks noChangeArrowheads="1"/>
          </p:cNvSpPr>
          <p:nvPr/>
        </p:nvSpPr>
        <p:spPr bwMode="auto">
          <a:xfrm>
            <a:off x="5867400" y="5850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8" name="Rectangle 9"/>
          <p:cNvSpPr>
            <a:spLocks noChangeArrowheads="1"/>
          </p:cNvSpPr>
          <p:nvPr/>
        </p:nvSpPr>
        <p:spPr bwMode="auto">
          <a:xfrm>
            <a:off x="5867400" y="5622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9" name="Rectangle 9"/>
          <p:cNvSpPr>
            <a:spLocks noChangeArrowheads="1"/>
          </p:cNvSpPr>
          <p:nvPr/>
        </p:nvSpPr>
        <p:spPr bwMode="auto">
          <a:xfrm>
            <a:off x="6096000" y="5850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0" name="Rectangle 9"/>
          <p:cNvSpPr>
            <a:spLocks noChangeArrowheads="1"/>
          </p:cNvSpPr>
          <p:nvPr/>
        </p:nvSpPr>
        <p:spPr bwMode="auto">
          <a:xfrm>
            <a:off x="6096000" y="5622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1" name="Rectangle 29"/>
          <p:cNvSpPr>
            <a:spLocks noChangeArrowheads="1"/>
          </p:cNvSpPr>
          <p:nvPr/>
        </p:nvSpPr>
        <p:spPr bwMode="auto">
          <a:xfrm>
            <a:off x="6096000" y="4936418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cxnSp>
        <p:nvCxnSpPr>
          <p:cNvPr id="285" name="Straight Connector 284"/>
          <p:cNvCxnSpPr/>
          <p:nvPr/>
        </p:nvCxnSpPr>
        <p:spPr bwMode="auto">
          <a:xfrm rot="16200000" flipH="1">
            <a:off x="6210299" y="5050717"/>
            <a:ext cx="228602" cy="3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6" name="Straight Connector 285"/>
          <p:cNvCxnSpPr/>
          <p:nvPr/>
        </p:nvCxnSpPr>
        <p:spPr bwMode="auto">
          <a:xfrm flipV="1">
            <a:off x="6324600" y="5165019"/>
            <a:ext cx="228600" cy="1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1" name="Straight Connector 290"/>
          <p:cNvCxnSpPr/>
          <p:nvPr/>
        </p:nvCxnSpPr>
        <p:spPr bwMode="auto">
          <a:xfrm rot="5400000" flipH="1" flipV="1">
            <a:off x="4456906" y="5888918"/>
            <a:ext cx="229394" cy="794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2" name="Straight Connector 291"/>
          <p:cNvCxnSpPr/>
          <p:nvPr/>
        </p:nvCxnSpPr>
        <p:spPr bwMode="auto">
          <a:xfrm rot="10800000" flipV="1">
            <a:off x="4572000" y="6003218"/>
            <a:ext cx="228604" cy="2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31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09600" y="102337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1:</a:t>
            </a:r>
            <a:endParaRPr lang="en-US" dirty="0"/>
          </a:p>
        </p:txBody>
      </p: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2631530" y="1055666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36" name="Rectangle 10"/>
          <p:cNvSpPr>
            <a:spLocks noChangeArrowheads="1"/>
          </p:cNvSpPr>
          <p:nvPr/>
        </p:nvSpPr>
        <p:spPr bwMode="auto">
          <a:xfrm>
            <a:off x="2841503" y="1089265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631530" y="1089265"/>
            <a:ext cx="32092" cy="177984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Rectangle 12"/>
          <p:cNvSpPr>
            <a:spLocks noChangeArrowheads="1"/>
          </p:cNvSpPr>
          <p:nvPr/>
        </p:nvSpPr>
        <p:spPr bwMode="auto">
          <a:xfrm rot="16200000">
            <a:off x="2735763" y="984433"/>
            <a:ext cx="33599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Rectangle 13"/>
          <p:cNvSpPr>
            <a:spLocks noChangeArrowheads="1"/>
          </p:cNvSpPr>
          <p:nvPr/>
        </p:nvSpPr>
        <p:spPr bwMode="auto">
          <a:xfrm rot="16200000">
            <a:off x="2735763" y="1196016"/>
            <a:ext cx="33599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Rectangle 14"/>
          <p:cNvSpPr>
            <a:spLocks noChangeArrowheads="1"/>
          </p:cNvSpPr>
          <p:nvPr/>
        </p:nvSpPr>
        <p:spPr bwMode="auto">
          <a:xfrm>
            <a:off x="2895600" y="1404370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1" name="Rectangle 15"/>
          <p:cNvSpPr>
            <a:spLocks noChangeArrowheads="1"/>
          </p:cNvSpPr>
          <p:nvPr/>
        </p:nvSpPr>
        <p:spPr bwMode="auto">
          <a:xfrm>
            <a:off x="3103740" y="1437061"/>
            <a:ext cx="33925" cy="177076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Rectangle 16"/>
          <p:cNvSpPr>
            <a:spLocks noChangeArrowheads="1"/>
          </p:cNvSpPr>
          <p:nvPr/>
        </p:nvSpPr>
        <p:spPr bwMode="auto">
          <a:xfrm>
            <a:off x="2895600" y="1437061"/>
            <a:ext cx="32092" cy="177076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Rectangle 17"/>
          <p:cNvSpPr>
            <a:spLocks noChangeArrowheads="1"/>
          </p:cNvSpPr>
          <p:nvPr/>
        </p:nvSpPr>
        <p:spPr bwMode="auto">
          <a:xfrm rot="16200000">
            <a:off x="2999371" y="1332692"/>
            <a:ext cx="32691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Rectangle 18"/>
          <p:cNvSpPr>
            <a:spLocks noChangeArrowheads="1"/>
          </p:cNvSpPr>
          <p:nvPr/>
        </p:nvSpPr>
        <p:spPr bwMode="auto">
          <a:xfrm rot="16200000">
            <a:off x="2998462" y="1543367"/>
            <a:ext cx="34507" cy="176047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1873482" y="1404686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46" name="Rectangle 30"/>
          <p:cNvSpPr>
            <a:spLocks noChangeArrowheads="1"/>
          </p:cNvSpPr>
          <p:nvPr/>
        </p:nvSpPr>
        <p:spPr bwMode="auto">
          <a:xfrm>
            <a:off x="2083455" y="1436469"/>
            <a:ext cx="32092" cy="18070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Rectangle 31"/>
          <p:cNvSpPr>
            <a:spLocks noChangeArrowheads="1"/>
          </p:cNvSpPr>
          <p:nvPr/>
        </p:nvSpPr>
        <p:spPr bwMode="auto">
          <a:xfrm>
            <a:off x="1873482" y="1436469"/>
            <a:ext cx="32092" cy="18070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Rectangle 32"/>
          <p:cNvSpPr>
            <a:spLocks noChangeArrowheads="1"/>
          </p:cNvSpPr>
          <p:nvPr/>
        </p:nvSpPr>
        <p:spPr bwMode="auto">
          <a:xfrm rot="16200000">
            <a:off x="1978624" y="1332545"/>
            <a:ext cx="31783" cy="177881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Rectangle 33"/>
          <p:cNvSpPr>
            <a:spLocks noChangeArrowheads="1"/>
          </p:cNvSpPr>
          <p:nvPr/>
        </p:nvSpPr>
        <p:spPr bwMode="auto">
          <a:xfrm rot="16200000">
            <a:off x="1978624" y="1545036"/>
            <a:ext cx="31783" cy="177881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Rectangle 34"/>
          <p:cNvSpPr>
            <a:spLocks noChangeArrowheads="1"/>
          </p:cNvSpPr>
          <p:nvPr/>
        </p:nvSpPr>
        <p:spPr bwMode="auto">
          <a:xfrm>
            <a:off x="2357612" y="1404686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1" name="Rectangle 35"/>
          <p:cNvSpPr>
            <a:spLocks noChangeArrowheads="1"/>
          </p:cNvSpPr>
          <p:nvPr/>
        </p:nvSpPr>
        <p:spPr bwMode="auto">
          <a:xfrm>
            <a:off x="2567585" y="1438285"/>
            <a:ext cx="32092" cy="176168"/>
          </a:xfrm>
          <a:prstGeom prst="rect">
            <a:avLst/>
          </a:prstGeom>
          <a:solidFill>
            <a:srgbClr val="FF00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Rectangle 36"/>
          <p:cNvSpPr>
            <a:spLocks noChangeArrowheads="1"/>
          </p:cNvSpPr>
          <p:nvPr/>
        </p:nvSpPr>
        <p:spPr bwMode="auto">
          <a:xfrm>
            <a:off x="2357612" y="1438285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Rectangle 37"/>
          <p:cNvSpPr>
            <a:spLocks noChangeArrowheads="1"/>
          </p:cNvSpPr>
          <p:nvPr/>
        </p:nvSpPr>
        <p:spPr bwMode="auto">
          <a:xfrm rot="16200000">
            <a:off x="2461845" y="1333453"/>
            <a:ext cx="33599" cy="177881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Rectangle 38"/>
          <p:cNvSpPr>
            <a:spLocks noChangeArrowheads="1"/>
          </p:cNvSpPr>
          <p:nvPr/>
        </p:nvSpPr>
        <p:spPr bwMode="auto">
          <a:xfrm rot="16200000">
            <a:off x="2461845" y="1543220"/>
            <a:ext cx="33599" cy="177881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Rectangle 44"/>
          <p:cNvSpPr>
            <a:spLocks noChangeArrowheads="1"/>
          </p:cNvSpPr>
          <p:nvPr/>
        </p:nvSpPr>
        <p:spPr bwMode="auto">
          <a:xfrm>
            <a:off x="1997266" y="990600"/>
            <a:ext cx="240231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56" name="Rectangle 45"/>
          <p:cNvSpPr>
            <a:spLocks noChangeArrowheads="1"/>
          </p:cNvSpPr>
          <p:nvPr/>
        </p:nvSpPr>
        <p:spPr bwMode="auto">
          <a:xfrm>
            <a:off x="2205404" y="1024199"/>
            <a:ext cx="32092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Rectangle 46"/>
          <p:cNvSpPr>
            <a:spLocks noChangeArrowheads="1"/>
          </p:cNvSpPr>
          <p:nvPr/>
        </p:nvSpPr>
        <p:spPr bwMode="auto">
          <a:xfrm>
            <a:off x="1997266" y="1024199"/>
            <a:ext cx="32092" cy="176168"/>
          </a:xfrm>
          <a:prstGeom prst="rect">
            <a:avLst/>
          </a:prstGeom>
          <a:solidFill>
            <a:srgbClr val="A5002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Rectangle 47"/>
          <p:cNvSpPr>
            <a:spLocks noChangeArrowheads="1"/>
          </p:cNvSpPr>
          <p:nvPr/>
        </p:nvSpPr>
        <p:spPr bwMode="auto">
          <a:xfrm rot="16200000">
            <a:off x="2100581" y="920285"/>
            <a:ext cx="33599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Rectangle 48"/>
          <p:cNvSpPr>
            <a:spLocks noChangeArrowheads="1"/>
          </p:cNvSpPr>
          <p:nvPr/>
        </p:nvSpPr>
        <p:spPr bwMode="auto">
          <a:xfrm rot="16200000">
            <a:off x="2100127" y="1129598"/>
            <a:ext cx="34507" cy="17604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Rectangle 9"/>
          <p:cNvSpPr>
            <a:spLocks noChangeArrowheads="1"/>
          </p:cNvSpPr>
          <p:nvPr/>
        </p:nvSpPr>
        <p:spPr bwMode="auto">
          <a:xfrm>
            <a:off x="51054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1" name="Rectangle 34"/>
          <p:cNvSpPr>
            <a:spLocks noChangeArrowheads="1"/>
          </p:cNvSpPr>
          <p:nvPr/>
        </p:nvSpPr>
        <p:spPr bwMode="auto">
          <a:xfrm>
            <a:off x="5334000" y="10995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2" name="Rectangle 34"/>
          <p:cNvSpPr>
            <a:spLocks noChangeArrowheads="1"/>
          </p:cNvSpPr>
          <p:nvPr/>
        </p:nvSpPr>
        <p:spPr bwMode="auto">
          <a:xfrm>
            <a:off x="5334000" y="1328170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3" name="Rectangle 9"/>
          <p:cNvSpPr>
            <a:spLocks noChangeArrowheads="1"/>
          </p:cNvSpPr>
          <p:nvPr/>
        </p:nvSpPr>
        <p:spPr bwMode="auto">
          <a:xfrm>
            <a:off x="55626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4" name="Rectangle 9"/>
          <p:cNvSpPr>
            <a:spLocks noChangeArrowheads="1"/>
          </p:cNvSpPr>
          <p:nvPr/>
        </p:nvSpPr>
        <p:spPr bwMode="auto">
          <a:xfrm>
            <a:off x="4648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5" name="Rectangle 9"/>
          <p:cNvSpPr>
            <a:spLocks noChangeArrowheads="1"/>
          </p:cNvSpPr>
          <p:nvPr/>
        </p:nvSpPr>
        <p:spPr bwMode="auto">
          <a:xfrm>
            <a:off x="5791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6" name="Rectangle 9"/>
          <p:cNvSpPr>
            <a:spLocks noChangeArrowheads="1"/>
          </p:cNvSpPr>
          <p:nvPr/>
        </p:nvSpPr>
        <p:spPr bwMode="auto">
          <a:xfrm>
            <a:off x="51054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7" name="Rectangle 9"/>
          <p:cNvSpPr>
            <a:spLocks noChangeArrowheads="1"/>
          </p:cNvSpPr>
          <p:nvPr/>
        </p:nvSpPr>
        <p:spPr bwMode="auto">
          <a:xfrm>
            <a:off x="48768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8" name="Rectangle 9"/>
          <p:cNvSpPr>
            <a:spLocks noChangeArrowheads="1"/>
          </p:cNvSpPr>
          <p:nvPr/>
        </p:nvSpPr>
        <p:spPr bwMode="auto">
          <a:xfrm>
            <a:off x="48768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69" name="Rectangle 9"/>
          <p:cNvSpPr>
            <a:spLocks noChangeArrowheads="1"/>
          </p:cNvSpPr>
          <p:nvPr/>
        </p:nvSpPr>
        <p:spPr bwMode="auto">
          <a:xfrm>
            <a:off x="4648200" y="10995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0" name="Rectangle 9"/>
          <p:cNvSpPr>
            <a:spLocks noChangeArrowheads="1"/>
          </p:cNvSpPr>
          <p:nvPr/>
        </p:nvSpPr>
        <p:spPr bwMode="auto">
          <a:xfrm>
            <a:off x="46482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1" name="Rectangle 9"/>
          <p:cNvSpPr>
            <a:spLocks noChangeArrowheads="1"/>
          </p:cNvSpPr>
          <p:nvPr/>
        </p:nvSpPr>
        <p:spPr bwMode="auto">
          <a:xfrm>
            <a:off x="48768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72" name="TextBox 171"/>
          <p:cNvSpPr txBox="1"/>
          <p:nvPr/>
        </p:nvSpPr>
        <p:spPr>
          <a:xfrm>
            <a:off x="609600" y="2404920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2:</a:t>
            </a:r>
            <a:endParaRPr lang="en-US" dirty="0"/>
          </a:p>
        </p:txBody>
      </p:sp>
      <p:sp>
        <p:nvSpPr>
          <p:cNvPr id="198" name="Rectangle 9"/>
          <p:cNvSpPr>
            <a:spLocks noChangeArrowheads="1"/>
          </p:cNvSpPr>
          <p:nvPr/>
        </p:nvSpPr>
        <p:spPr bwMode="auto">
          <a:xfrm>
            <a:off x="5562600" y="15567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199" name="Rectangle 9"/>
          <p:cNvSpPr>
            <a:spLocks noChangeArrowheads="1"/>
          </p:cNvSpPr>
          <p:nvPr/>
        </p:nvSpPr>
        <p:spPr bwMode="auto">
          <a:xfrm>
            <a:off x="5562600" y="132817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0" name="Rectangle 9"/>
          <p:cNvSpPr>
            <a:spLocks noChangeArrowheads="1"/>
          </p:cNvSpPr>
          <p:nvPr/>
        </p:nvSpPr>
        <p:spPr bwMode="auto">
          <a:xfrm>
            <a:off x="5257800" y="56388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2209993" y="2258126"/>
            <a:ext cx="241148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2418132" y="2291725"/>
            <a:ext cx="33009" cy="177984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2209993" y="2291725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Rectangle 7"/>
          <p:cNvSpPr>
            <a:spLocks noChangeArrowheads="1"/>
          </p:cNvSpPr>
          <p:nvPr/>
        </p:nvSpPr>
        <p:spPr bwMode="auto">
          <a:xfrm rot="16200000">
            <a:off x="2313768" y="2187360"/>
            <a:ext cx="33599" cy="17513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Rectangle 8"/>
          <p:cNvSpPr>
            <a:spLocks noChangeArrowheads="1"/>
          </p:cNvSpPr>
          <p:nvPr/>
        </p:nvSpPr>
        <p:spPr bwMode="auto">
          <a:xfrm rot="16200000">
            <a:off x="2313768" y="2398944"/>
            <a:ext cx="33599" cy="175130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Rectangle 24"/>
          <p:cNvSpPr>
            <a:spLocks noChangeArrowheads="1"/>
          </p:cNvSpPr>
          <p:nvPr/>
        </p:nvSpPr>
        <p:spPr bwMode="auto">
          <a:xfrm>
            <a:off x="2362200" y="2650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08" name="Rectangle 25"/>
          <p:cNvSpPr>
            <a:spLocks noChangeArrowheads="1"/>
          </p:cNvSpPr>
          <p:nvPr/>
        </p:nvSpPr>
        <p:spPr bwMode="auto">
          <a:xfrm>
            <a:off x="2572173" y="2684017"/>
            <a:ext cx="32092" cy="177984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Rectangle 26"/>
          <p:cNvSpPr>
            <a:spLocks noChangeArrowheads="1"/>
          </p:cNvSpPr>
          <p:nvPr/>
        </p:nvSpPr>
        <p:spPr bwMode="auto">
          <a:xfrm>
            <a:off x="2362200" y="2684017"/>
            <a:ext cx="33009" cy="177984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Rectangle 27"/>
          <p:cNvSpPr>
            <a:spLocks noChangeArrowheads="1"/>
          </p:cNvSpPr>
          <p:nvPr/>
        </p:nvSpPr>
        <p:spPr bwMode="auto">
          <a:xfrm rot="16200000">
            <a:off x="2466892" y="2578735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Rectangle 28"/>
          <p:cNvSpPr>
            <a:spLocks noChangeArrowheads="1"/>
          </p:cNvSpPr>
          <p:nvPr/>
        </p:nvSpPr>
        <p:spPr bwMode="auto">
          <a:xfrm rot="16200000">
            <a:off x="2466892" y="2790319"/>
            <a:ext cx="33599" cy="176964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Rectangle 57"/>
          <p:cNvSpPr>
            <a:spLocks noChangeArrowheads="1"/>
          </p:cNvSpPr>
          <p:nvPr/>
        </p:nvSpPr>
        <p:spPr bwMode="auto">
          <a:xfrm>
            <a:off x="1828800" y="25742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3" name="Rectangle 58"/>
          <p:cNvSpPr>
            <a:spLocks noChangeArrowheads="1"/>
          </p:cNvSpPr>
          <p:nvPr/>
        </p:nvSpPr>
        <p:spPr bwMode="auto">
          <a:xfrm>
            <a:off x="2036939" y="2607818"/>
            <a:ext cx="33925" cy="176168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Rectangle 59"/>
          <p:cNvSpPr>
            <a:spLocks noChangeArrowheads="1"/>
          </p:cNvSpPr>
          <p:nvPr/>
        </p:nvSpPr>
        <p:spPr bwMode="auto">
          <a:xfrm>
            <a:off x="1828800" y="2607818"/>
            <a:ext cx="32092" cy="17616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Rectangle 60"/>
          <p:cNvSpPr>
            <a:spLocks noChangeArrowheads="1"/>
          </p:cNvSpPr>
          <p:nvPr/>
        </p:nvSpPr>
        <p:spPr bwMode="auto">
          <a:xfrm rot="16200000">
            <a:off x="1932116" y="2503903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Rectangle 61"/>
          <p:cNvSpPr>
            <a:spLocks noChangeArrowheads="1"/>
          </p:cNvSpPr>
          <p:nvPr/>
        </p:nvSpPr>
        <p:spPr bwMode="auto">
          <a:xfrm rot="16200000">
            <a:off x="1931662" y="2713216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Rectangle 9"/>
          <p:cNvSpPr>
            <a:spLocks noChangeArrowheads="1"/>
          </p:cNvSpPr>
          <p:nvPr/>
        </p:nvSpPr>
        <p:spPr bwMode="auto">
          <a:xfrm>
            <a:off x="51054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8" name="Rectangle 34"/>
          <p:cNvSpPr>
            <a:spLocks noChangeArrowheads="1"/>
          </p:cNvSpPr>
          <p:nvPr/>
        </p:nvSpPr>
        <p:spPr bwMode="auto">
          <a:xfrm>
            <a:off x="5334000" y="24980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19" name="Rectangle 34"/>
          <p:cNvSpPr>
            <a:spLocks noChangeArrowheads="1"/>
          </p:cNvSpPr>
          <p:nvPr/>
        </p:nvSpPr>
        <p:spPr bwMode="auto">
          <a:xfrm>
            <a:off x="5334000" y="27266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0" name="Rectangle 9"/>
          <p:cNvSpPr>
            <a:spLocks noChangeArrowheads="1"/>
          </p:cNvSpPr>
          <p:nvPr/>
        </p:nvSpPr>
        <p:spPr bwMode="auto">
          <a:xfrm>
            <a:off x="55626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1" name="Rectangle 9"/>
          <p:cNvSpPr>
            <a:spLocks noChangeArrowheads="1"/>
          </p:cNvSpPr>
          <p:nvPr/>
        </p:nvSpPr>
        <p:spPr bwMode="auto">
          <a:xfrm>
            <a:off x="55626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2" name="Rectangle 9"/>
          <p:cNvSpPr>
            <a:spLocks noChangeArrowheads="1"/>
          </p:cNvSpPr>
          <p:nvPr/>
        </p:nvSpPr>
        <p:spPr bwMode="auto">
          <a:xfrm>
            <a:off x="5791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3" name="Rectangle 9"/>
          <p:cNvSpPr>
            <a:spLocks noChangeArrowheads="1"/>
          </p:cNvSpPr>
          <p:nvPr/>
        </p:nvSpPr>
        <p:spPr bwMode="auto">
          <a:xfrm>
            <a:off x="51054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4" name="Rectangle 9"/>
          <p:cNvSpPr>
            <a:spLocks noChangeArrowheads="1"/>
          </p:cNvSpPr>
          <p:nvPr/>
        </p:nvSpPr>
        <p:spPr bwMode="auto">
          <a:xfrm>
            <a:off x="48768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5" name="Rectangle 9"/>
          <p:cNvSpPr>
            <a:spLocks noChangeArrowheads="1"/>
          </p:cNvSpPr>
          <p:nvPr/>
        </p:nvSpPr>
        <p:spPr bwMode="auto">
          <a:xfrm>
            <a:off x="48768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6" name="Rectangle 9"/>
          <p:cNvSpPr>
            <a:spLocks noChangeArrowheads="1"/>
          </p:cNvSpPr>
          <p:nvPr/>
        </p:nvSpPr>
        <p:spPr bwMode="auto">
          <a:xfrm>
            <a:off x="4648200" y="2498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7" name="Rectangle 9"/>
          <p:cNvSpPr>
            <a:spLocks noChangeArrowheads="1"/>
          </p:cNvSpPr>
          <p:nvPr/>
        </p:nvSpPr>
        <p:spPr bwMode="auto">
          <a:xfrm>
            <a:off x="4648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8" name="Rectangle 9"/>
          <p:cNvSpPr>
            <a:spLocks noChangeArrowheads="1"/>
          </p:cNvSpPr>
          <p:nvPr/>
        </p:nvSpPr>
        <p:spPr bwMode="auto">
          <a:xfrm>
            <a:off x="5791200" y="2269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29" name="Rectangle 9"/>
          <p:cNvSpPr>
            <a:spLocks noChangeArrowheads="1"/>
          </p:cNvSpPr>
          <p:nvPr/>
        </p:nvSpPr>
        <p:spPr bwMode="auto">
          <a:xfrm>
            <a:off x="55626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0" name="Rectangle 9"/>
          <p:cNvSpPr>
            <a:spLocks noChangeArrowheads="1"/>
          </p:cNvSpPr>
          <p:nvPr/>
        </p:nvSpPr>
        <p:spPr bwMode="auto">
          <a:xfrm>
            <a:off x="55626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1" name="Rectangle 9"/>
          <p:cNvSpPr>
            <a:spLocks noChangeArrowheads="1"/>
          </p:cNvSpPr>
          <p:nvPr/>
        </p:nvSpPr>
        <p:spPr bwMode="auto">
          <a:xfrm>
            <a:off x="5791200" y="2955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2" name="Rectangle 9"/>
          <p:cNvSpPr>
            <a:spLocks noChangeArrowheads="1"/>
          </p:cNvSpPr>
          <p:nvPr/>
        </p:nvSpPr>
        <p:spPr bwMode="auto">
          <a:xfrm>
            <a:off x="5791200" y="27266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3" name="TextBox 232"/>
          <p:cNvSpPr txBox="1"/>
          <p:nvPr/>
        </p:nvSpPr>
        <p:spPr>
          <a:xfrm>
            <a:off x="609600" y="3804711"/>
            <a:ext cx="22926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3:  Enzyme</a:t>
            </a:r>
            <a:endParaRPr lang="en-US" dirty="0"/>
          </a:p>
        </p:txBody>
      </p:sp>
      <p:sp>
        <p:nvSpPr>
          <p:cNvPr id="234" name="Rectangle 9"/>
          <p:cNvSpPr>
            <a:spLocks noChangeArrowheads="1"/>
          </p:cNvSpPr>
          <p:nvPr/>
        </p:nvSpPr>
        <p:spPr bwMode="auto">
          <a:xfrm>
            <a:off x="46482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5" name="Rectangle 9"/>
          <p:cNvSpPr>
            <a:spLocks noChangeArrowheads="1"/>
          </p:cNvSpPr>
          <p:nvPr/>
        </p:nvSpPr>
        <p:spPr bwMode="auto">
          <a:xfrm>
            <a:off x="4876800" y="42619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6" name="Rectangle 9"/>
          <p:cNvSpPr>
            <a:spLocks noChangeArrowheads="1"/>
          </p:cNvSpPr>
          <p:nvPr/>
        </p:nvSpPr>
        <p:spPr bwMode="auto">
          <a:xfrm>
            <a:off x="51054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39" name="Rectangle 9"/>
          <p:cNvSpPr>
            <a:spLocks noChangeArrowheads="1"/>
          </p:cNvSpPr>
          <p:nvPr/>
        </p:nvSpPr>
        <p:spPr bwMode="auto">
          <a:xfrm>
            <a:off x="57912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0" name="Rectangle 9"/>
          <p:cNvSpPr>
            <a:spLocks noChangeArrowheads="1"/>
          </p:cNvSpPr>
          <p:nvPr/>
        </p:nvSpPr>
        <p:spPr bwMode="auto">
          <a:xfrm>
            <a:off x="57912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1" name="Rectangle 9"/>
          <p:cNvSpPr>
            <a:spLocks noChangeArrowheads="1"/>
          </p:cNvSpPr>
          <p:nvPr/>
        </p:nvSpPr>
        <p:spPr bwMode="auto">
          <a:xfrm>
            <a:off x="6019800" y="39458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2" name="Rectangle 9"/>
          <p:cNvSpPr>
            <a:spLocks noChangeArrowheads="1"/>
          </p:cNvSpPr>
          <p:nvPr/>
        </p:nvSpPr>
        <p:spPr bwMode="auto">
          <a:xfrm>
            <a:off x="51054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3" name="Rectangle 9"/>
          <p:cNvSpPr>
            <a:spLocks noChangeArrowheads="1"/>
          </p:cNvSpPr>
          <p:nvPr/>
        </p:nvSpPr>
        <p:spPr bwMode="auto">
          <a:xfrm>
            <a:off x="48768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4" name="Rectangle 9"/>
          <p:cNvSpPr>
            <a:spLocks noChangeArrowheads="1"/>
          </p:cNvSpPr>
          <p:nvPr/>
        </p:nvSpPr>
        <p:spPr bwMode="auto">
          <a:xfrm>
            <a:off x="48768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5" name="Rectangle 9"/>
          <p:cNvSpPr>
            <a:spLocks noChangeArrowheads="1"/>
          </p:cNvSpPr>
          <p:nvPr/>
        </p:nvSpPr>
        <p:spPr bwMode="auto">
          <a:xfrm>
            <a:off x="4648200" y="38047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6" name="Rectangle 9"/>
          <p:cNvSpPr>
            <a:spLocks noChangeArrowheads="1"/>
          </p:cNvSpPr>
          <p:nvPr/>
        </p:nvSpPr>
        <p:spPr bwMode="auto">
          <a:xfrm>
            <a:off x="4648200" y="403331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7" name="Rectangle 9"/>
          <p:cNvSpPr>
            <a:spLocks noChangeArrowheads="1"/>
          </p:cNvSpPr>
          <p:nvPr/>
        </p:nvSpPr>
        <p:spPr bwMode="auto">
          <a:xfrm>
            <a:off x="6019800" y="37172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8" name="Rectangle 9"/>
          <p:cNvSpPr>
            <a:spLocks noChangeArrowheads="1"/>
          </p:cNvSpPr>
          <p:nvPr/>
        </p:nvSpPr>
        <p:spPr bwMode="auto">
          <a:xfrm>
            <a:off x="57912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49" name="Rectangle 9"/>
          <p:cNvSpPr>
            <a:spLocks noChangeArrowheads="1"/>
          </p:cNvSpPr>
          <p:nvPr/>
        </p:nvSpPr>
        <p:spPr bwMode="auto">
          <a:xfrm>
            <a:off x="57912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0" name="Rectangle 9"/>
          <p:cNvSpPr>
            <a:spLocks noChangeArrowheads="1"/>
          </p:cNvSpPr>
          <p:nvPr/>
        </p:nvSpPr>
        <p:spPr bwMode="auto">
          <a:xfrm>
            <a:off x="6019800" y="44030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1" name="Rectangle 9"/>
          <p:cNvSpPr>
            <a:spLocks noChangeArrowheads="1"/>
          </p:cNvSpPr>
          <p:nvPr/>
        </p:nvSpPr>
        <p:spPr bwMode="auto">
          <a:xfrm>
            <a:off x="6019800" y="4174418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2" name="TextBox 251"/>
          <p:cNvSpPr txBox="1"/>
          <p:nvPr/>
        </p:nvSpPr>
        <p:spPr>
          <a:xfrm>
            <a:off x="609600" y="5298308"/>
            <a:ext cx="11817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Stage 4:</a:t>
            </a:r>
            <a:endParaRPr lang="en-US" dirty="0"/>
          </a:p>
        </p:txBody>
      </p:sp>
      <p:sp>
        <p:nvSpPr>
          <p:cNvPr id="253" name="Rectangle 39"/>
          <p:cNvSpPr>
            <a:spLocks noChangeArrowheads="1"/>
          </p:cNvSpPr>
          <p:nvPr/>
        </p:nvSpPr>
        <p:spPr bwMode="auto">
          <a:xfrm>
            <a:off x="1981200" y="5317418"/>
            <a:ext cx="242065" cy="243366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4" name="Rectangle 40"/>
          <p:cNvSpPr>
            <a:spLocks noChangeArrowheads="1"/>
          </p:cNvSpPr>
          <p:nvPr/>
        </p:nvSpPr>
        <p:spPr bwMode="auto">
          <a:xfrm>
            <a:off x="2189339" y="5351017"/>
            <a:ext cx="33925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5" name="Rectangle 41"/>
          <p:cNvSpPr>
            <a:spLocks noChangeArrowheads="1"/>
          </p:cNvSpPr>
          <p:nvPr/>
        </p:nvSpPr>
        <p:spPr bwMode="auto">
          <a:xfrm>
            <a:off x="1981200" y="5351017"/>
            <a:ext cx="32092" cy="17616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6" name="Rectangle 42"/>
          <p:cNvSpPr>
            <a:spLocks noChangeArrowheads="1"/>
          </p:cNvSpPr>
          <p:nvPr/>
        </p:nvSpPr>
        <p:spPr bwMode="auto">
          <a:xfrm rot="16200000">
            <a:off x="2084516" y="5247102"/>
            <a:ext cx="33599" cy="176047"/>
          </a:xfrm>
          <a:prstGeom prst="rect">
            <a:avLst/>
          </a:prstGeom>
          <a:solidFill>
            <a:srgbClr val="99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7" name="Rectangle 43"/>
          <p:cNvSpPr>
            <a:spLocks noChangeArrowheads="1"/>
          </p:cNvSpPr>
          <p:nvPr/>
        </p:nvSpPr>
        <p:spPr bwMode="auto">
          <a:xfrm rot="16200000">
            <a:off x="2084062" y="5456415"/>
            <a:ext cx="34507" cy="176047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8" name="Rectangle 19"/>
          <p:cNvSpPr>
            <a:spLocks noChangeArrowheads="1"/>
          </p:cNvSpPr>
          <p:nvPr/>
        </p:nvSpPr>
        <p:spPr bwMode="auto">
          <a:xfrm>
            <a:off x="2362200" y="5393618"/>
            <a:ext cx="242065" cy="243366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59" name="Rectangle 20"/>
          <p:cNvSpPr>
            <a:spLocks noChangeArrowheads="1"/>
          </p:cNvSpPr>
          <p:nvPr/>
        </p:nvSpPr>
        <p:spPr bwMode="auto">
          <a:xfrm>
            <a:off x="2572173" y="5427217"/>
            <a:ext cx="32092" cy="176168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0" name="Rectangle 21"/>
          <p:cNvSpPr>
            <a:spLocks noChangeArrowheads="1"/>
          </p:cNvSpPr>
          <p:nvPr/>
        </p:nvSpPr>
        <p:spPr bwMode="auto">
          <a:xfrm>
            <a:off x="2362200" y="5427217"/>
            <a:ext cx="33009" cy="176168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1" name="Rectangle 22"/>
          <p:cNvSpPr>
            <a:spLocks noChangeArrowheads="1"/>
          </p:cNvSpPr>
          <p:nvPr/>
        </p:nvSpPr>
        <p:spPr bwMode="auto">
          <a:xfrm rot="16200000">
            <a:off x="2466891" y="5321935"/>
            <a:ext cx="33599" cy="176964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2" name="Rectangle 23"/>
          <p:cNvSpPr>
            <a:spLocks noChangeArrowheads="1"/>
          </p:cNvSpPr>
          <p:nvPr/>
        </p:nvSpPr>
        <p:spPr bwMode="auto">
          <a:xfrm rot="16200000">
            <a:off x="2466891" y="5531703"/>
            <a:ext cx="33599" cy="176964"/>
          </a:xfrm>
          <a:prstGeom prst="rect">
            <a:avLst/>
          </a:prstGeom>
          <a:solidFill>
            <a:srgbClr val="99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63" name="Rectangle 9"/>
          <p:cNvSpPr>
            <a:spLocks noChangeArrowheads="1"/>
          </p:cNvSpPr>
          <p:nvPr/>
        </p:nvSpPr>
        <p:spPr bwMode="auto">
          <a:xfrm>
            <a:off x="5257800" y="5410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4" name="Rectangle 9"/>
          <p:cNvSpPr>
            <a:spLocks noChangeArrowheads="1"/>
          </p:cNvSpPr>
          <p:nvPr/>
        </p:nvSpPr>
        <p:spPr bwMode="auto">
          <a:xfrm>
            <a:off x="5486400" y="54102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5" name="Rectangle 9"/>
          <p:cNvSpPr>
            <a:spLocks noChangeArrowheads="1"/>
          </p:cNvSpPr>
          <p:nvPr/>
        </p:nvSpPr>
        <p:spPr bwMode="auto">
          <a:xfrm>
            <a:off x="5715000" y="4953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8" name="Rectangle 9"/>
          <p:cNvSpPr>
            <a:spLocks noChangeArrowheads="1"/>
          </p:cNvSpPr>
          <p:nvPr/>
        </p:nvSpPr>
        <p:spPr bwMode="auto">
          <a:xfrm>
            <a:off x="4800600" y="58674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69" name="Rectangle 9"/>
          <p:cNvSpPr>
            <a:spLocks noChangeArrowheads="1"/>
          </p:cNvSpPr>
          <p:nvPr/>
        </p:nvSpPr>
        <p:spPr bwMode="auto">
          <a:xfrm>
            <a:off x="4800600" y="56388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0" name="Rectangle 9"/>
          <p:cNvSpPr>
            <a:spLocks noChangeArrowheads="1"/>
          </p:cNvSpPr>
          <p:nvPr/>
        </p:nvSpPr>
        <p:spPr bwMode="auto">
          <a:xfrm>
            <a:off x="5029200" y="58674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1" name="Rectangle 9"/>
          <p:cNvSpPr>
            <a:spLocks noChangeArrowheads="1"/>
          </p:cNvSpPr>
          <p:nvPr/>
        </p:nvSpPr>
        <p:spPr bwMode="auto">
          <a:xfrm>
            <a:off x="5715000" y="5181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2" name="Rectangle 9"/>
          <p:cNvSpPr>
            <a:spLocks noChangeArrowheads="1"/>
          </p:cNvSpPr>
          <p:nvPr/>
        </p:nvSpPr>
        <p:spPr bwMode="auto">
          <a:xfrm>
            <a:off x="5486400" y="4953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3" name="Rectangle 9"/>
          <p:cNvSpPr>
            <a:spLocks noChangeArrowheads="1"/>
          </p:cNvSpPr>
          <p:nvPr/>
        </p:nvSpPr>
        <p:spPr bwMode="auto">
          <a:xfrm>
            <a:off x="5486400" y="5181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4" name="Rectangle 9"/>
          <p:cNvSpPr>
            <a:spLocks noChangeArrowheads="1"/>
          </p:cNvSpPr>
          <p:nvPr/>
        </p:nvSpPr>
        <p:spPr bwMode="auto">
          <a:xfrm>
            <a:off x="5257800" y="49530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5" name="Rectangle 9"/>
          <p:cNvSpPr>
            <a:spLocks noChangeArrowheads="1"/>
          </p:cNvSpPr>
          <p:nvPr/>
        </p:nvSpPr>
        <p:spPr bwMode="auto">
          <a:xfrm>
            <a:off x="5257800" y="5181600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6" name="Rectangle 9"/>
          <p:cNvSpPr>
            <a:spLocks noChangeArrowheads="1"/>
          </p:cNvSpPr>
          <p:nvPr/>
        </p:nvSpPr>
        <p:spPr bwMode="auto">
          <a:xfrm>
            <a:off x="5029200" y="56388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7" name="Rectangle 9"/>
          <p:cNvSpPr>
            <a:spLocks noChangeArrowheads="1"/>
          </p:cNvSpPr>
          <p:nvPr/>
        </p:nvSpPr>
        <p:spPr bwMode="auto">
          <a:xfrm>
            <a:off x="4800600" y="63246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8" name="Rectangle 9"/>
          <p:cNvSpPr>
            <a:spLocks noChangeArrowheads="1"/>
          </p:cNvSpPr>
          <p:nvPr/>
        </p:nvSpPr>
        <p:spPr bwMode="auto">
          <a:xfrm>
            <a:off x="4800600" y="60960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79" name="Rectangle 9"/>
          <p:cNvSpPr>
            <a:spLocks noChangeArrowheads="1"/>
          </p:cNvSpPr>
          <p:nvPr/>
        </p:nvSpPr>
        <p:spPr bwMode="auto">
          <a:xfrm>
            <a:off x="5029200" y="63246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0" name="Rectangle 9"/>
          <p:cNvSpPr>
            <a:spLocks noChangeArrowheads="1"/>
          </p:cNvSpPr>
          <p:nvPr/>
        </p:nvSpPr>
        <p:spPr bwMode="auto">
          <a:xfrm>
            <a:off x="5029200" y="6096001"/>
            <a:ext cx="242065" cy="245182"/>
          </a:xfrm>
          <a:prstGeom prst="rect">
            <a:avLst/>
          </a:prstGeom>
          <a:solidFill>
            <a:srgbClr val="33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sp>
        <p:nvSpPr>
          <p:cNvPr id="281" name="Rectangle 29"/>
          <p:cNvSpPr>
            <a:spLocks noChangeArrowheads="1"/>
          </p:cNvSpPr>
          <p:nvPr/>
        </p:nvSpPr>
        <p:spPr bwMode="auto">
          <a:xfrm>
            <a:off x="5029200" y="5410201"/>
            <a:ext cx="242065" cy="244275"/>
          </a:xfrm>
          <a:prstGeom prst="rect">
            <a:avLst/>
          </a:prstGeom>
          <a:solidFill>
            <a:srgbClr val="FF33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en-US" sz="1600"/>
          </a:p>
        </p:txBody>
      </p:sp>
      <p:cxnSp>
        <p:nvCxnSpPr>
          <p:cNvPr id="285" name="Straight Connector 284"/>
          <p:cNvCxnSpPr/>
          <p:nvPr/>
        </p:nvCxnSpPr>
        <p:spPr bwMode="auto">
          <a:xfrm rot="16200000" flipH="1">
            <a:off x="5143499" y="5524500"/>
            <a:ext cx="228602" cy="3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6" name="Straight Connector 285"/>
          <p:cNvCxnSpPr/>
          <p:nvPr/>
        </p:nvCxnSpPr>
        <p:spPr bwMode="auto">
          <a:xfrm flipV="1">
            <a:off x="5257800" y="5638802"/>
            <a:ext cx="228600" cy="1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1" name="Straight Connector 290"/>
          <p:cNvCxnSpPr/>
          <p:nvPr/>
        </p:nvCxnSpPr>
        <p:spPr bwMode="auto">
          <a:xfrm rot="5400000" flipH="1" flipV="1">
            <a:off x="5142706" y="5524500"/>
            <a:ext cx="229394" cy="794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2" name="Straight Connector 291"/>
          <p:cNvCxnSpPr/>
          <p:nvPr/>
        </p:nvCxnSpPr>
        <p:spPr bwMode="auto">
          <a:xfrm rot="10800000" flipV="1">
            <a:off x="5257800" y="5638800"/>
            <a:ext cx="228604" cy="2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50101"/>
            <a:ext cx="1905000" cy="457200"/>
          </a:xfrm>
        </p:spPr>
        <p:txBody>
          <a:bodyPr/>
          <a:lstStyle/>
          <a:p>
            <a:pPr>
              <a:defRPr/>
            </a:pPr>
            <a:fld id="{30B0B50C-6047-47D8-A4BE-34F6517D104B}" type="slidenum">
              <a:rPr lang="en-US"/>
              <a:pPr>
                <a:defRPr/>
              </a:pPr>
              <a:t>32</a:t>
            </a:fld>
            <a:endParaRPr lang="en-US"/>
          </a:p>
        </p:txBody>
      </p:sp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/>
              <a:t>RNA enzyme Self-Assembly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33400" y="685800"/>
            <a:ext cx="7543800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Metrics for efficiency:</a:t>
            </a:r>
          </a:p>
          <a:p>
            <a:endParaRPr lang="en-US" dirty="0"/>
          </a:p>
          <a:p>
            <a:pPr>
              <a:buFont typeface="Arial" pitchFamily="34" charset="0"/>
              <a:buChar char="•"/>
            </a:pPr>
            <a:r>
              <a:rPr lang="en-US" dirty="0" smtClean="0">
                <a:solidFill>
                  <a:srgbClr val="C00000"/>
                </a:solidFill>
              </a:rPr>
              <a:t>Tile complexity</a:t>
            </a:r>
            <a:r>
              <a:rPr lang="en-US" dirty="0" smtClean="0"/>
              <a:t>:  total number of distinct tile types used in the system.</a:t>
            </a:r>
          </a:p>
          <a:p>
            <a:pPr>
              <a:buFont typeface="Arial" pitchFamily="34" charset="0"/>
              <a:buChar char="•"/>
            </a:pPr>
            <a:endParaRPr lang="en-US" dirty="0"/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/>
              <a:t> </a:t>
            </a:r>
            <a:r>
              <a:rPr lang="en-US" dirty="0" smtClean="0">
                <a:solidFill>
                  <a:srgbClr val="C00000"/>
                </a:solidFill>
              </a:rPr>
              <a:t>Stage complexity</a:t>
            </a:r>
            <a:r>
              <a:rPr lang="en-US" dirty="0" smtClean="0"/>
              <a:t>: total number of distinct stages used.</a:t>
            </a:r>
            <a:endParaRPr lang="en-US" dirty="0"/>
          </a:p>
        </p:txBody>
      </p:sp>
      <p:grpSp>
        <p:nvGrpSpPr>
          <p:cNvPr id="370" name="Group 369"/>
          <p:cNvGrpSpPr/>
          <p:nvPr/>
        </p:nvGrpSpPr>
        <p:grpSpPr>
          <a:xfrm>
            <a:off x="762000" y="3276600"/>
            <a:ext cx="3581400" cy="3276600"/>
            <a:chOff x="609600" y="990600"/>
            <a:chExt cx="5652265" cy="5579183"/>
          </a:xfrm>
        </p:grpSpPr>
        <p:sp>
          <p:nvSpPr>
            <p:cNvPr id="127" name="TextBox 126"/>
            <p:cNvSpPr txBox="1"/>
            <p:nvPr/>
          </p:nvSpPr>
          <p:spPr>
            <a:xfrm>
              <a:off x="609600" y="1023371"/>
              <a:ext cx="1184688" cy="471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/>
                <a:t>Stage 1:</a:t>
              </a:r>
              <a:endParaRPr lang="en-US" sz="1200" dirty="0"/>
            </a:p>
          </p:txBody>
        </p:sp>
        <p:sp>
          <p:nvSpPr>
            <p:cNvPr id="128" name="Rectangle 9"/>
            <p:cNvSpPr>
              <a:spLocks noChangeArrowheads="1"/>
            </p:cNvSpPr>
            <p:nvPr/>
          </p:nvSpPr>
          <p:spPr bwMode="auto">
            <a:xfrm>
              <a:off x="2631530" y="1055666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29" name="Rectangle 10"/>
            <p:cNvSpPr>
              <a:spLocks noChangeArrowheads="1"/>
            </p:cNvSpPr>
            <p:nvPr/>
          </p:nvSpPr>
          <p:spPr bwMode="auto">
            <a:xfrm>
              <a:off x="2841503" y="1089265"/>
              <a:ext cx="32092" cy="177984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30" name="Rectangle 11"/>
            <p:cNvSpPr>
              <a:spLocks noChangeArrowheads="1"/>
            </p:cNvSpPr>
            <p:nvPr/>
          </p:nvSpPr>
          <p:spPr bwMode="auto">
            <a:xfrm>
              <a:off x="2631530" y="1089265"/>
              <a:ext cx="32092" cy="177984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31" name="Rectangle 12"/>
            <p:cNvSpPr>
              <a:spLocks noChangeArrowheads="1"/>
            </p:cNvSpPr>
            <p:nvPr/>
          </p:nvSpPr>
          <p:spPr bwMode="auto">
            <a:xfrm rot="16200000">
              <a:off x="2735763" y="984433"/>
              <a:ext cx="33599" cy="1778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32" name="Rectangle 13"/>
            <p:cNvSpPr>
              <a:spLocks noChangeArrowheads="1"/>
            </p:cNvSpPr>
            <p:nvPr/>
          </p:nvSpPr>
          <p:spPr bwMode="auto">
            <a:xfrm rot="16200000">
              <a:off x="2735763" y="1196016"/>
              <a:ext cx="33599" cy="177881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33" name="Rectangle 14"/>
            <p:cNvSpPr>
              <a:spLocks noChangeArrowheads="1"/>
            </p:cNvSpPr>
            <p:nvPr/>
          </p:nvSpPr>
          <p:spPr bwMode="auto">
            <a:xfrm>
              <a:off x="2895600" y="1404370"/>
              <a:ext cx="242065" cy="243366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34" name="Rectangle 15"/>
            <p:cNvSpPr>
              <a:spLocks noChangeArrowheads="1"/>
            </p:cNvSpPr>
            <p:nvPr/>
          </p:nvSpPr>
          <p:spPr bwMode="auto">
            <a:xfrm>
              <a:off x="3103740" y="1437061"/>
              <a:ext cx="33925" cy="17707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3" name="Rectangle 16"/>
            <p:cNvSpPr>
              <a:spLocks noChangeArrowheads="1"/>
            </p:cNvSpPr>
            <p:nvPr/>
          </p:nvSpPr>
          <p:spPr bwMode="auto">
            <a:xfrm>
              <a:off x="2895600" y="1437061"/>
              <a:ext cx="32092" cy="177076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4" name="Rectangle 17"/>
            <p:cNvSpPr>
              <a:spLocks noChangeArrowheads="1"/>
            </p:cNvSpPr>
            <p:nvPr/>
          </p:nvSpPr>
          <p:spPr bwMode="auto">
            <a:xfrm rot="16200000">
              <a:off x="2999371" y="1332692"/>
              <a:ext cx="32691" cy="176047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5" name="Rectangle 18"/>
            <p:cNvSpPr>
              <a:spLocks noChangeArrowheads="1"/>
            </p:cNvSpPr>
            <p:nvPr/>
          </p:nvSpPr>
          <p:spPr bwMode="auto">
            <a:xfrm rot="16200000">
              <a:off x="2998462" y="1543367"/>
              <a:ext cx="34507" cy="176047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6" name="Rectangle 29"/>
            <p:cNvSpPr>
              <a:spLocks noChangeArrowheads="1"/>
            </p:cNvSpPr>
            <p:nvPr/>
          </p:nvSpPr>
          <p:spPr bwMode="auto">
            <a:xfrm>
              <a:off x="1873482" y="1404686"/>
              <a:ext cx="242065" cy="2442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77" name="Rectangle 30"/>
            <p:cNvSpPr>
              <a:spLocks noChangeArrowheads="1"/>
            </p:cNvSpPr>
            <p:nvPr/>
          </p:nvSpPr>
          <p:spPr bwMode="auto">
            <a:xfrm>
              <a:off x="2083455" y="1436469"/>
              <a:ext cx="32092" cy="180708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8" name="Rectangle 31"/>
            <p:cNvSpPr>
              <a:spLocks noChangeArrowheads="1"/>
            </p:cNvSpPr>
            <p:nvPr/>
          </p:nvSpPr>
          <p:spPr bwMode="auto">
            <a:xfrm>
              <a:off x="1873482" y="1436469"/>
              <a:ext cx="32092" cy="180708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79" name="Rectangle 32"/>
            <p:cNvSpPr>
              <a:spLocks noChangeArrowheads="1"/>
            </p:cNvSpPr>
            <p:nvPr/>
          </p:nvSpPr>
          <p:spPr bwMode="auto">
            <a:xfrm rot="16200000">
              <a:off x="1978624" y="1332545"/>
              <a:ext cx="31783" cy="1778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0" name="Rectangle 33"/>
            <p:cNvSpPr>
              <a:spLocks noChangeArrowheads="1"/>
            </p:cNvSpPr>
            <p:nvPr/>
          </p:nvSpPr>
          <p:spPr bwMode="auto">
            <a:xfrm rot="16200000">
              <a:off x="1978624" y="1545036"/>
              <a:ext cx="31783" cy="177881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1" name="Rectangle 34"/>
            <p:cNvSpPr>
              <a:spLocks noChangeArrowheads="1"/>
            </p:cNvSpPr>
            <p:nvPr/>
          </p:nvSpPr>
          <p:spPr bwMode="auto">
            <a:xfrm>
              <a:off x="2357612" y="1404686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82" name="Rectangle 35"/>
            <p:cNvSpPr>
              <a:spLocks noChangeArrowheads="1"/>
            </p:cNvSpPr>
            <p:nvPr/>
          </p:nvSpPr>
          <p:spPr bwMode="auto">
            <a:xfrm>
              <a:off x="2567585" y="1438285"/>
              <a:ext cx="32092" cy="176168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3" name="Rectangle 36"/>
            <p:cNvSpPr>
              <a:spLocks noChangeArrowheads="1"/>
            </p:cNvSpPr>
            <p:nvPr/>
          </p:nvSpPr>
          <p:spPr bwMode="auto">
            <a:xfrm>
              <a:off x="2357612" y="1438285"/>
              <a:ext cx="32092" cy="176168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4" name="Rectangle 37"/>
            <p:cNvSpPr>
              <a:spLocks noChangeArrowheads="1"/>
            </p:cNvSpPr>
            <p:nvPr/>
          </p:nvSpPr>
          <p:spPr bwMode="auto">
            <a:xfrm rot="16200000">
              <a:off x="2461845" y="1333453"/>
              <a:ext cx="33599" cy="177881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5" name="Rectangle 38"/>
            <p:cNvSpPr>
              <a:spLocks noChangeArrowheads="1"/>
            </p:cNvSpPr>
            <p:nvPr/>
          </p:nvSpPr>
          <p:spPr bwMode="auto">
            <a:xfrm rot="16200000">
              <a:off x="2461845" y="1543220"/>
              <a:ext cx="33599" cy="177881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6" name="Rectangle 44"/>
            <p:cNvSpPr>
              <a:spLocks noChangeArrowheads="1"/>
            </p:cNvSpPr>
            <p:nvPr/>
          </p:nvSpPr>
          <p:spPr bwMode="auto">
            <a:xfrm>
              <a:off x="1997266" y="990600"/>
              <a:ext cx="240231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87" name="Rectangle 45"/>
            <p:cNvSpPr>
              <a:spLocks noChangeArrowheads="1"/>
            </p:cNvSpPr>
            <p:nvPr/>
          </p:nvSpPr>
          <p:spPr bwMode="auto">
            <a:xfrm>
              <a:off x="2205404" y="1024199"/>
              <a:ext cx="32092" cy="176168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8" name="Rectangle 46"/>
            <p:cNvSpPr>
              <a:spLocks noChangeArrowheads="1"/>
            </p:cNvSpPr>
            <p:nvPr/>
          </p:nvSpPr>
          <p:spPr bwMode="auto">
            <a:xfrm>
              <a:off x="1997266" y="1024199"/>
              <a:ext cx="32092" cy="176168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89" name="Rectangle 47"/>
            <p:cNvSpPr>
              <a:spLocks noChangeArrowheads="1"/>
            </p:cNvSpPr>
            <p:nvPr/>
          </p:nvSpPr>
          <p:spPr bwMode="auto">
            <a:xfrm rot="16200000">
              <a:off x="2100581" y="920285"/>
              <a:ext cx="33599" cy="17604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90" name="Rectangle 48"/>
            <p:cNvSpPr>
              <a:spLocks noChangeArrowheads="1"/>
            </p:cNvSpPr>
            <p:nvPr/>
          </p:nvSpPr>
          <p:spPr bwMode="auto">
            <a:xfrm rot="16200000">
              <a:off x="2100127" y="1129598"/>
              <a:ext cx="34507" cy="17604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191" name="Rectangle 9"/>
            <p:cNvSpPr>
              <a:spLocks noChangeArrowheads="1"/>
            </p:cNvSpPr>
            <p:nvPr/>
          </p:nvSpPr>
          <p:spPr bwMode="auto">
            <a:xfrm>
              <a:off x="5105400" y="10995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2" name="Rectangle 34"/>
            <p:cNvSpPr>
              <a:spLocks noChangeArrowheads="1"/>
            </p:cNvSpPr>
            <p:nvPr/>
          </p:nvSpPr>
          <p:spPr bwMode="auto">
            <a:xfrm>
              <a:off x="5334000" y="1099570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3" name="Rectangle 34"/>
            <p:cNvSpPr>
              <a:spLocks noChangeArrowheads="1"/>
            </p:cNvSpPr>
            <p:nvPr/>
          </p:nvSpPr>
          <p:spPr bwMode="auto">
            <a:xfrm>
              <a:off x="5334000" y="1328170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4" name="Rectangle 9"/>
            <p:cNvSpPr>
              <a:spLocks noChangeArrowheads="1"/>
            </p:cNvSpPr>
            <p:nvPr/>
          </p:nvSpPr>
          <p:spPr bwMode="auto">
            <a:xfrm>
              <a:off x="5562600" y="10995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5" name="Rectangle 9"/>
            <p:cNvSpPr>
              <a:spLocks noChangeArrowheads="1"/>
            </p:cNvSpPr>
            <p:nvPr/>
          </p:nvSpPr>
          <p:spPr bwMode="auto">
            <a:xfrm>
              <a:off x="4648200" y="2955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6" name="Rectangle 9"/>
            <p:cNvSpPr>
              <a:spLocks noChangeArrowheads="1"/>
            </p:cNvSpPr>
            <p:nvPr/>
          </p:nvSpPr>
          <p:spPr bwMode="auto">
            <a:xfrm>
              <a:off x="5791200" y="10995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197" name="Rectangle 9"/>
            <p:cNvSpPr>
              <a:spLocks noChangeArrowheads="1"/>
            </p:cNvSpPr>
            <p:nvPr/>
          </p:nvSpPr>
          <p:spPr bwMode="auto">
            <a:xfrm>
              <a:off x="5105400" y="13281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01" name="Rectangle 9"/>
            <p:cNvSpPr>
              <a:spLocks noChangeArrowheads="1"/>
            </p:cNvSpPr>
            <p:nvPr/>
          </p:nvSpPr>
          <p:spPr bwMode="auto">
            <a:xfrm>
              <a:off x="4876800" y="10995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37" name="Rectangle 9"/>
            <p:cNvSpPr>
              <a:spLocks noChangeArrowheads="1"/>
            </p:cNvSpPr>
            <p:nvPr/>
          </p:nvSpPr>
          <p:spPr bwMode="auto">
            <a:xfrm>
              <a:off x="4876800" y="13281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38" name="Rectangle 9"/>
            <p:cNvSpPr>
              <a:spLocks noChangeArrowheads="1"/>
            </p:cNvSpPr>
            <p:nvPr/>
          </p:nvSpPr>
          <p:spPr bwMode="auto">
            <a:xfrm>
              <a:off x="4648200" y="10995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66" name="Rectangle 9"/>
            <p:cNvSpPr>
              <a:spLocks noChangeArrowheads="1"/>
            </p:cNvSpPr>
            <p:nvPr/>
          </p:nvSpPr>
          <p:spPr bwMode="auto">
            <a:xfrm>
              <a:off x="4648200" y="13281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67" name="Rectangle 9"/>
            <p:cNvSpPr>
              <a:spLocks noChangeArrowheads="1"/>
            </p:cNvSpPr>
            <p:nvPr/>
          </p:nvSpPr>
          <p:spPr bwMode="auto">
            <a:xfrm>
              <a:off x="4876800" y="2955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82" name="TextBox 281"/>
            <p:cNvSpPr txBox="1"/>
            <p:nvPr/>
          </p:nvSpPr>
          <p:spPr>
            <a:xfrm>
              <a:off x="609600" y="2404919"/>
              <a:ext cx="1184688" cy="471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/>
                <a:t>Stage 2:</a:t>
              </a:r>
              <a:endParaRPr lang="en-US" sz="1200" dirty="0"/>
            </a:p>
          </p:txBody>
        </p:sp>
        <p:sp>
          <p:nvSpPr>
            <p:cNvPr id="283" name="Rectangle 9"/>
            <p:cNvSpPr>
              <a:spLocks noChangeArrowheads="1"/>
            </p:cNvSpPr>
            <p:nvPr/>
          </p:nvSpPr>
          <p:spPr bwMode="auto">
            <a:xfrm>
              <a:off x="5562600" y="15567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84" name="Rectangle 9"/>
            <p:cNvSpPr>
              <a:spLocks noChangeArrowheads="1"/>
            </p:cNvSpPr>
            <p:nvPr/>
          </p:nvSpPr>
          <p:spPr bwMode="auto">
            <a:xfrm>
              <a:off x="5562600" y="132817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87" name="Rectangle 9"/>
            <p:cNvSpPr>
              <a:spLocks noChangeArrowheads="1"/>
            </p:cNvSpPr>
            <p:nvPr/>
          </p:nvSpPr>
          <p:spPr bwMode="auto">
            <a:xfrm>
              <a:off x="5257800" y="56388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88" name="Rectangle 4"/>
            <p:cNvSpPr>
              <a:spLocks noChangeArrowheads="1"/>
            </p:cNvSpPr>
            <p:nvPr/>
          </p:nvSpPr>
          <p:spPr bwMode="auto">
            <a:xfrm>
              <a:off x="2209993" y="2258126"/>
              <a:ext cx="241148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89" name="Rectangle 5"/>
            <p:cNvSpPr>
              <a:spLocks noChangeArrowheads="1"/>
            </p:cNvSpPr>
            <p:nvPr/>
          </p:nvSpPr>
          <p:spPr bwMode="auto">
            <a:xfrm>
              <a:off x="2418132" y="2291725"/>
              <a:ext cx="33009" cy="17798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0" name="Rectangle 6"/>
            <p:cNvSpPr>
              <a:spLocks noChangeArrowheads="1"/>
            </p:cNvSpPr>
            <p:nvPr/>
          </p:nvSpPr>
          <p:spPr bwMode="auto">
            <a:xfrm>
              <a:off x="2209993" y="2291725"/>
              <a:ext cx="33009" cy="17798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3" name="Rectangle 7"/>
            <p:cNvSpPr>
              <a:spLocks noChangeArrowheads="1"/>
            </p:cNvSpPr>
            <p:nvPr/>
          </p:nvSpPr>
          <p:spPr bwMode="auto">
            <a:xfrm rot="16200000">
              <a:off x="2313768" y="2187360"/>
              <a:ext cx="33599" cy="17513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4" name="Rectangle 8"/>
            <p:cNvSpPr>
              <a:spLocks noChangeArrowheads="1"/>
            </p:cNvSpPr>
            <p:nvPr/>
          </p:nvSpPr>
          <p:spPr bwMode="auto">
            <a:xfrm rot="16200000">
              <a:off x="2313768" y="2398944"/>
              <a:ext cx="33599" cy="17513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5" name="Rectangle 24"/>
            <p:cNvSpPr>
              <a:spLocks noChangeArrowheads="1"/>
            </p:cNvSpPr>
            <p:nvPr/>
          </p:nvSpPr>
          <p:spPr bwMode="auto">
            <a:xfrm>
              <a:off x="2362200" y="26504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296" name="Rectangle 25"/>
            <p:cNvSpPr>
              <a:spLocks noChangeArrowheads="1"/>
            </p:cNvSpPr>
            <p:nvPr/>
          </p:nvSpPr>
          <p:spPr bwMode="auto">
            <a:xfrm>
              <a:off x="2572173" y="2684017"/>
              <a:ext cx="32092" cy="177984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7" name="Rectangle 26"/>
            <p:cNvSpPr>
              <a:spLocks noChangeArrowheads="1"/>
            </p:cNvSpPr>
            <p:nvPr/>
          </p:nvSpPr>
          <p:spPr bwMode="auto">
            <a:xfrm>
              <a:off x="2362200" y="2684017"/>
              <a:ext cx="33009" cy="17798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8" name="Rectangle 27"/>
            <p:cNvSpPr>
              <a:spLocks noChangeArrowheads="1"/>
            </p:cNvSpPr>
            <p:nvPr/>
          </p:nvSpPr>
          <p:spPr bwMode="auto">
            <a:xfrm rot="16200000">
              <a:off x="2466892" y="2578735"/>
              <a:ext cx="33599" cy="176964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299" name="Rectangle 28"/>
            <p:cNvSpPr>
              <a:spLocks noChangeArrowheads="1"/>
            </p:cNvSpPr>
            <p:nvPr/>
          </p:nvSpPr>
          <p:spPr bwMode="auto">
            <a:xfrm rot="16200000">
              <a:off x="2466892" y="2790319"/>
              <a:ext cx="33599" cy="176964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00" name="Rectangle 57"/>
            <p:cNvSpPr>
              <a:spLocks noChangeArrowheads="1"/>
            </p:cNvSpPr>
            <p:nvPr/>
          </p:nvSpPr>
          <p:spPr bwMode="auto">
            <a:xfrm>
              <a:off x="1828800" y="2574218"/>
              <a:ext cx="242065" cy="243366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01" name="Rectangle 58"/>
            <p:cNvSpPr>
              <a:spLocks noChangeArrowheads="1"/>
            </p:cNvSpPr>
            <p:nvPr/>
          </p:nvSpPr>
          <p:spPr bwMode="auto">
            <a:xfrm>
              <a:off x="2036939" y="2607818"/>
              <a:ext cx="33925" cy="176168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02" name="Rectangle 59"/>
            <p:cNvSpPr>
              <a:spLocks noChangeArrowheads="1"/>
            </p:cNvSpPr>
            <p:nvPr/>
          </p:nvSpPr>
          <p:spPr bwMode="auto">
            <a:xfrm>
              <a:off x="1828800" y="2607818"/>
              <a:ext cx="32092" cy="176168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03" name="Rectangle 60"/>
            <p:cNvSpPr>
              <a:spLocks noChangeArrowheads="1"/>
            </p:cNvSpPr>
            <p:nvPr/>
          </p:nvSpPr>
          <p:spPr bwMode="auto">
            <a:xfrm rot="16200000">
              <a:off x="1932116" y="2503903"/>
              <a:ext cx="33599" cy="176047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04" name="Rectangle 61"/>
            <p:cNvSpPr>
              <a:spLocks noChangeArrowheads="1"/>
            </p:cNvSpPr>
            <p:nvPr/>
          </p:nvSpPr>
          <p:spPr bwMode="auto">
            <a:xfrm rot="16200000">
              <a:off x="1931662" y="2713216"/>
              <a:ext cx="34507" cy="176047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05" name="Rectangle 9"/>
            <p:cNvSpPr>
              <a:spLocks noChangeArrowheads="1"/>
            </p:cNvSpPr>
            <p:nvPr/>
          </p:nvSpPr>
          <p:spPr bwMode="auto">
            <a:xfrm>
              <a:off x="5105400" y="2498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06" name="Rectangle 34"/>
            <p:cNvSpPr>
              <a:spLocks noChangeArrowheads="1"/>
            </p:cNvSpPr>
            <p:nvPr/>
          </p:nvSpPr>
          <p:spPr bwMode="auto">
            <a:xfrm>
              <a:off x="5334000" y="2498018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07" name="Rectangle 34"/>
            <p:cNvSpPr>
              <a:spLocks noChangeArrowheads="1"/>
            </p:cNvSpPr>
            <p:nvPr/>
          </p:nvSpPr>
          <p:spPr bwMode="auto">
            <a:xfrm>
              <a:off x="5334000" y="2726618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08" name="Rectangle 9"/>
            <p:cNvSpPr>
              <a:spLocks noChangeArrowheads="1"/>
            </p:cNvSpPr>
            <p:nvPr/>
          </p:nvSpPr>
          <p:spPr bwMode="auto">
            <a:xfrm>
              <a:off x="5562600" y="2498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09" name="Rectangle 9"/>
            <p:cNvSpPr>
              <a:spLocks noChangeArrowheads="1"/>
            </p:cNvSpPr>
            <p:nvPr/>
          </p:nvSpPr>
          <p:spPr bwMode="auto">
            <a:xfrm>
              <a:off x="5562600" y="22694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0" name="Rectangle 9"/>
            <p:cNvSpPr>
              <a:spLocks noChangeArrowheads="1"/>
            </p:cNvSpPr>
            <p:nvPr/>
          </p:nvSpPr>
          <p:spPr bwMode="auto">
            <a:xfrm>
              <a:off x="5791200" y="2498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1" name="Rectangle 9"/>
            <p:cNvSpPr>
              <a:spLocks noChangeArrowheads="1"/>
            </p:cNvSpPr>
            <p:nvPr/>
          </p:nvSpPr>
          <p:spPr bwMode="auto">
            <a:xfrm>
              <a:off x="5105400" y="27266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2" name="Rectangle 9"/>
            <p:cNvSpPr>
              <a:spLocks noChangeArrowheads="1"/>
            </p:cNvSpPr>
            <p:nvPr/>
          </p:nvSpPr>
          <p:spPr bwMode="auto">
            <a:xfrm>
              <a:off x="4876800" y="2498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3" name="Rectangle 9"/>
            <p:cNvSpPr>
              <a:spLocks noChangeArrowheads="1"/>
            </p:cNvSpPr>
            <p:nvPr/>
          </p:nvSpPr>
          <p:spPr bwMode="auto">
            <a:xfrm>
              <a:off x="4876800" y="27266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4" name="Rectangle 9"/>
            <p:cNvSpPr>
              <a:spLocks noChangeArrowheads="1"/>
            </p:cNvSpPr>
            <p:nvPr/>
          </p:nvSpPr>
          <p:spPr bwMode="auto">
            <a:xfrm>
              <a:off x="4648200" y="2498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5" name="Rectangle 9"/>
            <p:cNvSpPr>
              <a:spLocks noChangeArrowheads="1"/>
            </p:cNvSpPr>
            <p:nvPr/>
          </p:nvSpPr>
          <p:spPr bwMode="auto">
            <a:xfrm>
              <a:off x="4648200" y="27266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6" name="Rectangle 9"/>
            <p:cNvSpPr>
              <a:spLocks noChangeArrowheads="1"/>
            </p:cNvSpPr>
            <p:nvPr/>
          </p:nvSpPr>
          <p:spPr bwMode="auto">
            <a:xfrm>
              <a:off x="5791200" y="22694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7" name="Rectangle 9"/>
            <p:cNvSpPr>
              <a:spLocks noChangeArrowheads="1"/>
            </p:cNvSpPr>
            <p:nvPr/>
          </p:nvSpPr>
          <p:spPr bwMode="auto">
            <a:xfrm>
              <a:off x="5562600" y="2955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8" name="Rectangle 9"/>
            <p:cNvSpPr>
              <a:spLocks noChangeArrowheads="1"/>
            </p:cNvSpPr>
            <p:nvPr/>
          </p:nvSpPr>
          <p:spPr bwMode="auto">
            <a:xfrm>
              <a:off x="5562600" y="27266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19" name="Rectangle 9"/>
            <p:cNvSpPr>
              <a:spLocks noChangeArrowheads="1"/>
            </p:cNvSpPr>
            <p:nvPr/>
          </p:nvSpPr>
          <p:spPr bwMode="auto">
            <a:xfrm>
              <a:off x="5791200" y="2955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0" name="Rectangle 9"/>
            <p:cNvSpPr>
              <a:spLocks noChangeArrowheads="1"/>
            </p:cNvSpPr>
            <p:nvPr/>
          </p:nvSpPr>
          <p:spPr bwMode="auto">
            <a:xfrm>
              <a:off x="5791200" y="27266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609600" y="3804711"/>
              <a:ext cx="2194171" cy="471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/>
                <a:t>Stage 3:  Enzyme</a:t>
              </a:r>
              <a:endParaRPr lang="en-US" sz="1200" dirty="0"/>
            </a:p>
          </p:txBody>
        </p:sp>
        <p:sp>
          <p:nvSpPr>
            <p:cNvPr id="322" name="Rectangle 9"/>
            <p:cNvSpPr>
              <a:spLocks noChangeArrowheads="1"/>
            </p:cNvSpPr>
            <p:nvPr/>
          </p:nvSpPr>
          <p:spPr bwMode="auto">
            <a:xfrm>
              <a:off x="4648200" y="42619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3" name="Rectangle 9"/>
            <p:cNvSpPr>
              <a:spLocks noChangeArrowheads="1"/>
            </p:cNvSpPr>
            <p:nvPr/>
          </p:nvSpPr>
          <p:spPr bwMode="auto">
            <a:xfrm>
              <a:off x="4876800" y="42619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4" name="Rectangle 9"/>
            <p:cNvSpPr>
              <a:spLocks noChangeArrowheads="1"/>
            </p:cNvSpPr>
            <p:nvPr/>
          </p:nvSpPr>
          <p:spPr bwMode="auto">
            <a:xfrm>
              <a:off x="5105400" y="38047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5" name="Rectangle 9"/>
            <p:cNvSpPr>
              <a:spLocks noChangeArrowheads="1"/>
            </p:cNvSpPr>
            <p:nvPr/>
          </p:nvSpPr>
          <p:spPr bwMode="auto">
            <a:xfrm>
              <a:off x="5791200" y="39458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6" name="Rectangle 9"/>
            <p:cNvSpPr>
              <a:spLocks noChangeArrowheads="1"/>
            </p:cNvSpPr>
            <p:nvPr/>
          </p:nvSpPr>
          <p:spPr bwMode="auto">
            <a:xfrm>
              <a:off x="5791200" y="3717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7" name="Rectangle 9"/>
            <p:cNvSpPr>
              <a:spLocks noChangeArrowheads="1"/>
            </p:cNvSpPr>
            <p:nvPr/>
          </p:nvSpPr>
          <p:spPr bwMode="auto">
            <a:xfrm>
              <a:off x="6019800" y="39458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8" name="Rectangle 9"/>
            <p:cNvSpPr>
              <a:spLocks noChangeArrowheads="1"/>
            </p:cNvSpPr>
            <p:nvPr/>
          </p:nvSpPr>
          <p:spPr bwMode="auto">
            <a:xfrm>
              <a:off x="5105400" y="40333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29" name="Rectangle 9"/>
            <p:cNvSpPr>
              <a:spLocks noChangeArrowheads="1"/>
            </p:cNvSpPr>
            <p:nvPr/>
          </p:nvSpPr>
          <p:spPr bwMode="auto">
            <a:xfrm>
              <a:off x="4876800" y="38047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0" name="Rectangle 9"/>
            <p:cNvSpPr>
              <a:spLocks noChangeArrowheads="1"/>
            </p:cNvSpPr>
            <p:nvPr/>
          </p:nvSpPr>
          <p:spPr bwMode="auto">
            <a:xfrm>
              <a:off x="4876800" y="40333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1" name="Rectangle 9"/>
            <p:cNvSpPr>
              <a:spLocks noChangeArrowheads="1"/>
            </p:cNvSpPr>
            <p:nvPr/>
          </p:nvSpPr>
          <p:spPr bwMode="auto">
            <a:xfrm>
              <a:off x="4648200" y="38047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2" name="Rectangle 9"/>
            <p:cNvSpPr>
              <a:spLocks noChangeArrowheads="1"/>
            </p:cNvSpPr>
            <p:nvPr/>
          </p:nvSpPr>
          <p:spPr bwMode="auto">
            <a:xfrm>
              <a:off x="4648200" y="403331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3" name="Rectangle 9"/>
            <p:cNvSpPr>
              <a:spLocks noChangeArrowheads="1"/>
            </p:cNvSpPr>
            <p:nvPr/>
          </p:nvSpPr>
          <p:spPr bwMode="auto">
            <a:xfrm>
              <a:off x="6019800" y="37172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4" name="Rectangle 9"/>
            <p:cNvSpPr>
              <a:spLocks noChangeArrowheads="1"/>
            </p:cNvSpPr>
            <p:nvPr/>
          </p:nvSpPr>
          <p:spPr bwMode="auto">
            <a:xfrm>
              <a:off x="5791200" y="4403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5" name="Rectangle 9"/>
            <p:cNvSpPr>
              <a:spLocks noChangeArrowheads="1"/>
            </p:cNvSpPr>
            <p:nvPr/>
          </p:nvSpPr>
          <p:spPr bwMode="auto">
            <a:xfrm>
              <a:off x="5791200" y="41744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6" name="Rectangle 9"/>
            <p:cNvSpPr>
              <a:spLocks noChangeArrowheads="1"/>
            </p:cNvSpPr>
            <p:nvPr/>
          </p:nvSpPr>
          <p:spPr bwMode="auto">
            <a:xfrm>
              <a:off x="6019800" y="44030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7" name="Rectangle 9"/>
            <p:cNvSpPr>
              <a:spLocks noChangeArrowheads="1"/>
            </p:cNvSpPr>
            <p:nvPr/>
          </p:nvSpPr>
          <p:spPr bwMode="auto">
            <a:xfrm>
              <a:off x="6019800" y="4174418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609600" y="5298308"/>
              <a:ext cx="1184688" cy="471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/>
                <a:t>Stage 4:</a:t>
              </a:r>
              <a:endParaRPr lang="en-US" sz="1200" dirty="0"/>
            </a:p>
          </p:txBody>
        </p:sp>
        <p:sp>
          <p:nvSpPr>
            <p:cNvPr id="339" name="Rectangle 39"/>
            <p:cNvSpPr>
              <a:spLocks noChangeArrowheads="1"/>
            </p:cNvSpPr>
            <p:nvPr/>
          </p:nvSpPr>
          <p:spPr bwMode="auto">
            <a:xfrm>
              <a:off x="1981200" y="5317418"/>
              <a:ext cx="242065" cy="243366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40" name="Rectangle 40"/>
            <p:cNvSpPr>
              <a:spLocks noChangeArrowheads="1"/>
            </p:cNvSpPr>
            <p:nvPr/>
          </p:nvSpPr>
          <p:spPr bwMode="auto">
            <a:xfrm>
              <a:off x="2189339" y="5351017"/>
              <a:ext cx="33925" cy="176168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1" name="Rectangle 41"/>
            <p:cNvSpPr>
              <a:spLocks noChangeArrowheads="1"/>
            </p:cNvSpPr>
            <p:nvPr/>
          </p:nvSpPr>
          <p:spPr bwMode="auto">
            <a:xfrm>
              <a:off x="1981200" y="5351017"/>
              <a:ext cx="32092" cy="176168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2" name="Rectangle 42"/>
            <p:cNvSpPr>
              <a:spLocks noChangeArrowheads="1"/>
            </p:cNvSpPr>
            <p:nvPr/>
          </p:nvSpPr>
          <p:spPr bwMode="auto">
            <a:xfrm rot="16200000">
              <a:off x="2084516" y="5247102"/>
              <a:ext cx="33599" cy="176047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3" name="Rectangle 43"/>
            <p:cNvSpPr>
              <a:spLocks noChangeArrowheads="1"/>
            </p:cNvSpPr>
            <p:nvPr/>
          </p:nvSpPr>
          <p:spPr bwMode="auto">
            <a:xfrm rot="16200000">
              <a:off x="2084062" y="5456415"/>
              <a:ext cx="34507" cy="176047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4" name="Rectangle 19"/>
            <p:cNvSpPr>
              <a:spLocks noChangeArrowheads="1"/>
            </p:cNvSpPr>
            <p:nvPr/>
          </p:nvSpPr>
          <p:spPr bwMode="auto">
            <a:xfrm>
              <a:off x="2362200" y="5393618"/>
              <a:ext cx="242065" cy="243366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45" name="Rectangle 20"/>
            <p:cNvSpPr>
              <a:spLocks noChangeArrowheads="1"/>
            </p:cNvSpPr>
            <p:nvPr/>
          </p:nvSpPr>
          <p:spPr bwMode="auto">
            <a:xfrm>
              <a:off x="2572173" y="5427217"/>
              <a:ext cx="32092" cy="17616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6" name="Rectangle 21"/>
            <p:cNvSpPr>
              <a:spLocks noChangeArrowheads="1"/>
            </p:cNvSpPr>
            <p:nvPr/>
          </p:nvSpPr>
          <p:spPr bwMode="auto">
            <a:xfrm>
              <a:off x="2362200" y="5427217"/>
              <a:ext cx="33009" cy="176168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7" name="Rectangle 22"/>
            <p:cNvSpPr>
              <a:spLocks noChangeArrowheads="1"/>
            </p:cNvSpPr>
            <p:nvPr/>
          </p:nvSpPr>
          <p:spPr bwMode="auto">
            <a:xfrm rot="16200000">
              <a:off x="2466891" y="5321935"/>
              <a:ext cx="33599" cy="176964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8" name="Rectangle 23"/>
            <p:cNvSpPr>
              <a:spLocks noChangeArrowheads="1"/>
            </p:cNvSpPr>
            <p:nvPr/>
          </p:nvSpPr>
          <p:spPr bwMode="auto">
            <a:xfrm rot="16200000">
              <a:off x="2466891" y="5531703"/>
              <a:ext cx="33599" cy="176964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sz="1200"/>
            </a:p>
          </p:txBody>
        </p:sp>
        <p:sp>
          <p:nvSpPr>
            <p:cNvPr id="349" name="Rectangle 9"/>
            <p:cNvSpPr>
              <a:spLocks noChangeArrowheads="1"/>
            </p:cNvSpPr>
            <p:nvPr/>
          </p:nvSpPr>
          <p:spPr bwMode="auto">
            <a:xfrm>
              <a:off x="5257800" y="54102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0" name="Rectangle 9"/>
            <p:cNvSpPr>
              <a:spLocks noChangeArrowheads="1"/>
            </p:cNvSpPr>
            <p:nvPr/>
          </p:nvSpPr>
          <p:spPr bwMode="auto">
            <a:xfrm>
              <a:off x="5486400" y="54102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1" name="Rectangle 9"/>
            <p:cNvSpPr>
              <a:spLocks noChangeArrowheads="1"/>
            </p:cNvSpPr>
            <p:nvPr/>
          </p:nvSpPr>
          <p:spPr bwMode="auto">
            <a:xfrm>
              <a:off x="5715000" y="49530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2" name="Rectangle 9"/>
            <p:cNvSpPr>
              <a:spLocks noChangeArrowheads="1"/>
            </p:cNvSpPr>
            <p:nvPr/>
          </p:nvSpPr>
          <p:spPr bwMode="auto">
            <a:xfrm>
              <a:off x="4800600" y="58674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3" name="Rectangle 9"/>
            <p:cNvSpPr>
              <a:spLocks noChangeArrowheads="1"/>
            </p:cNvSpPr>
            <p:nvPr/>
          </p:nvSpPr>
          <p:spPr bwMode="auto">
            <a:xfrm>
              <a:off x="4800600" y="56388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4" name="Rectangle 9"/>
            <p:cNvSpPr>
              <a:spLocks noChangeArrowheads="1"/>
            </p:cNvSpPr>
            <p:nvPr/>
          </p:nvSpPr>
          <p:spPr bwMode="auto">
            <a:xfrm>
              <a:off x="5029200" y="58674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5" name="Rectangle 9"/>
            <p:cNvSpPr>
              <a:spLocks noChangeArrowheads="1"/>
            </p:cNvSpPr>
            <p:nvPr/>
          </p:nvSpPr>
          <p:spPr bwMode="auto">
            <a:xfrm>
              <a:off x="5715000" y="51816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6" name="Rectangle 9"/>
            <p:cNvSpPr>
              <a:spLocks noChangeArrowheads="1"/>
            </p:cNvSpPr>
            <p:nvPr/>
          </p:nvSpPr>
          <p:spPr bwMode="auto">
            <a:xfrm>
              <a:off x="5486400" y="49530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7" name="Rectangle 9"/>
            <p:cNvSpPr>
              <a:spLocks noChangeArrowheads="1"/>
            </p:cNvSpPr>
            <p:nvPr/>
          </p:nvSpPr>
          <p:spPr bwMode="auto">
            <a:xfrm>
              <a:off x="5486400" y="51816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8" name="Rectangle 9"/>
            <p:cNvSpPr>
              <a:spLocks noChangeArrowheads="1"/>
            </p:cNvSpPr>
            <p:nvPr/>
          </p:nvSpPr>
          <p:spPr bwMode="auto">
            <a:xfrm>
              <a:off x="5257800" y="49530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59" name="Rectangle 9"/>
            <p:cNvSpPr>
              <a:spLocks noChangeArrowheads="1"/>
            </p:cNvSpPr>
            <p:nvPr/>
          </p:nvSpPr>
          <p:spPr bwMode="auto">
            <a:xfrm>
              <a:off x="5257800" y="5181600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0" name="Rectangle 9"/>
            <p:cNvSpPr>
              <a:spLocks noChangeArrowheads="1"/>
            </p:cNvSpPr>
            <p:nvPr/>
          </p:nvSpPr>
          <p:spPr bwMode="auto">
            <a:xfrm>
              <a:off x="5029200" y="56388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1" name="Rectangle 9"/>
            <p:cNvSpPr>
              <a:spLocks noChangeArrowheads="1"/>
            </p:cNvSpPr>
            <p:nvPr/>
          </p:nvSpPr>
          <p:spPr bwMode="auto">
            <a:xfrm>
              <a:off x="4800600" y="63246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2" name="Rectangle 9"/>
            <p:cNvSpPr>
              <a:spLocks noChangeArrowheads="1"/>
            </p:cNvSpPr>
            <p:nvPr/>
          </p:nvSpPr>
          <p:spPr bwMode="auto">
            <a:xfrm>
              <a:off x="4800600" y="60960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3" name="Rectangle 9"/>
            <p:cNvSpPr>
              <a:spLocks noChangeArrowheads="1"/>
            </p:cNvSpPr>
            <p:nvPr/>
          </p:nvSpPr>
          <p:spPr bwMode="auto">
            <a:xfrm>
              <a:off x="5029200" y="63246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4" name="Rectangle 9"/>
            <p:cNvSpPr>
              <a:spLocks noChangeArrowheads="1"/>
            </p:cNvSpPr>
            <p:nvPr/>
          </p:nvSpPr>
          <p:spPr bwMode="auto">
            <a:xfrm>
              <a:off x="5029200" y="6096001"/>
              <a:ext cx="242065" cy="245182"/>
            </a:xfrm>
            <a:prstGeom prst="rect">
              <a:avLst/>
            </a:prstGeom>
            <a:solidFill>
              <a:srgbClr val="33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sp>
          <p:nvSpPr>
            <p:cNvPr id="365" name="Rectangle 29"/>
            <p:cNvSpPr>
              <a:spLocks noChangeArrowheads="1"/>
            </p:cNvSpPr>
            <p:nvPr/>
          </p:nvSpPr>
          <p:spPr bwMode="auto">
            <a:xfrm>
              <a:off x="5029200" y="5410201"/>
              <a:ext cx="242065" cy="2442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200"/>
            </a:p>
          </p:txBody>
        </p:sp>
        <p:cxnSp>
          <p:nvCxnSpPr>
            <p:cNvPr id="366" name="Straight Connector 365"/>
            <p:cNvCxnSpPr/>
            <p:nvPr/>
          </p:nvCxnSpPr>
          <p:spPr bwMode="auto">
            <a:xfrm rot="16200000" flipH="1">
              <a:off x="5143499" y="5524500"/>
              <a:ext cx="228602" cy="3"/>
            </a:xfrm>
            <a:prstGeom prst="line">
              <a:avLst/>
            </a:prstGeom>
            <a:solidFill>
              <a:schemeClr val="accent1"/>
            </a:solidFill>
            <a:ln w="762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67" name="Straight Connector 366"/>
            <p:cNvCxnSpPr/>
            <p:nvPr/>
          </p:nvCxnSpPr>
          <p:spPr bwMode="auto">
            <a:xfrm flipV="1">
              <a:off x="5257800" y="5638802"/>
              <a:ext cx="228600" cy="1"/>
            </a:xfrm>
            <a:prstGeom prst="line">
              <a:avLst/>
            </a:prstGeom>
            <a:solidFill>
              <a:schemeClr val="accent1"/>
            </a:solidFill>
            <a:ln w="76200" cap="flat" cmpd="sng" algn="ctr">
              <a:solidFill>
                <a:schemeClr val="accent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68" name="Straight Connector 367"/>
            <p:cNvCxnSpPr/>
            <p:nvPr/>
          </p:nvCxnSpPr>
          <p:spPr bwMode="auto">
            <a:xfrm rot="5400000" flipH="1" flipV="1">
              <a:off x="5142706" y="5524500"/>
              <a:ext cx="229394" cy="794"/>
            </a:xfrm>
            <a:prstGeom prst="line">
              <a:avLst/>
            </a:prstGeom>
            <a:solidFill>
              <a:schemeClr val="accent1"/>
            </a:solidFill>
            <a:ln w="762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69" name="Straight Connector 368"/>
            <p:cNvCxnSpPr/>
            <p:nvPr/>
          </p:nvCxnSpPr>
          <p:spPr bwMode="auto">
            <a:xfrm rot="10800000" flipV="1">
              <a:off x="5257800" y="5638800"/>
              <a:ext cx="228604" cy="2"/>
            </a:xfrm>
            <a:prstGeom prst="line">
              <a:avLst/>
            </a:prstGeom>
            <a:solidFill>
              <a:schemeClr val="accent1"/>
            </a:solidFill>
            <a:ln w="76200" cap="flat" cmpd="sng" algn="ctr">
              <a:solidFill>
                <a:schemeClr val="accent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5417F2-A948-48FD-8959-9D1F912BC5B5}" type="slidenum">
              <a:rPr lang="en-US"/>
              <a:pPr>
                <a:defRPr/>
              </a:pPr>
              <a:t>33</a:t>
            </a:fld>
            <a:endParaRPr lang="en-US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Basic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RNA enzyme model</a:t>
            </a:r>
          </a:p>
          <a:p>
            <a:pPr eaLnBrk="1" hangingPunct="1"/>
            <a:r>
              <a:rPr lang="en-US" dirty="0" smtClean="0">
                <a:solidFill>
                  <a:srgbClr val="C00000"/>
                </a:solidFill>
                <a:latin typeface="Arial" charset="0"/>
              </a:rPr>
              <a:t>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Precise yield 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Infinite yield shape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1" name="Rectangle 6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/>
              <a:t>Shape Replication Problem</a:t>
            </a:r>
            <a:endParaRPr lang="en-US" sz="3200" b="0" dirty="0"/>
          </a:p>
        </p:txBody>
      </p:sp>
      <p:sp>
        <p:nvSpPr>
          <p:cNvPr id="135" name="TextBox 134"/>
          <p:cNvSpPr txBox="1"/>
          <p:nvPr/>
        </p:nvSpPr>
        <p:spPr>
          <a:xfrm>
            <a:off x="1752600" y="914400"/>
            <a:ext cx="59436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Design an assembly system (algorithm) that will replicate a large number of copies given a single copy of a pre-assembled input shape. </a:t>
            </a:r>
            <a:endParaRPr lang="en-US" dirty="0"/>
          </a:p>
        </p:txBody>
      </p:sp>
      <p:grpSp>
        <p:nvGrpSpPr>
          <p:cNvPr id="148" name="Group 147"/>
          <p:cNvGrpSpPr/>
          <p:nvPr/>
        </p:nvGrpSpPr>
        <p:grpSpPr>
          <a:xfrm>
            <a:off x="2663456" y="2423532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136" name="Rectangle 135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" name="Rectangle 136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" name="Rectangle 137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" name="Rectangle 138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" name="Rectangle 139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" name="Rectangle 140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" name="Rectangle 141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" name="Rectangle 142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" name="Rectangle 143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" name="Rectangle 144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" name="Rectangle 145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3762154" y="1981200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150" name="Rectangle 149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" name="Rectangle 150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" name="Rectangle 151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" name="Rectangle 152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" name="Rectangle 153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" name="Rectangle 154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" name="Rectangle 155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" name="Rectangle 156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" name="Rectangle 157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" name="Rectangle 158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" name="Rectangle 159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161" name="Group 160"/>
          <p:cNvGrpSpPr/>
          <p:nvPr/>
        </p:nvGrpSpPr>
        <p:grpSpPr>
          <a:xfrm>
            <a:off x="3726712" y="2423532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162" name="Rectangle 161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" name="Rectangle 162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" name="Rectangle 163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" name="Rectangle 164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" name="Rectangle 165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" name="Rectangle 166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" name="Rectangle 167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" name="Rectangle 168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" name="Rectangle 169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" name="Rectangle 170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" name="Rectangle 171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198" name="Group 197"/>
          <p:cNvGrpSpPr/>
          <p:nvPr/>
        </p:nvGrpSpPr>
        <p:grpSpPr>
          <a:xfrm>
            <a:off x="3726712" y="2897459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199" name="Rectangle 198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" name="Rectangle 199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2" name="Rectangle 201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3" name="Rectangle 202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4" name="Rectangle 203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5" name="Rectangle 204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6" name="Rectangle 205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7" name="Rectangle 206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8" name="Rectangle 207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9" name="Rectangle 208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0" name="Rectangle 209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cxnSp>
        <p:nvCxnSpPr>
          <p:cNvPr id="212" name="Straight Arrow Connector 211"/>
          <p:cNvCxnSpPr/>
          <p:nvPr/>
        </p:nvCxnSpPr>
        <p:spPr bwMode="auto">
          <a:xfrm>
            <a:off x="3159642" y="2613102"/>
            <a:ext cx="389860" cy="658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216" name="Group 215"/>
          <p:cNvGrpSpPr/>
          <p:nvPr/>
        </p:nvGrpSpPr>
        <p:grpSpPr>
          <a:xfrm>
            <a:off x="4371754" y="1981200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17" name="Rectangle 216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" name="Rectangle 217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" name="Rectangle 218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" name="Rectangle 219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" name="Rectangle 220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" name="Rectangle 221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3" name="Rectangle 222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4" name="Rectangle 223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5" name="Rectangle 224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6" name="Rectangle 225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7" name="Rectangle 226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4336312" y="2423532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29" name="Rectangle 228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" name="Rectangle 229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" name="Rectangle 230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" name="Rectangle 231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" name="Rectangle 232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" name="Rectangle 233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" name="Rectangle 234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" name="Rectangle 235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" name="Rectangle 238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" name="Rectangle 239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" name="Rectangle 240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4336312" y="2897459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43" name="Rectangle 242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" name="Rectangle 243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" name="Rectangle 244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" name="Rectangle 245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7" name="Rectangle 246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8" name="Rectangle 247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9" name="Rectangle 248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0" name="Rectangle 249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1" name="Rectangle 250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2" name="Rectangle 251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3" name="Rectangle 252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4984898" y="1981200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55" name="Rectangle 254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6" name="Rectangle 255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7" name="Rectangle 256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8" name="Rectangle 257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9" name="Rectangle 258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0" name="Rectangle 259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1" name="Rectangle 260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2" name="Rectangle 261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3" name="Rectangle 262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4" name="Rectangle 263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5" name="Rectangle 264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4949456" y="2423532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69" name="Rectangle 268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0" name="Rectangle 269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1" name="Rectangle 270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2" name="Rectangle 271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3" name="Rectangle 272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4" name="Rectangle 273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5" name="Rectangle 274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6" name="Rectangle 275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7" name="Rectangle 276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8" name="Rectangle 277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9" name="Rectangle 278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4949456" y="2897459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281" name="Rectangle 280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85" name="Rectangle 284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86" name="Rectangle 285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91" name="Rectangle 290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92" name="Rectangle 291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0" name="Rectangle 369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1" name="Rectangle 370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2" name="Rectangle 371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3" name="Rectangle 372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4" name="Rectangle 373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5" name="Rectangle 374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376" name="Group 375"/>
          <p:cNvGrpSpPr/>
          <p:nvPr/>
        </p:nvGrpSpPr>
        <p:grpSpPr>
          <a:xfrm>
            <a:off x="5594498" y="1981200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377" name="Rectangle 376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9" name="Rectangle 378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0" name="Rectangle 379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1" name="Rectangle 380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2" name="Rectangle 381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3" name="Rectangle 382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4" name="Rectangle 383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5" name="Rectangle 384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6" name="Rectangle 385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388" name="Group 387"/>
          <p:cNvGrpSpPr/>
          <p:nvPr/>
        </p:nvGrpSpPr>
        <p:grpSpPr>
          <a:xfrm>
            <a:off x="5559056" y="2423532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389" name="Rectangle 388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0" name="Rectangle 389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1" name="Rectangle 390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2" name="Rectangle 391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3" name="Rectangle 392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4" name="Rectangle 393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5" name="Rectangle 394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7" name="Rectangle 396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8" name="Rectangle 397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9" name="Rectangle 398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5559056" y="2897459"/>
            <a:ext cx="425302" cy="379141"/>
            <a:chOff x="1981200" y="3276600"/>
            <a:chExt cx="914400" cy="914400"/>
          </a:xfrm>
          <a:solidFill>
            <a:schemeClr val="bg1">
              <a:lumMod val="85000"/>
            </a:schemeClr>
          </a:solidFill>
        </p:grpSpPr>
        <p:sp>
          <p:nvSpPr>
            <p:cNvPr id="401" name="Rectangle 400"/>
            <p:cNvSpPr/>
            <p:nvPr/>
          </p:nvSpPr>
          <p:spPr bwMode="auto">
            <a:xfrm>
              <a:off x="19812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2" name="Rectangle 401"/>
            <p:cNvSpPr/>
            <p:nvPr/>
          </p:nvSpPr>
          <p:spPr bwMode="auto">
            <a:xfrm>
              <a:off x="19812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3" name="Rectangle 402"/>
            <p:cNvSpPr/>
            <p:nvPr/>
          </p:nvSpPr>
          <p:spPr bwMode="auto">
            <a:xfrm>
              <a:off x="2209800" y="37338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4" name="Rectangle 403"/>
            <p:cNvSpPr/>
            <p:nvPr/>
          </p:nvSpPr>
          <p:spPr bwMode="auto">
            <a:xfrm>
              <a:off x="22098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22098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6" name="Rectangle 405"/>
            <p:cNvSpPr/>
            <p:nvPr/>
          </p:nvSpPr>
          <p:spPr bwMode="auto">
            <a:xfrm>
              <a:off x="24384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7" name="Rectangle 406"/>
            <p:cNvSpPr/>
            <p:nvPr/>
          </p:nvSpPr>
          <p:spPr bwMode="auto">
            <a:xfrm>
              <a:off x="24384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8" name="Rectangle 407"/>
            <p:cNvSpPr/>
            <p:nvPr/>
          </p:nvSpPr>
          <p:spPr bwMode="auto">
            <a:xfrm>
              <a:off x="2667000" y="35052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9" name="Rectangle 408"/>
            <p:cNvSpPr/>
            <p:nvPr/>
          </p:nvSpPr>
          <p:spPr bwMode="auto">
            <a:xfrm>
              <a:off x="2667000" y="32766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0" name="Rectangle 409"/>
            <p:cNvSpPr/>
            <p:nvPr/>
          </p:nvSpPr>
          <p:spPr bwMode="auto">
            <a:xfrm>
              <a:off x="19812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1" name="Rectangle 410"/>
            <p:cNvSpPr/>
            <p:nvPr/>
          </p:nvSpPr>
          <p:spPr bwMode="auto">
            <a:xfrm>
              <a:off x="2209800" y="3962400"/>
              <a:ext cx="228600" cy="2286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412" name="TextBox 411"/>
          <p:cNvSpPr txBox="1"/>
          <p:nvPr/>
        </p:nvSpPr>
        <p:spPr>
          <a:xfrm>
            <a:off x="685800" y="4114800"/>
            <a:ext cx="70866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Precise Yield:  Replicate </a:t>
            </a:r>
            <a:r>
              <a:rPr lang="en-US" dirty="0" smtClean="0">
                <a:solidFill>
                  <a:srgbClr val="C00000"/>
                </a:solidFill>
              </a:rPr>
              <a:t>exactly n copies </a:t>
            </a:r>
            <a:r>
              <a:rPr lang="en-US" dirty="0" smtClean="0"/>
              <a:t>for a given n</a:t>
            </a:r>
          </a:p>
          <a:p>
            <a:endParaRPr lang="en-US" dirty="0"/>
          </a:p>
          <a:p>
            <a:r>
              <a:rPr lang="en-US" dirty="0" smtClean="0"/>
              <a:t>Infinite Yield:   Replicate </a:t>
            </a:r>
            <a:r>
              <a:rPr lang="en-US" dirty="0" smtClean="0">
                <a:solidFill>
                  <a:srgbClr val="C00000"/>
                </a:solidFill>
              </a:rPr>
              <a:t>infinite copies</a:t>
            </a:r>
          </a:p>
          <a:p>
            <a:r>
              <a:rPr lang="en-US" dirty="0"/>
              <a:t>	</a:t>
            </a:r>
            <a:r>
              <a:rPr lang="en-US" dirty="0" smtClean="0"/>
              <a:t>	-in practice, the number of copies should </a:t>
            </a:r>
          </a:p>
          <a:p>
            <a:r>
              <a:rPr lang="en-US" dirty="0"/>
              <a:t>	</a:t>
            </a:r>
            <a:r>
              <a:rPr lang="en-US" dirty="0" smtClean="0"/>
              <a:t>	only be limited by the volume of particles 		available.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5417F2-A948-48FD-8959-9D1F912BC5B5}" type="slidenum">
              <a:rPr lang="en-US"/>
              <a:pPr>
                <a:defRPr/>
              </a:pPr>
              <a:t>35</a:t>
            </a:fld>
            <a:endParaRPr lang="en-US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smtClean="0">
                <a:latin typeface="Arial" charset="0"/>
              </a:rPr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Basic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RNA enzyme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Shape replication</a:t>
            </a:r>
          </a:p>
          <a:p>
            <a:pPr lvl="2" eaLnBrk="1" hangingPunct="1"/>
            <a:r>
              <a:rPr lang="en-US" dirty="0" smtClean="0">
                <a:solidFill>
                  <a:srgbClr val="C00000"/>
                </a:solidFill>
                <a:latin typeface="Arial" charset="0"/>
              </a:rPr>
              <a:t>Precise yield 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Infinite yield shape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3657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3657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3962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3962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267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4267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36576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3962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36576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3962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42672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42672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36576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39624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36576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9624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2672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42672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4572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4572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4572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4572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45720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45720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3657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3657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3962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3962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267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4267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36576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3962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36576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3962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42672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42672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36576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39624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36576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9624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2672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42672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4572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4572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4572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4572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45720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45720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657600" y="24808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75132" y="24808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279932" y="24808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584732" y="24808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805318" y="27094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792586" y="30142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792586" y="3319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792586" y="36238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4792586" y="3928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792586" y="42334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657600" y="4462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975132" y="4462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4279932" y="4462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4584732" y="4462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435320" y="27094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422588" y="30142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422588" y="33190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3422588" y="36238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3422588" y="3928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3422588" y="42334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a</a:t>
            </a:r>
            <a:endParaRPr lang="en-US" sz="16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54" name="Rectangle 53"/>
          <p:cNvSpPr/>
          <p:nvPr/>
        </p:nvSpPr>
        <p:spPr bwMode="auto">
          <a:xfrm>
            <a:off x="38100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5" name="Rectangle 54"/>
          <p:cNvSpPr/>
          <p:nvPr/>
        </p:nvSpPr>
        <p:spPr bwMode="auto">
          <a:xfrm>
            <a:off x="38100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41148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41148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8" name="Rectangle 57"/>
          <p:cNvSpPr/>
          <p:nvPr/>
        </p:nvSpPr>
        <p:spPr bwMode="auto">
          <a:xfrm>
            <a:off x="44196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9" name="Rectangle 58"/>
          <p:cNvSpPr/>
          <p:nvPr/>
        </p:nvSpPr>
        <p:spPr bwMode="auto">
          <a:xfrm>
            <a:off x="44196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38100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41148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2" name="Rectangle 61"/>
          <p:cNvSpPr/>
          <p:nvPr/>
        </p:nvSpPr>
        <p:spPr bwMode="auto">
          <a:xfrm>
            <a:off x="3810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4114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4" name="Rectangle 63"/>
          <p:cNvSpPr/>
          <p:nvPr/>
        </p:nvSpPr>
        <p:spPr bwMode="auto">
          <a:xfrm>
            <a:off x="44196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5" name="Rectangle 64"/>
          <p:cNvSpPr/>
          <p:nvPr/>
        </p:nvSpPr>
        <p:spPr bwMode="auto">
          <a:xfrm>
            <a:off x="4419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6" name="Rectangle 65"/>
          <p:cNvSpPr/>
          <p:nvPr/>
        </p:nvSpPr>
        <p:spPr bwMode="auto">
          <a:xfrm>
            <a:off x="38100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7" name="Rectangle 66"/>
          <p:cNvSpPr/>
          <p:nvPr/>
        </p:nvSpPr>
        <p:spPr bwMode="auto">
          <a:xfrm>
            <a:off x="41148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8" name="Rectangle 67"/>
          <p:cNvSpPr/>
          <p:nvPr/>
        </p:nvSpPr>
        <p:spPr bwMode="auto">
          <a:xfrm>
            <a:off x="38100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9" name="Rectangle 68"/>
          <p:cNvSpPr/>
          <p:nvPr/>
        </p:nvSpPr>
        <p:spPr bwMode="auto">
          <a:xfrm>
            <a:off x="41148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44196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44196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47244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47244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47244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5" name="Rectangle 74"/>
          <p:cNvSpPr/>
          <p:nvPr/>
        </p:nvSpPr>
        <p:spPr bwMode="auto">
          <a:xfrm>
            <a:off x="4724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6" name="Rectangle 75"/>
          <p:cNvSpPr/>
          <p:nvPr/>
        </p:nvSpPr>
        <p:spPr bwMode="auto">
          <a:xfrm>
            <a:off x="47244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7" name="Rectangle 76"/>
          <p:cNvSpPr/>
          <p:nvPr/>
        </p:nvSpPr>
        <p:spPr bwMode="auto">
          <a:xfrm>
            <a:off x="47244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10000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41275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44323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47371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4965732" y="2785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953000" y="30904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953000" y="33952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953000" y="37000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4953000" y="40048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4953000" y="4309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560470" y="2819400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3560470" y="30904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3560470" y="33952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3560470" y="37000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3560470" y="40048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3560470" y="43096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4127532" y="4572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4432332" y="4572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4737132" y="45720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10000" y="45720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38100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38100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41148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41148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4196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44196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38100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41148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3810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4114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44196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4419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38100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41148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38100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41148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4196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44196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4724400" y="2819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4724400" y="3124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4724400" y="3429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4724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4724400" y="4038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4724400" y="4343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810000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41275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4323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737132" y="25146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965732" y="2785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953000" y="30904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53000" y="33952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0" y="37000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0" y="40048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53000" y="4309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560470" y="2819400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3560470" y="30904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3560470" y="33952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3560470" y="37000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560470" y="40048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3560470" y="43096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4127532" y="4572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432332" y="4572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4737132" y="45720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810000" y="45720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13716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23622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1371600" y="2743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1676400" y="2055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16764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2286000" y="2055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22860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1409700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1562100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1410494" y="2171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1562894" y="2170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6" name="TextBox 75"/>
          <p:cNvSpPr txBox="1"/>
          <p:nvPr/>
        </p:nvSpPr>
        <p:spPr>
          <a:xfrm>
            <a:off x="2362200" y="20574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1600200" y="27094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676400" y="1828800"/>
            <a:ext cx="29046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x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55706" y="1828800"/>
            <a:ext cx="29046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x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371600" y="2099846"/>
            <a:ext cx="28405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y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371600" y="2404646"/>
            <a:ext cx="28405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3429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3429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37338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37338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0386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40386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34290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37338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34290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37338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40386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40386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34290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37338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34290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7338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0386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40386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4343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4343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43434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43434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43434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43434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429000" y="3048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746532" y="3048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051332" y="3048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356132" y="30480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584732" y="33190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572000" y="36238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572000" y="39286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572000" y="42334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572000" y="45382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572000" y="484304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79470" y="3352800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3179470" y="36238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3179470" y="39286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3179470" y="42334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179470" y="45382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3179470" y="4843046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w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3746532" y="51054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051332" y="5105400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s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4356132" y="51054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429000" y="51054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13716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16764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1371600" y="2133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1676400" y="2055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16764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1600200" y="2055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16002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1409700" y="2095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1562100" y="2094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1410494" y="2171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1562894" y="2170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6" name="TextBox 75"/>
          <p:cNvSpPr txBox="1"/>
          <p:nvPr/>
        </p:nvSpPr>
        <p:spPr>
          <a:xfrm>
            <a:off x="1778156" y="2054423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1600200" y="2206823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cxnSp>
        <p:nvCxnSpPr>
          <p:cNvPr id="67" name="Straight Arrow Connector 66"/>
          <p:cNvCxnSpPr/>
          <p:nvPr/>
        </p:nvCxnSpPr>
        <p:spPr bwMode="auto">
          <a:xfrm>
            <a:off x="2057400" y="2438400"/>
            <a:ext cx="1295400" cy="8382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3429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3429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37338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37338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0386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40386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34290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37338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34290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37338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40386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40386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34290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37338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34290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7338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0386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40386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4343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4343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4343400" y="3962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4343400" y="4267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4343400" y="4572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4343400" y="4876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429000" y="3048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746532" y="3048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051332" y="3048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356132" y="3048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584732" y="3319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572000" y="3623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572000" y="39286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572000" y="42334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572000" y="45382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572000" y="4843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179470" y="33528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3179470" y="36238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3179470" y="39286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3179470" y="42334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179470" y="45382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3179470" y="4843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3746532" y="5105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051332" y="5105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4356132" y="5105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429000" y="5105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13716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1676400" y="1828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1371600" y="2133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1676400" y="1981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16764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1600200" y="1981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1600200" y="1905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1409700" y="2095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1486694" y="2094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1410494" y="2171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1486694" y="2170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6" name="TextBox 75"/>
          <p:cNvSpPr txBox="1"/>
          <p:nvPr/>
        </p:nvSpPr>
        <p:spPr>
          <a:xfrm>
            <a:off x="1752600" y="2057400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n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1600200" y="2209800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99" name="Rectangle 98"/>
          <p:cNvSpPr/>
          <p:nvPr/>
        </p:nvSpPr>
        <p:spPr bwMode="auto">
          <a:xfrm>
            <a:off x="5562600" y="1905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5867400" y="1905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5867400" y="220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2" name="Straight Connector 101"/>
          <p:cNvCxnSpPr/>
          <p:nvPr/>
        </p:nvCxnSpPr>
        <p:spPr bwMode="auto">
          <a:xfrm>
            <a:off x="5867400" y="2057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/>
          <p:cNvCxnSpPr/>
          <p:nvPr/>
        </p:nvCxnSpPr>
        <p:spPr bwMode="auto">
          <a:xfrm>
            <a:off x="5867400" y="1981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103"/>
          <p:cNvCxnSpPr/>
          <p:nvPr/>
        </p:nvCxnSpPr>
        <p:spPr bwMode="auto">
          <a:xfrm>
            <a:off x="5791200" y="2057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104"/>
          <p:cNvCxnSpPr/>
          <p:nvPr/>
        </p:nvCxnSpPr>
        <p:spPr bwMode="auto">
          <a:xfrm>
            <a:off x="5791200" y="1981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/>
          <p:cNvCxnSpPr/>
          <p:nvPr/>
        </p:nvCxnSpPr>
        <p:spPr bwMode="auto">
          <a:xfrm rot="5400000">
            <a:off x="5980112" y="2171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/>
          <p:cNvCxnSpPr/>
          <p:nvPr/>
        </p:nvCxnSpPr>
        <p:spPr bwMode="auto">
          <a:xfrm rot="5400000">
            <a:off x="6057106" y="2170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/>
          <p:cNvCxnSpPr/>
          <p:nvPr/>
        </p:nvCxnSpPr>
        <p:spPr bwMode="auto">
          <a:xfrm rot="5400000">
            <a:off x="5980906" y="2247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108"/>
          <p:cNvCxnSpPr/>
          <p:nvPr/>
        </p:nvCxnSpPr>
        <p:spPr bwMode="auto">
          <a:xfrm rot="5400000">
            <a:off x="6057106" y="2247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0" name="TextBox 109"/>
          <p:cNvSpPr txBox="1"/>
          <p:nvPr/>
        </p:nvSpPr>
        <p:spPr>
          <a:xfrm>
            <a:off x="5526384" y="2133600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n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5638800" y="2286000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e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12954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16002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4" name="Straight Connector 113"/>
          <p:cNvCxnSpPr/>
          <p:nvPr/>
        </p:nvCxnSpPr>
        <p:spPr bwMode="auto">
          <a:xfrm>
            <a:off x="1600200" y="6246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1600200" y="6170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>
            <a:off x="1524000" y="6246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>
            <a:off x="1524000" y="6170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123"/>
          <p:cNvSpPr/>
          <p:nvPr/>
        </p:nvSpPr>
        <p:spPr bwMode="auto">
          <a:xfrm>
            <a:off x="1295400" y="5715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1333500" y="5981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1410494" y="5980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1334294" y="6057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1410494" y="6057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9" name="TextBox 128"/>
          <p:cNvSpPr txBox="1"/>
          <p:nvPr/>
        </p:nvSpPr>
        <p:spPr>
          <a:xfrm>
            <a:off x="1676400" y="57912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0" y="5638800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6096000" y="5562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6096000" y="5867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35" name="Straight Connector 134"/>
          <p:cNvCxnSpPr/>
          <p:nvPr/>
        </p:nvCxnSpPr>
        <p:spPr bwMode="auto">
          <a:xfrm rot="5400000">
            <a:off x="6208712" y="5829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6285706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136"/>
          <p:cNvCxnSpPr/>
          <p:nvPr/>
        </p:nvCxnSpPr>
        <p:spPr bwMode="auto">
          <a:xfrm rot="5400000">
            <a:off x="6209506" y="5905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/>
          <p:cNvCxnSpPr/>
          <p:nvPr/>
        </p:nvCxnSpPr>
        <p:spPr bwMode="auto">
          <a:xfrm rot="5400000">
            <a:off x="6285706" y="5904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9" name="Rectangle 138"/>
          <p:cNvSpPr/>
          <p:nvPr/>
        </p:nvSpPr>
        <p:spPr bwMode="auto">
          <a:xfrm>
            <a:off x="5791200" y="5867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>
            <a:off x="6096000" y="6094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/>
          <p:cNvCxnSpPr/>
          <p:nvPr/>
        </p:nvCxnSpPr>
        <p:spPr bwMode="auto">
          <a:xfrm>
            <a:off x="6096000" y="6018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6019800" y="6094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142"/>
          <p:cNvCxnSpPr/>
          <p:nvPr/>
        </p:nvCxnSpPr>
        <p:spPr bwMode="auto">
          <a:xfrm>
            <a:off x="6019800" y="6018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4" name="TextBox 143"/>
          <p:cNvSpPr txBox="1"/>
          <p:nvPr/>
        </p:nvSpPr>
        <p:spPr>
          <a:xfrm>
            <a:off x="5759792" y="56388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900972" y="5486400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e</a:t>
            </a:r>
            <a:endParaRPr lang="en-US" sz="1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876800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51943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4991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8039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32532" y="2938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019800" y="3242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019800" y="35476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019800" y="38524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019800" y="41572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019800" y="4462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27270" y="29718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4627270" y="32428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4627270" y="35476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4627270" y="38524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627270" y="41572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4627270" y="4462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51943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4991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58039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876800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3581400" y="2057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3886200" y="2057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3581400" y="2362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3886200" y="2209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3886200" y="2133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3810000" y="2209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3810000" y="2133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3619500" y="2324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3696494" y="2323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3620294" y="2400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3696494" y="239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6" name="TextBox 75"/>
          <p:cNvSpPr txBox="1"/>
          <p:nvPr/>
        </p:nvSpPr>
        <p:spPr>
          <a:xfrm>
            <a:off x="3962400" y="2286000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n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3810000" y="2438400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99" name="Rectangle 98"/>
          <p:cNvSpPr/>
          <p:nvPr/>
        </p:nvSpPr>
        <p:spPr bwMode="auto">
          <a:xfrm>
            <a:off x="6781800" y="1981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7086600" y="1981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7086600" y="2286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2" name="Straight Connector 101"/>
          <p:cNvCxnSpPr/>
          <p:nvPr/>
        </p:nvCxnSpPr>
        <p:spPr bwMode="auto">
          <a:xfrm>
            <a:off x="7086600" y="2133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/>
          <p:cNvCxnSpPr/>
          <p:nvPr/>
        </p:nvCxnSpPr>
        <p:spPr bwMode="auto">
          <a:xfrm>
            <a:off x="7086600" y="2057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103"/>
          <p:cNvCxnSpPr/>
          <p:nvPr/>
        </p:nvCxnSpPr>
        <p:spPr bwMode="auto">
          <a:xfrm>
            <a:off x="7010400" y="2133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104"/>
          <p:cNvCxnSpPr/>
          <p:nvPr/>
        </p:nvCxnSpPr>
        <p:spPr bwMode="auto">
          <a:xfrm>
            <a:off x="7010400" y="2057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/>
          <p:cNvCxnSpPr/>
          <p:nvPr/>
        </p:nvCxnSpPr>
        <p:spPr bwMode="auto">
          <a:xfrm rot="5400000">
            <a:off x="7199312" y="2247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/>
          <p:cNvCxnSpPr/>
          <p:nvPr/>
        </p:nvCxnSpPr>
        <p:spPr bwMode="auto">
          <a:xfrm rot="5400000">
            <a:off x="7276306" y="2247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/>
          <p:cNvCxnSpPr/>
          <p:nvPr/>
        </p:nvCxnSpPr>
        <p:spPr bwMode="auto">
          <a:xfrm rot="5400000">
            <a:off x="7200106" y="2324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108"/>
          <p:cNvCxnSpPr/>
          <p:nvPr/>
        </p:nvCxnSpPr>
        <p:spPr bwMode="auto">
          <a:xfrm rot="5400000">
            <a:off x="7276306" y="2323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0" name="TextBox 109"/>
          <p:cNvSpPr txBox="1"/>
          <p:nvPr/>
        </p:nvSpPr>
        <p:spPr>
          <a:xfrm>
            <a:off x="6745584" y="2209800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n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6858000" y="2362200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e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35814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38862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4" name="Straight Connector 113"/>
          <p:cNvCxnSpPr/>
          <p:nvPr/>
        </p:nvCxnSpPr>
        <p:spPr bwMode="auto">
          <a:xfrm>
            <a:off x="3886200" y="5713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3886200" y="5637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>
            <a:off x="3810000" y="5713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>
            <a:off x="3810000" y="5637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123"/>
          <p:cNvSpPr/>
          <p:nvPr/>
        </p:nvSpPr>
        <p:spPr bwMode="auto">
          <a:xfrm>
            <a:off x="3581400" y="5181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3619500" y="5448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3696494" y="5447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3620294" y="5524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3696494" y="5523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9" name="TextBox 128"/>
          <p:cNvSpPr txBox="1"/>
          <p:nvPr/>
        </p:nvSpPr>
        <p:spPr>
          <a:xfrm>
            <a:off x="3962400" y="52578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10000" y="5105400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7010400" y="5105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7010400" y="5410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35" name="Straight Connector 134"/>
          <p:cNvCxnSpPr/>
          <p:nvPr/>
        </p:nvCxnSpPr>
        <p:spPr bwMode="auto">
          <a:xfrm rot="5400000">
            <a:off x="7123112" y="5372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7200106" y="5371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136"/>
          <p:cNvCxnSpPr/>
          <p:nvPr/>
        </p:nvCxnSpPr>
        <p:spPr bwMode="auto">
          <a:xfrm rot="5400000">
            <a:off x="7123906" y="5448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/>
          <p:cNvCxnSpPr/>
          <p:nvPr/>
        </p:nvCxnSpPr>
        <p:spPr bwMode="auto">
          <a:xfrm rot="5400000">
            <a:off x="7200106" y="5447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9" name="Rectangle 138"/>
          <p:cNvSpPr/>
          <p:nvPr/>
        </p:nvSpPr>
        <p:spPr bwMode="auto">
          <a:xfrm>
            <a:off x="6705600" y="5410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>
            <a:off x="7010400" y="5637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/>
          <p:cNvCxnSpPr/>
          <p:nvPr/>
        </p:nvCxnSpPr>
        <p:spPr bwMode="auto">
          <a:xfrm>
            <a:off x="7010400" y="55610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6934200" y="5637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142"/>
          <p:cNvCxnSpPr/>
          <p:nvPr/>
        </p:nvCxnSpPr>
        <p:spPr bwMode="auto">
          <a:xfrm>
            <a:off x="6934200" y="55610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4" name="TextBox 143"/>
          <p:cNvSpPr txBox="1"/>
          <p:nvPr/>
        </p:nvSpPr>
        <p:spPr>
          <a:xfrm>
            <a:off x="6674192" y="5181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15372" y="5029200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e</a:t>
            </a:r>
            <a:endParaRPr lang="en-US" sz="1200" dirty="0">
              <a:latin typeface="Comic Sans MS" pitchFamily="66" charset="0"/>
            </a:endParaRPr>
          </a:p>
        </p:txBody>
      </p:sp>
      <p:cxnSp>
        <p:nvCxnSpPr>
          <p:cNvPr id="119" name="Straight Arrow Connector 118"/>
          <p:cNvCxnSpPr>
            <a:stCxn id="76" idx="2"/>
            <a:endCxn id="44" idx="0"/>
          </p:cNvCxnSpPr>
          <p:nvPr/>
        </p:nvCxnSpPr>
        <p:spPr bwMode="auto">
          <a:xfrm rot="16200000" flipH="1">
            <a:off x="4233663" y="2424143"/>
            <a:ext cx="408801" cy="686511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22" name="Straight Arrow Connector 121"/>
          <p:cNvCxnSpPr>
            <a:stCxn id="111" idx="1"/>
            <a:endCxn id="38" idx="0"/>
          </p:cNvCxnSpPr>
          <p:nvPr/>
        </p:nvCxnSpPr>
        <p:spPr bwMode="auto">
          <a:xfrm rot="10800000" flipV="1">
            <a:off x="6175360" y="2500700"/>
            <a:ext cx="682640" cy="437346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34" name="Straight Arrow Connector 133"/>
          <p:cNvCxnSpPr>
            <a:stCxn id="145" idx="1"/>
            <a:endCxn id="43" idx="2"/>
          </p:cNvCxnSpPr>
          <p:nvPr/>
        </p:nvCxnSpPr>
        <p:spPr bwMode="auto">
          <a:xfrm rot="10800000">
            <a:off x="6162628" y="4769824"/>
            <a:ext cx="652744" cy="397877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50" name="Straight Arrow Connector 149"/>
          <p:cNvCxnSpPr>
            <a:stCxn id="129" idx="0"/>
            <a:endCxn id="49" idx="2"/>
          </p:cNvCxnSpPr>
          <p:nvPr/>
        </p:nvCxnSpPr>
        <p:spPr bwMode="auto">
          <a:xfrm rot="5400000" flipH="1" flipV="1">
            <a:off x="4192873" y="4669355"/>
            <a:ext cx="487977" cy="688915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876800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5194332" y="2740223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499132" y="2740223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8039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32532" y="2938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019800" y="3242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019800" y="35476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019800" y="38524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019800" y="41572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019800" y="4462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27270" y="29718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4662536" y="3304401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4662536" y="3609201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4662536" y="3914001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662536" y="4218801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4627270" y="4462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51943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4991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58039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876800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4876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4876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48006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48006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4610100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4687094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4610894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4687094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6096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6096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2" name="Straight Connector 101"/>
          <p:cNvCxnSpPr/>
          <p:nvPr/>
        </p:nvCxnSpPr>
        <p:spPr bwMode="auto">
          <a:xfrm>
            <a:off x="60960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/>
          <p:cNvCxnSpPr/>
          <p:nvPr/>
        </p:nvCxnSpPr>
        <p:spPr bwMode="auto">
          <a:xfrm>
            <a:off x="60960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103"/>
          <p:cNvCxnSpPr/>
          <p:nvPr/>
        </p:nvCxnSpPr>
        <p:spPr bwMode="auto">
          <a:xfrm>
            <a:off x="6019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104"/>
          <p:cNvCxnSpPr/>
          <p:nvPr/>
        </p:nvCxnSpPr>
        <p:spPr bwMode="auto">
          <a:xfrm>
            <a:off x="6019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/>
          <p:cNvCxnSpPr/>
          <p:nvPr/>
        </p:nvCxnSpPr>
        <p:spPr bwMode="auto">
          <a:xfrm rot="5400000">
            <a:off x="6208712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/>
          <p:cNvCxnSpPr/>
          <p:nvPr/>
        </p:nvCxnSpPr>
        <p:spPr bwMode="auto">
          <a:xfrm rot="5400000">
            <a:off x="6285706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/>
          <p:cNvCxnSpPr/>
          <p:nvPr/>
        </p:nvCxnSpPr>
        <p:spPr bwMode="auto">
          <a:xfrm rot="5400000">
            <a:off x="6209506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108"/>
          <p:cNvCxnSpPr/>
          <p:nvPr/>
        </p:nvCxnSpPr>
        <p:spPr bwMode="auto">
          <a:xfrm rot="5400000">
            <a:off x="6285706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2" name="Rectangle 111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4" name="Straight Connector 113"/>
          <p:cNvCxnSpPr/>
          <p:nvPr/>
        </p:nvCxnSpPr>
        <p:spPr bwMode="auto">
          <a:xfrm>
            <a:off x="4876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4876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>
            <a:off x="48006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>
            <a:off x="48006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123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4610100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4687094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4610894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4687094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1" name="Rectangle 130"/>
          <p:cNvSpPr/>
          <p:nvPr/>
        </p:nvSpPr>
        <p:spPr bwMode="auto">
          <a:xfrm>
            <a:off x="6096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6096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35" name="Straight Connector 134"/>
          <p:cNvCxnSpPr/>
          <p:nvPr/>
        </p:nvCxnSpPr>
        <p:spPr bwMode="auto">
          <a:xfrm rot="5400000">
            <a:off x="6208712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6285706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136"/>
          <p:cNvCxnSpPr/>
          <p:nvPr/>
        </p:nvCxnSpPr>
        <p:spPr bwMode="auto">
          <a:xfrm rot="5400000">
            <a:off x="6209506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/>
          <p:cNvCxnSpPr/>
          <p:nvPr/>
        </p:nvCxnSpPr>
        <p:spPr bwMode="auto">
          <a:xfrm rot="5400000">
            <a:off x="6285706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9" name="Rectangle 138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>
            <a:off x="60960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/>
          <p:cNvCxnSpPr/>
          <p:nvPr/>
        </p:nvCxnSpPr>
        <p:spPr bwMode="auto">
          <a:xfrm>
            <a:off x="60960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6019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142"/>
          <p:cNvCxnSpPr/>
          <p:nvPr/>
        </p:nvCxnSpPr>
        <p:spPr bwMode="auto">
          <a:xfrm>
            <a:off x="6019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8" name="TextBox 117"/>
          <p:cNvSpPr txBox="1"/>
          <p:nvPr/>
        </p:nvSpPr>
        <p:spPr>
          <a:xfrm>
            <a:off x="4510136" y="3200400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120" name="Rectangle 119"/>
          <p:cNvSpPr/>
          <p:nvPr/>
        </p:nvSpPr>
        <p:spPr bwMode="auto">
          <a:xfrm>
            <a:off x="3733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3976736" y="3685401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3733800" y="3429000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733800" y="3886200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495800" y="42950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cxnSp>
        <p:nvCxnSpPr>
          <p:cNvPr id="147" name="Straight Arrow Connector 146"/>
          <p:cNvCxnSpPr>
            <a:stCxn id="121" idx="0"/>
            <a:endCxn id="118" idx="2"/>
          </p:cNvCxnSpPr>
          <p:nvPr/>
        </p:nvCxnSpPr>
        <p:spPr bwMode="auto">
          <a:xfrm rot="5400000" flipH="1" flipV="1">
            <a:off x="4279457" y="3319910"/>
            <a:ext cx="208002" cy="522981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51" name="Straight Arrow Connector 150"/>
          <p:cNvCxnSpPr>
            <a:stCxn id="121" idx="2"/>
            <a:endCxn id="146" idx="0"/>
          </p:cNvCxnSpPr>
          <p:nvPr/>
        </p:nvCxnSpPr>
        <p:spPr bwMode="auto">
          <a:xfrm rot="16200000" flipH="1">
            <a:off x="4209990" y="3874377"/>
            <a:ext cx="332601" cy="508645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876800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8039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32532" y="2938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019800" y="4462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27270" y="29718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4627270" y="4462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58039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876800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4876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4876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48006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48006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4610100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4687094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4610894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4687094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6096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6096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2" name="Straight Connector 101"/>
          <p:cNvCxnSpPr/>
          <p:nvPr/>
        </p:nvCxnSpPr>
        <p:spPr bwMode="auto">
          <a:xfrm>
            <a:off x="60960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/>
          <p:cNvCxnSpPr/>
          <p:nvPr/>
        </p:nvCxnSpPr>
        <p:spPr bwMode="auto">
          <a:xfrm>
            <a:off x="60960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103"/>
          <p:cNvCxnSpPr/>
          <p:nvPr/>
        </p:nvCxnSpPr>
        <p:spPr bwMode="auto">
          <a:xfrm>
            <a:off x="6019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104"/>
          <p:cNvCxnSpPr/>
          <p:nvPr/>
        </p:nvCxnSpPr>
        <p:spPr bwMode="auto">
          <a:xfrm>
            <a:off x="6019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/>
          <p:cNvCxnSpPr/>
          <p:nvPr/>
        </p:nvCxnSpPr>
        <p:spPr bwMode="auto">
          <a:xfrm rot="5400000">
            <a:off x="6208712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/>
          <p:cNvCxnSpPr/>
          <p:nvPr/>
        </p:nvCxnSpPr>
        <p:spPr bwMode="auto">
          <a:xfrm rot="5400000">
            <a:off x="6285706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/>
          <p:cNvCxnSpPr/>
          <p:nvPr/>
        </p:nvCxnSpPr>
        <p:spPr bwMode="auto">
          <a:xfrm rot="5400000">
            <a:off x="6209506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108"/>
          <p:cNvCxnSpPr/>
          <p:nvPr/>
        </p:nvCxnSpPr>
        <p:spPr bwMode="auto">
          <a:xfrm rot="5400000">
            <a:off x="6285706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2" name="Rectangle 111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4" name="Straight Connector 113"/>
          <p:cNvCxnSpPr/>
          <p:nvPr/>
        </p:nvCxnSpPr>
        <p:spPr bwMode="auto">
          <a:xfrm>
            <a:off x="4876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4876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>
            <a:off x="48006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>
            <a:off x="48006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123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4610100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4687094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4610894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4687094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1" name="Rectangle 130"/>
          <p:cNvSpPr/>
          <p:nvPr/>
        </p:nvSpPr>
        <p:spPr bwMode="auto">
          <a:xfrm>
            <a:off x="6096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6096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35" name="Straight Connector 134"/>
          <p:cNvCxnSpPr/>
          <p:nvPr/>
        </p:nvCxnSpPr>
        <p:spPr bwMode="auto">
          <a:xfrm rot="5400000">
            <a:off x="6208712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6285706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136"/>
          <p:cNvCxnSpPr/>
          <p:nvPr/>
        </p:nvCxnSpPr>
        <p:spPr bwMode="auto">
          <a:xfrm rot="5400000">
            <a:off x="6209506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/>
          <p:cNvCxnSpPr/>
          <p:nvPr/>
        </p:nvCxnSpPr>
        <p:spPr bwMode="auto">
          <a:xfrm rot="5400000">
            <a:off x="6285706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9" name="Rectangle 138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>
            <a:off x="60960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/>
          <p:cNvCxnSpPr/>
          <p:nvPr/>
        </p:nvCxnSpPr>
        <p:spPr bwMode="auto">
          <a:xfrm>
            <a:off x="60960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6019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142"/>
          <p:cNvCxnSpPr/>
          <p:nvPr/>
        </p:nvCxnSpPr>
        <p:spPr bwMode="auto">
          <a:xfrm>
            <a:off x="6019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Rectangle 119"/>
          <p:cNvSpPr/>
          <p:nvPr/>
        </p:nvSpPr>
        <p:spPr bwMode="auto">
          <a:xfrm>
            <a:off x="45720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45720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45720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5720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60960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60960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60960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60960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5181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228600" y="990600"/>
            <a:ext cx="475482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876800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803932" y="26670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32532" y="2938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019800" y="4462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4627270" y="29718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4627270" y="4462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5803932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876800" y="47244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55" name="Rectangle 54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59" name="Straight Connector 58"/>
          <p:cNvCxnSpPr/>
          <p:nvPr/>
        </p:nvCxnSpPr>
        <p:spPr bwMode="auto">
          <a:xfrm>
            <a:off x="4876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59"/>
          <p:cNvCxnSpPr/>
          <p:nvPr/>
        </p:nvCxnSpPr>
        <p:spPr bwMode="auto">
          <a:xfrm>
            <a:off x="4876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>
            <a:off x="48006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>
            <a:off x="48006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67"/>
          <p:cNvCxnSpPr/>
          <p:nvPr/>
        </p:nvCxnSpPr>
        <p:spPr bwMode="auto">
          <a:xfrm rot="5400000">
            <a:off x="4610100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0"/>
          <p:cNvCxnSpPr/>
          <p:nvPr/>
        </p:nvCxnSpPr>
        <p:spPr bwMode="auto">
          <a:xfrm rot="5400000">
            <a:off x="4687094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1"/>
          <p:cNvCxnSpPr/>
          <p:nvPr/>
        </p:nvCxnSpPr>
        <p:spPr bwMode="auto">
          <a:xfrm rot="5400000">
            <a:off x="4610894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2"/>
          <p:cNvCxnSpPr/>
          <p:nvPr/>
        </p:nvCxnSpPr>
        <p:spPr bwMode="auto">
          <a:xfrm rot="5400000">
            <a:off x="4687094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6096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6096000" y="2971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2" name="Straight Connector 101"/>
          <p:cNvCxnSpPr/>
          <p:nvPr/>
        </p:nvCxnSpPr>
        <p:spPr bwMode="auto">
          <a:xfrm>
            <a:off x="60960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/>
          <p:cNvCxnSpPr/>
          <p:nvPr/>
        </p:nvCxnSpPr>
        <p:spPr bwMode="auto">
          <a:xfrm>
            <a:off x="60960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103"/>
          <p:cNvCxnSpPr/>
          <p:nvPr/>
        </p:nvCxnSpPr>
        <p:spPr bwMode="auto">
          <a:xfrm>
            <a:off x="6019800" y="2819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104"/>
          <p:cNvCxnSpPr/>
          <p:nvPr/>
        </p:nvCxnSpPr>
        <p:spPr bwMode="auto">
          <a:xfrm>
            <a:off x="6019800" y="27432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/>
          <p:cNvCxnSpPr/>
          <p:nvPr/>
        </p:nvCxnSpPr>
        <p:spPr bwMode="auto">
          <a:xfrm rot="5400000">
            <a:off x="6208712" y="2933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/>
          <p:cNvCxnSpPr/>
          <p:nvPr/>
        </p:nvCxnSpPr>
        <p:spPr bwMode="auto">
          <a:xfrm rot="5400000">
            <a:off x="6285706" y="2932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/>
          <p:cNvCxnSpPr/>
          <p:nvPr/>
        </p:nvCxnSpPr>
        <p:spPr bwMode="auto">
          <a:xfrm rot="5400000">
            <a:off x="6209506" y="3009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108"/>
          <p:cNvCxnSpPr/>
          <p:nvPr/>
        </p:nvCxnSpPr>
        <p:spPr bwMode="auto">
          <a:xfrm rot="5400000">
            <a:off x="6285706" y="3009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2" name="Rectangle 111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4" name="Straight Connector 113"/>
          <p:cNvCxnSpPr/>
          <p:nvPr/>
        </p:nvCxnSpPr>
        <p:spPr bwMode="auto">
          <a:xfrm>
            <a:off x="4876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4876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>
            <a:off x="48006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>
            <a:off x="48006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123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4610100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4687094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4610894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4687094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1" name="Rectangle 130"/>
          <p:cNvSpPr/>
          <p:nvPr/>
        </p:nvSpPr>
        <p:spPr bwMode="auto">
          <a:xfrm>
            <a:off x="6096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6096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35" name="Straight Connector 134"/>
          <p:cNvCxnSpPr/>
          <p:nvPr/>
        </p:nvCxnSpPr>
        <p:spPr bwMode="auto">
          <a:xfrm rot="5400000">
            <a:off x="6208712" y="4762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6285706" y="4761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136"/>
          <p:cNvCxnSpPr/>
          <p:nvPr/>
        </p:nvCxnSpPr>
        <p:spPr bwMode="auto">
          <a:xfrm rot="5400000">
            <a:off x="6209506" y="4838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/>
          <p:cNvCxnSpPr/>
          <p:nvPr/>
        </p:nvCxnSpPr>
        <p:spPr bwMode="auto">
          <a:xfrm rot="5400000">
            <a:off x="6285706" y="4837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9" name="Rectangle 138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>
            <a:off x="60960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/>
          <p:cNvCxnSpPr/>
          <p:nvPr/>
        </p:nvCxnSpPr>
        <p:spPr bwMode="auto">
          <a:xfrm>
            <a:off x="60960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6019800" y="5027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142"/>
          <p:cNvCxnSpPr/>
          <p:nvPr/>
        </p:nvCxnSpPr>
        <p:spPr bwMode="auto">
          <a:xfrm>
            <a:off x="6019800" y="4951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Rectangle 119"/>
          <p:cNvSpPr/>
          <p:nvPr/>
        </p:nvSpPr>
        <p:spPr bwMode="auto">
          <a:xfrm>
            <a:off x="45720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45720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45720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5720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60960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60960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60960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60960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5181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4267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4267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4267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4267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4267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4267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4267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60960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64008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64008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64008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64008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64008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64008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64008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64008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64008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64008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60960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45720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45720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44958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44958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43053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43822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43060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43822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64023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64023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63261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63261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65151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65920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65158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65920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65135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65905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65143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65905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64008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64008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63246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63246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4572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4572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44958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44958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43053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43822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43060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43822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" name="TextBox 247"/>
          <p:cNvSpPr txBox="1"/>
          <p:nvPr/>
        </p:nvSpPr>
        <p:spPr>
          <a:xfrm>
            <a:off x="228600" y="1352490"/>
            <a:ext cx="475482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</a:t>
            </a:r>
            <a:endParaRPr lang="en-US" dirty="0"/>
          </a:p>
        </p:txBody>
      </p:sp>
      <p:sp>
        <p:nvSpPr>
          <p:cNvPr id="249" name="TextBox 248"/>
          <p:cNvSpPr txBox="1"/>
          <p:nvPr/>
        </p:nvSpPr>
        <p:spPr>
          <a:xfrm>
            <a:off x="228600" y="990600"/>
            <a:ext cx="475482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4267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4267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4267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4267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4267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4267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4267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60960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64008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64008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64008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64008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64008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64008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64008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64008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64008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64008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60960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45720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45720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44958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44958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43053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43822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43060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43822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64023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64023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63261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63261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65151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65920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65158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65920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65135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65905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65143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65905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64008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64008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63246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63246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4572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4572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44958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44958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43053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43822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43060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43822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8" name="TextBox 167"/>
          <p:cNvSpPr txBox="1"/>
          <p:nvPr/>
        </p:nvSpPr>
        <p:spPr>
          <a:xfrm>
            <a:off x="228600" y="1295400"/>
            <a:ext cx="482536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  <a:endParaRPr lang="en-US" dirty="0"/>
          </a:p>
        </p:txBody>
      </p:sp>
      <p:sp>
        <p:nvSpPr>
          <p:cNvPr id="169" name="TextBox 168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TextBox 98"/>
          <p:cNvSpPr txBox="1"/>
          <p:nvPr/>
        </p:nvSpPr>
        <p:spPr>
          <a:xfrm>
            <a:off x="228600" y="1295400"/>
            <a:ext cx="482536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  <a:endParaRPr lang="en-US" dirty="0"/>
          </a:p>
        </p:txBody>
      </p:sp>
      <p:sp>
        <p:nvSpPr>
          <p:cNvPr id="100" name="TextBox 99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3962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962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3962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962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5105400" y="3200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4419600" y="3810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51816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12" name="Straight Connector 111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3" name="Straight Connector 112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4" name="Straight Connector 113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6" name="TextBox 115"/>
          <p:cNvSpPr txBox="1"/>
          <p:nvPr/>
        </p:nvSpPr>
        <p:spPr>
          <a:xfrm>
            <a:off x="228600" y="1295400"/>
            <a:ext cx="482536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  <a:endParaRPr lang="en-US" dirty="0"/>
          </a:p>
        </p:txBody>
      </p:sp>
      <p:sp>
        <p:nvSpPr>
          <p:cNvPr id="117" name="TextBox 116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3962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962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3962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962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3962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3962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3962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3962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267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7" name="Rectangle 116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5181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228600" y="1295400"/>
            <a:ext cx="482536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  <a:endParaRPr lang="en-US" dirty="0"/>
          </a:p>
        </p:txBody>
      </p:sp>
      <p:sp>
        <p:nvSpPr>
          <p:cNvPr id="135" name="TextBox 134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3962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962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3962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962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3962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3962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3962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3962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267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7" name="Rectangle 116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5181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426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426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4572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426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426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26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4648200" y="4114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426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5029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228600" y="1295400"/>
            <a:ext cx="482536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</a:p>
          <a:p>
            <a:r>
              <a:rPr lang="en-US" dirty="0" smtClean="0"/>
              <a:t>Step 5:  Fill frame with</a:t>
            </a:r>
          </a:p>
          <a:p>
            <a:r>
              <a:rPr lang="en-US" dirty="0"/>
              <a:t> </a:t>
            </a:r>
            <a:r>
              <a:rPr lang="en-US" dirty="0" smtClean="0"/>
              <a:t>             DNA.</a:t>
            </a:r>
            <a:endParaRPr lang="en-US" dirty="0"/>
          </a:p>
        </p:txBody>
      </p:sp>
      <p:sp>
        <p:nvSpPr>
          <p:cNvPr id="172" name="TextBox 171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98"/>
          <p:cNvSpPr/>
          <p:nvPr/>
        </p:nvSpPr>
        <p:spPr bwMode="auto">
          <a:xfrm>
            <a:off x="3962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962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42672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45720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5181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3962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962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3962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3962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3962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3962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3" name="Rectangle 112"/>
          <p:cNvSpPr/>
          <p:nvPr/>
        </p:nvSpPr>
        <p:spPr bwMode="auto">
          <a:xfrm>
            <a:off x="4267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45720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48768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7" name="Rectangle 116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48768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5181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426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426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4572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426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426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26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4572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426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4572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" name="Rectangle 140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3" name="Rectangle 142"/>
          <p:cNvSpPr/>
          <p:nvPr/>
        </p:nvSpPr>
        <p:spPr bwMode="auto">
          <a:xfrm>
            <a:off x="4572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228600" y="1295400"/>
            <a:ext cx="482536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</a:p>
          <a:p>
            <a:r>
              <a:rPr lang="en-US" dirty="0" smtClean="0"/>
              <a:t>Step 5:  Fill frame with</a:t>
            </a:r>
          </a:p>
          <a:p>
            <a:r>
              <a:rPr lang="en-US" dirty="0"/>
              <a:t> </a:t>
            </a:r>
            <a:r>
              <a:rPr lang="en-US" dirty="0" smtClean="0"/>
              <a:t>             DNA.</a:t>
            </a:r>
            <a:endParaRPr lang="en-US" dirty="0"/>
          </a:p>
        </p:txBody>
      </p:sp>
      <p:sp>
        <p:nvSpPr>
          <p:cNvPr id="172" name="TextBox 171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162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162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7467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7467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7772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7772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162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467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162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467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772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7772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162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467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162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467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772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772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7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07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07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07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07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07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6576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657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657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657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657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6576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657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6576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7912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7912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7912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7912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7912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7912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7912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7912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791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7912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962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962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8862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8862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695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772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696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772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792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792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7165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7165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9055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9824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9062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9824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9039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9809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9047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9809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791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791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7150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7150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962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962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886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886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6957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7726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6964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7726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2" name="Rectangle 131"/>
          <p:cNvSpPr/>
          <p:nvPr/>
        </p:nvSpPr>
        <p:spPr bwMode="auto">
          <a:xfrm>
            <a:off x="4267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4267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4572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4572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4876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4267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4267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267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4572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4267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4572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4876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5181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5181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5181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5181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5181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4572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" name="Rectangle 140"/>
          <p:cNvSpPr/>
          <p:nvPr/>
        </p:nvSpPr>
        <p:spPr bwMode="auto">
          <a:xfrm>
            <a:off x="4876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3" name="Rectangle 142"/>
          <p:cNvSpPr/>
          <p:nvPr/>
        </p:nvSpPr>
        <p:spPr bwMode="auto">
          <a:xfrm>
            <a:off x="4572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4876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4876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4876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5181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228600" y="1295400"/>
            <a:ext cx="4825360" cy="2246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</a:p>
          <a:p>
            <a:r>
              <a:rPr lang="en-US" dirty="0" smtClean="0"/>
              <a:t>Step 5:  Fill frame with</a:t>
            </a:r>
          </a:p>
          <a:p>
            <a:r>
              <a:rPr lang="en-US" dirty="0"/>
              <a:t> </a:t>
            </a:r>
            <a:r>
              <a:rPr lang="en-US" dirty="0" smtClean="0"/>
              <a:t>             DNA.</a:t>
            </a:r>
          </a:p>
          <a:p>
            <a:r>
              <a:rPr lang="en-US" dirty="0" smtClean="0"/>
              <a:t>Step 6:  Add enzyme.</a:t>
            </a:r>
            <a:endParaRPr lang="en-US" dirty="0"/>
          </a:p>
        </p:txBody>
      </p:sp>
      <p:sp>
        <p:nvSpPr>
          <p:cNvPr id="172" name="TextBox 171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696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7696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8001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8001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8305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8305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696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8001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696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8001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8305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8305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7696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8001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7696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8001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8305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8305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610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8610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" name="Rectangle 29"/>
          <p:cNvSpPr/>
          <p:nvPr/>
        </p:nvSpPr>
        <p:spPr bwMode="auto">
          <a:xfrm>
            <a:off x="8610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" name="Rectangle 30"/>
          <p:cNvSpPr/>
          <p:nvPr/>
        </p:nvSpPr>
        <p:spPr bwMode="auto">
          <a:xfrm>
            <a:off x="8610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8610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8610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3528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3528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657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3528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3528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3528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3528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33528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33528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33528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33528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3657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39624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2672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572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4876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51816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5486400" y="51054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5486400" y="26670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54864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54864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54864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54864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54864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4864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54864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5486400" y="48006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39624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42672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45720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4876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5181600" y="2362200"/>
            <a:ext cx="304800" cy="3048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0" name="Straight Connector 179"/>
          <p:cNvCxnSpPr/>
          <p:nvPr/>
        </p:nvCxnSpPr>
        <p:spPr bwMode="auto">
          <a:xfrm>
            <a:off x="36576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/>
          <p:cNvCxnSpPr/>
          <p:nvPr/>
        </p:nvCxnSpPr>
        <p:spPr bwMode="auto">
          <a:xfrm>
            <a:off x="36576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" name="Straight Connector 181"/>
          <p:cNvCxnSpPr/>
          <p:nvPr/>
        </p:nvCxnSpPr>
        <p:spPr bwMode="auto">
          <a:xfrm>
            <a:off x="3581400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3" name="Straight Connector 182"/>
          <p:cNvCxnSpPr/>
          <p:nvPr/>
        </p:nvCxnSpPr>
        <p:spPr bwMode="auto">
          <a:xfrm>
            <a:off x="3581400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33909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/>
          <p:cNvCxnSpPr/>
          <p:nvPr/>
        </p:nvCxnSpPr>
        <p:spPr bwMode="auto">
          <a:xfrm rot="5400000">
            <a:off x="34678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/>
          <p:cNvCxnSpPr/>
          <p:nvPr/>
        </p:nvCxnSpPr>
        <p:spPr bwMode="auto">
          <a:xfrm rot="5400000">
            <a:off x="33916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" name="Straight Connector 186"/>
          <p:cNvCxnSpPr/>
          <p:nvPr/>
        </p:nvCxnSpPr>
        <p:spPr bwMode="auto">
          <a:xfrm rot="5400000">
            <a:off x="34678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>
            <a:off x="54879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>
            <a:off x="54879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>
            <a:off x="5411788" y="2514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3" name="Straight Connector 202"/>
          <p:cNvCxnSpPr/>
          <p:nvPr/>
        </p:nvCxnSpPr>
        <p:spPr bwMode="auto">
          <a:xfrm>
            <a:off x="5411788" y="2438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4" name="Straight Connector 203"/>
          <p:cNvCxnSpPr/>
          <p:nvPr/>
        </p:nvCxnSpPr>
        <p:spPr bwMode="auto">
          <a:xfrm rot="5400000">
            <a:off x="5600700" y="2628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5" name="Straight Connector 204"/>
          <p:cNvCxnSpPr/>
          <p:nvPr/>
        </p:nvCxnSpPr>
        <p:spPr bwMode="auto">
          <a:xfrm rot="5400000">
            <a:off x="5677694" y="2628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6" name="Straight Connector 205"/>
          <p:cNvCxnSpPr/>
          <p:nvPr/>
        </p:nvCxnSpPr>
        <p:spPr bwMode="auto">
          <a:xfrm rot="5400000">
            <a:off x="5601494" y="2705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7" name="Straight Connector 206"/>
          <p:cNvCxnSpPr/>
          <p:nvPr/>
        </p:nvCxnSpPr>
        <p:spPr bwMode="auto">
          <a:xfrm rot="5400000">
            <a:off x="5677694" y="2704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0" name="Straight Connector 219"/>
          <p:cNvCxnSpPr/>
          <p:nvPr/>
        </p:nvCxnSpPr>
        <p:spPr bwMode="auto">
          <a:xfrm rot="5400000">
            <a:off x="5599112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1" name="Straight Connector 220"/>
          <p:cNvCxnSpPr/>
          <p:nvPr/>
        </p:nvCxnSpPr>
        <p:spPr bwMode="auto">
          <a:xfrm rot="5400000">
            <a:off x="5676106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2" name="Straight Connector 221"/>
          <p:cNvCxnSpPr/>
          <p:nvPr/>
        </p:nvCxnSpPr>
        <p:spPr bwMode="auto">
          <a:xfrm rot="5400000">
            <a:off x="5599906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3" name="Straight Connector 222"/>
          <p:cNvCxnSpPr/>
          <p:nvPr/>
        </p:nvCxnSpPr>
        <p:spPr bwMode="auto">
          <a:xfrm rot="5400000">
            <a:off x="5676106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4" name="Straight Connector 223"/>
          <p:cNvCxnSpPr/>
          <p:nvPr/>
        </p:nvCxnSpPr>
        <p:spPr bwMode="auto">
          <a:xfrm>
            <a:off x="5486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5" name="Straight Connector 224"/>
          <p:cNvCxnSpPr/>
          <p:nvPr/>
        </p:nvCxnSpPr>
        <p:spPr bwMode="auto">
          <a:xfrm>
            <a:off x="5486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6" name="Straight Connector 225"/>
          <p:cNvCxnSpPr/>
          <p:nvPr/>
        </p:nvCxnSpPr>
        <p:spPr bwMode="auto">
          <a:xfrm>
            <a:off x="54102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7" name="Straight Connector 226"/>
          <p:cNvCxnSpPr/>
          <p:nvPr/>
        </p:nvCxnSpPr>
        <p:spPr bwMode="auto">
          <a:xfrm>
            <a:off x="54102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Straight Connector 239"/>
          <p:cNvCxnSpPr/>
          <p:nvPr/>
        </p:nvCxnSpPr>
        <p:spPr bwMode="auto">
          <a:xfrm>
            <a:off x="36576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1" name="Straight Connector 240"/>
          <p:cNvCxnSpPr/>
          <p:nvPr/>
        </p:nvCxnSpPr>
        <p:spPr bwMode="auto">
          <a:xfrm>
            <a:off x="36576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2" name="Straight Connector 241"/>
          <p:cNvCxnSpPr/>
          <p:nvPr/>
        </p:nvCxnSpPr>
        <p:spPr bwMode="auto">
          <a:xfrm>
            <a:off x="3581400" y="53340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3" name="Straight Connector 242"/>
          <p:cNvCxnSpPr/>
          <p:nvPr/>
        </p:nvCxnSpPr>
        <p:spPr bwMode="auto">
          <a:xfrm>
            <a:off x="3581400" y="52578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4" name="Straight Connector 243"/>
          <p:cNvCxnSpPr/>
          <p:nvPr/>
        </p:nvCxnSpPr>
        <p:spPr bwMode="auto">
          <a:xfrm rot="5400000">
            <a:off x="3390900" y="50688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5" name="Straight Connector 244"/>
          <p:cNvCxnSpPr/>
          <p:nvPr/>
        </p:nvCxnSpPr>
        <p:spPr bwMode="auto">
          <a:xfrm rot="5400000">
            <a:off x="3467894" y="50680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6" name="Straight Connector 245"/>
          <p:cNvCxnSpPr/>
          <p:nvPr/>
        </p:nvCxnSpPr>
        <p:spPr bwMode="auto">
          <a:xfrm rot="5400000">
            <a:off x="3391694" y="514508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" name="Straight Connector 246"/>
          <p:cNvCxnSpPr/>
          <p:nvPr/>
        </p:nvCxnSpPr>
        <p:spPr bwMode="auto">
          <a:xfrm rot="5400000">
            <a:off x="3467894" y="5144294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2" name="Rectangle 131"/>
          <p:cNvSpPr/>
          <p:nvPr/>
        </p:nvSpPr>
        <p:spPr bwMode="auto">
          <a:xfrm>
            <a:off x="6096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6096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64008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64008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7056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6096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6096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6096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6400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6096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6400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6705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010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7010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7010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7010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7010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64008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" name="Rectangle 140"/>
          <p:cNvSpPr/>
          <p:nvPr/>
        </p:nvSpPr>
        <p:spPr bwMode="auto">
          <a:xfrm>
            <a:off x="67056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3" name="Rectangle 142"/>
          <p:cNvSpPr/>
          <p:nvPr/>
        </p:nvSpPr>
        <p:spPr bwMode="auto">
          <a:xfrm>
            <a:off x="64008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67056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67056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6705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7010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228600" y="1295400"/>
            <a:ext cx="4825360" cy="2246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 Coat shape with layer of DNA.</a:t>
            </a:r>
          </a:p>
          <a:p>
            <a:r>
              <a:rPr lang="en-US" dirty="0" smtClean="0"/>
              <a:t>Step 3:  Add enzyme.</a:t>
            </a:r>
          </a:p>
          <a:p>
            <a:r>
              <a:rPr lang="en-US" dirty="0" smtClean="0"/>
              <a:t>Step 4:  Coat frame with layer</a:t>
            </a:r>
          </a:p>
          <a:p>
            <a:r>
              <a:rPr lang="en-US" dirty="0"/>
              <a:t> </a:t>
            </a:r>
            <a:r>
              <a:rPr lang="en-US" dirty="0" smtClean="0"/>
              <a:t>              of RNA.</a:t>
            </a:r>
          </a:p>
          <a:p>
            <a:r>
              <a:rPr lang="en-US" dirty="0" smtClean="0"/>
              <a:t>Step 5:  Fill frame with</a:t>
            </a:r>
          </a:p>
          <a:p>
            <a:r>
              <a:rPr lang="en-US" dirty="0"/>
              <a:t> </a:t>
            </a:r>
            <a:r>
              <a:rPr lang="en-US" dirty="0" smtClean="0"/>
              <a:t>             DNA.</a:t>
            </a:r>
          </a:p>
          <a:p>
            <a:r>
              <a:rPr lang="en-US" dirty="0" smtClean="0"/>
              <a:t>Step 6:  Add enzyme.</a:t>
            </a:r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228600" y="990600"/>
            <a:ext cx="4825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 Coat shape with layer of RNA.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5867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172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2819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124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2819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2819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3124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5562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55626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5867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5867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172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6172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2819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2578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5626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562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7" name="Rectangle 176"/>
          <p:cNvSpPr/>
          <p:nvPr/>
        </p:nvSpPr>
        <p:spPr bwMode="auto">
          <a:xfrm>
            <a:off x="2819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8" name="Rectangle 177"/>
          <p:cNvSpPr/>
          <p:nvPr/>
        </p:nvSpPr>
        <p:spPr bwMode="auto">
          <a:xfrm>
            <a:off x="3124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9" name="Rectangle 178"/>
          <p:cNvSpPr/>
          <p:nvPr/>
        </p:nvSpPr>
        <p:spPr bwMode="auto">
          <a:xfrm>
            <a:off x="3429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8" name="Rectangle 197"/>
          <p:cNvSpPr/>
          <p:nvPr/>
        </p:nvSpPr>
        <p:spPr bwMode="auto">
          <a:xfrm>
            <a:off x="3124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8" name="Rectangle 207"/>
          <p:cNvSpPr/>
          <p:nvPr/>
        </p:nvSpPr>
        <p:spPr bwMode="auto">
          <a:xfrm>
            <a:off x="34290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" name="Rectangle 209"/>
          <p:cNvSpPr/>
          <p:nvPr/>
        </p:nvSpPr>
        <p:spPr bwMode="auto">
          <a:xfrm>
            <a:off x="37338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4" name="Rectangle 213"/>
          <p:cNvSpPr/>
          <p:nvPr/>
        </p:nvSpPr>
        <p:spPr bwMode="auto">
          <a:xfrm>
            <a:off x="2819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9" name="Rectangle 218"/>
          <p:cNvSpPr/>
          <p:nvPr/>
        </p:nvSpPr>
        <p:spPr bwMode="auto">
          <a:xfrm>
            <a:off x="28194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8" name="Rectangle 227"/>
          <p:cNvSpPr/>
          <p:nvPr/>
        </p:nvSpPr>
        <p:spPr bwMode="auto">
          <a:xfrm>
            <a:off x="31242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" name="Rectangle 228"/>
          <p:cNvSpPr/>
          <p:nvPr/>
        </p:nvSpPr>
        <p:spPr bwMode="auto">
          <a:xfrm>
            <a:off x="34290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" name="Rectangle 229"/>
          <p:cNvSpPr/>
          <p:nvPr/>
        </p:nvSpPr>
        <p:spPr bwMode="auto">
          <a:xfrm>
            <a:off x="4953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1" name="Rectangle 230"/>
          <p:cNvSpPr/>
          <p:nvPr/>
        </p:nvSpPr>
        <p:spPr bwMode="auto">
          <a:xfrm>
            <a:off x="5257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2" name="Rectangle 231"/>
          <p:cNvSpPr/>
          <p:nvPr/>
        </p:nvSpPr>
        <p:spPr bwMode="auto">
          <a:xfrm>
            <a:off x="40386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3" name="Rectangle 232"/>
          <p:cNvSpPr/>
          <p:nvPr/>
        </p:nvSpPr>
        <p:spPr bwMode="auto">
          <a:xfrm>
            <a:off x="4343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4" name="Rectangle 233"/>
          <p:cNvSpPr/>
          <p:nvPr/>
        </p:nvSpPr>
        <p:spPr bwMode="auto">
          <a:xfrm>
            <a:off x="4648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5" name="Rectangle 234"/>
          <p:cNvSpPr/>
          <p:nvPr/>
        </p:nvSpPr>
        <p:spPr bwMode="auto">
          <a:xfrm>
            <a:off x="49530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6" name="Rectangle 235"/>
          <p:cNvSpPr/>
          <p:nvPr/>
        </p:nvSpPr>
        <p:spPr bwMode="auto">
          <a:xfrm>
            <a:off x="52578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7" name="Rectangle 236"/>
          <p:cNvSpPr/>
          <p:nvPr/>
        </p:nvSpPr>
        <p:spPr bwMode="auto">
          <a:xfrm>
            <a:off x="4038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8" name="Rectangle 237"/>
          <p:cNvSpPr/>
          <p:nvPr/>
        </p:nvSpPr>
        <p:spPr bwMode="auto">
          <a:xfrm>
            <a:off x="4343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9" name="Rectangle 238"/>
          <p:cNvSpPr/>
          <p:nvPr/>
        </p:nvSpPr>
        <p:spPr bwMode="auto">
          <a:xfrm>
            <a:off x="4648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" name="Rectangle 247"/>
          <p:cNvSpPr/>
          <p:nvPr/>
        </p:nvSpPr>
        <p:spPr bwMode="auto">
          <a:xfrm>
            <a:off x="4953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" name="Rectangle 248"/>
          <p:cNvSpPr/>
          <p:nvPr/>
        </p:nvSpPr>
        <p:spPr bwMode="auto">
          <a:xfrm>
            <a:off x="5257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" name="Rectangle 249"/>
          <p:cNvSpPr/>
          <p:nvPr/>
        </p:nvSpPr>
        <p:spPr bwMode="auto">
          <a:xfrm>
            <a:off x="3429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1" name="Rectangle 250"/>
          <p:cNvSpPr/>
          <p:nvPr/>
        </p:nvSpPr>
        <p:spPr bwMode="auto">
          <a:xfrm>
            <a:off x="3429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2" name="Rectangle 251"/>
          <p:cNvSpPr/>
          <p:nvPr/>
        </p:nvSpPr>
        <p:spPr bwMode="auto">
          <a:xfrm>
            <a:off x="5867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6" name="Rectangle 255"/>
          <p:cNvSpPr/>
          <p:nvPr/>
        </p:nvSpPr>
        <p:spPr bwMode="auto">
          <a:xfrm>
            <a:off x="55626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7" name="Rectangle 256"/>
          <p:cNvSpPr/>
          <p:nvPr/>
        </p:nvSpPr>
        <p:spPr bwMode="auto">
          <a:xfrm>
            <a:off x="5867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1" name="Rectangle 260"/>
          <p:cNvSpPr/>
          <p:nvPr/>
        </p:nvSpPr>
        <p:spPr bwMode="auto">
          <a:xfrm>
            <a:off x="4648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2" name="Rectangle 261"/>
          <p:cNvSpPr/>
          <p:nvPr/>
        </p:nvSpPr>
        <p:spPr bwMode="auto">
          <a:xfrm>
            <a:off x="4038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3" name="Rectangle 262"/>
          <p:cNvSpPr/>
          <p:nvPr/>
        </p:nvSpPr>
        <p:spPr bwMode="auto">
          <a:xfrm>
            <a:off x="4343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4" name="Rectangle 263"/>
          <p:cNvSpPr/>
          <p:nvPr/>
        </p:nvSpPr>
        <p:spPr bwMode="auto">
          <a:xfrm>
            <a:off x="3124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5" name="Rectangle 264"/>
          <p:cNvSpPr/>
          <p:nvPr/>
        </p:nvSpPr>
        <p:spPr bwMode="auto">
          <a:xfrm>
            <a:off x="3429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6" name="Rectangle 265"/>
          <p:cNvSpPr/>
          <p:nvPr/>
        </p:nvSpPr>
        <p:spPr bwMode="auto">
          <a:xfrm>
            <a:off x="3733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7" name="Rectangle 266"/>
          <p:cNvSpPr/>
          <p:nvPr/>
        </p:nvSpPr>
        <p:spPr bwMode="auto">
          <a:xfrm>
            <a:off x="3733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8" name="Rectangle 267"/>
          <p:cNvSpPr/>
          <p:nvPr/>
        </p:nvSpPr>
        <p:spPr bwMode="auto">
          <a:xfrm>
            <a:off x="3124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9" name="Rectangle 268"/>
          <p:cNvSpPr/>
          <p:nvPr/>
        </p:nvSpPr>
        <p:spPr bwMode="auto">
          <a:xfrm>
            <a:off x="3429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0" name="Rectangle 179"/>
          <p:cNvSpPr/>
          <p:nvPr/>
        </p:nvSpPr>
        <p:spPr bwMode="auto">
          <a:xfrm>
            <a:off x="2819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1" name="Rectangle 180"/>
          <p:cNvSpPr/>
          <p:nvPr/>
        </p:nvSpPr>
        <p:spPr bwMode="auto">
          <a:xfrm>
            <a:off x="3124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" name="Rectangle 183"/>
          <p:cNvSpPr/>
          <p:nvPr/>
        </p:nvSpPr>
        <p:spPr bwMode="auto">
          <a:xfrm>
            <a:off x="2819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5" name="Rectangle 184"/>
          <p:cNvSpPr/>
          <p:nvPr/>
        </p:nvSpPr>
        <p:spPr bwMode="auto">
          <a:xfrm>
            <a:off x="3124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6" name="Rectangle 185"/>
          <p:cNvSpPr/>
          <p:nvPr/>
        </p:nvSpPr>
        <p:spPr bwMode="auto">
          <a:xfrm>
            <a:off x="3429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7" name="Rectangle 186"/>
          <p:cNvSpPr/>
          <p:nvPr/>
        </p:nvSpPr>
        <p:spPr bwMode="auto">
          <a:xfrm>
            <a:off x="3429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0" name="Rectangle 199"/>
          <p:cNvSpPr/>
          <p:nvPr/>
        </p:nvSpPr>
        <p:spPr bwMode="auto">
          <a:xfrm>
            <a:off x="2819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1" name="Rectangle 200"/>
          <p:cNvSpPr/>
          <p:nvPr/>
        </p:nvSpPr>
        <p:spPr bwMode="auto">
          <a:xfrm>
            <a:off x="3124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2" name="Rectangle 201"/>
          <p:cNvSpPr/>
          <p:nvPr/>
        </p:nvSpPr>
        <p:spPr bwMode="auto">
          <a:xfrm>
            <a:off x="3429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2" name="Rectangle 211"/>
          <p:cNvSpPr/>
          <p:nvPr/>
        </p:nvSpPr>
        <p:spPr bwMode="auto">
          <a:xfrm>
            <a:off x="2819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3" name="Rectangle 212"/>
          <p:cNvSpPr/>
          <p:nvPr/>
        </p:nvSpPr>
        <p:spPr bwMode="auto">
          <a:xfrm>
            <a:off x="3124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5" name="Rectangle 214"/>
          <p:cNvSpPr/>
          <p:nvPr/>
        </p:nvSpPr>
        <p:spPr bwMode="auto">
          <a:xfrm>
            <a:off x="2819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6" name="Rectangle 215"/>
          <p:cNvSpPr/>
          <p:nvPr/>
        </p:nvSpPr>
        <p:spPr bwMode="auto">
          <a:xfrm>
            <a:off x="3124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" name="Rectangle 217"/>
          <p:cNvSpPr/>
          <p:nvPr/>
        </p:nvSpPr>
        <p:spPr bwMode="auto">
          <a:xfrm>
            <a:off x="2819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0" name="Rectangle 219"/>
          <p:cNvSpPr/>
          <p:nvPr/>
        </p:nvSpPr>
        <p:spPr bwMode="auto">
          <a:xfrm>
            <a:off x="31242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1" name="Rectangle 220"/>
          <p:cNvSpPr/>
          <p:nvPr/>
        </p:nvSpPr>
        <p:spPr bwMode="auto">
          <a:xfrm>
            <a:off x="34290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2" name="Rectangle 221"/>
          <p:cNvSpPr/>
          <p:nvPr/>
        </p:nvSpPr>
        <p:spPr bwMode="auto">
          <a:xfrm>
            <a:off x="3429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3" name="Rectangle 222"/>
          <p:cNvSpPr/>
          <p:nvPr/>
        </p:nvSpPr>
        <p:spPr bwMode="auto">
          <a:xfrm>
            <a:off x="3429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" name="Rectangle 223"/>
          <p:cNvSpPr/>
          <p:nvPr/>
        </p:nvSpPr>
        <p:spPr bwMode="auto">
          <a:xfrm>
            <a:off x="2819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" name="Rectangle 224"/>
          <p:cNvSpPr/>
          <p:nvPr/>
        </p:nvSpPr>
        <p:spPr bwMode="auto">
          <a:xfrm>
            <a:off x="31242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" name="Rectangle 225"/>
          <p:cNvSpPr/>
          <p:nvPr/>
        </p:nvSpPr>
        <p:spPr bwMode="auto">
          <a:xfrm>
            <a:off x="34290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7" name="Rectangle 226"/>
          <p:cNvSpPr/>
          <p:nvPr/>
        </p:nvSpPr>
        <p:spPr bwMode="auto">
          <a:xfrm>
            <a:off x="2819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0" name="Rectangle 239"/>
          <p:cNvSpPr/>
          <p:nvPr/>
        </p:nvSpPr>
        <p:spPr bwMode="auto">
          <a:xfrm>
            <a:off x="31242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1" name="Rectangle 240"/>
          <p:cNvSpPr/>
          <p:nvPr/>
        </p:nvSpPr>
        <p:spPr bwMode="auto">
          <a:xfrm>
            <a:off x="34290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" name="Rectangle 241"/>
          <p:cNvSpPr/>
          <p:nvPr/>
        </p:nvSpPr>
        <p:spPr bwMode="auto">
          <a:xfrm>
            <a:off x="52578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3" name="Rectangle 242"/>
          <p:cNvSpPr/>
          <p:nvPr/>
        </p:nvSpPr>
        <p:spPr bwMode="auto">
          <a:xfrm>
            <a:off x="55626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4" name="Rectangle 243"/>
          <p:cNvSpPr/>
          <p:nvPr/>
        </p:nvSpPr>
        <p:spPr bwMode="auto">
          <a:xfrm>
            <a:off x="5867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5" name="Rectangle 244"/>
          <p:cNvSpPr/>
          <p:nvPr/>
        </p:nvSpPr>
        <p:spPr bwMode="auto">
          <a:xfrm>
            <a:off x="5562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" name="Rectangle 245"/>
          <p:cNvSpPr/>
          <p:nvPr/>
        </p:nvSpPr>
        <p:spPr bwMode="auto">
          <a:xfrm>
            <a:off x="5867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9" name="Rectangle 258"/>
          <p:cNvSpPr/>
          <p:nvPr/>
        </p:nvSpPr>
        <p:spPr bwMode="auto">
          <a:xfrm>
            <a:off x="5257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0" name="Rectangle 259"/>
          <p:cNvSpPr/>
          <p:nvPr/>
        </p:nvSpPr>
        <p:spPr bwMode="auto">
          <a:xfrm>
            <a:off x="5562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8" name="Rectangle 277"/>
          <p:cNvSpPr/>
          <p:nvPr/>
        </p:nvSpPr>
        <p:spPr bwMode="auto">
          <a:xfrm>
            <a:off x="5867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9" name="Rectangle 278"/>
          <p:cNvSpPr/>
          <p:nvPr/>
        </p:nvSpPr>
        <p:spPr bwMode="auto">
          <a:xfrm>
            <a:off x="5562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0" name="Rectangle 279"/>
          <p:cNvSpPr/>
          <p:nvPr/>
        </p:nvSpPr>
        <p:spPr bwMode="auto">
          <a:xfrm>
            <a:off x="5867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2" name="Rectangle 281"/>
          <p:cNvSpPr/>
          <p:nvPr/>
        </p:nvSpPr>
        <p:spPr bwMode="auto">
          <a:xfrm>
            <a:off x="37338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3" name="Rectangle 282"/>
          <p:cNvSpPr/>
          <p:nvPr/>
        </p:nvSpPr>
        <p:spPr bwMode="auto">
          <a:xfrm>
            <a:off x="40386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4" name="Rectangle 283"/>
          <p:cNvSpPr/>
          <p:nvPr/>
        </p:nvSpPr>
        <p:spPr bwMode="auto">
          <a:xfrm>
            <a:off x="4343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5" name="Rectangle 284"/>
          <p:cNvSpPr/>
          <p:nvPr/>
        </p:nvSpPr>
        <p:spPr bwMode="auto">
          <a:xfrm>
            <a:off x="46482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6" name="Rectangle 285"/>
          <p:cNvSpPr/>
          <p:nvPr/>
        </p:nvSpPr>
        <p:spPr bwMode="auto">
          <a:xfrm>
            <a:off x="49530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7" name="Rectangle 286"/>
          <p:cNvSpPr/>
          <p:nvPr/>
        </p:nvSpPr>
        <p:spPr bwMode="auto">
          <a:xfrm>
            <a:off x="52578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8" name="Rectangle 287"/>
          <p:cNvSpPr/>
          <p:nvPr/>
        </p:nvSpPr>
        <p:spPr bwMode="auto">
          <a:xfrm>
            <a:off x="3733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9" name="Rectangle 288"/>
          <p:cNvSpPr/>
          <p:nvPr/>
        </p:nvSpPr>
        <p:spPr bwMode="auto">
          <a:xfrm>
            <a:off x="4038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0" name="Rectangle 289"/>
          <p:cNvSpPr/>
          <p:nvPr/>
        </p:nvSpPr>
        <p:spPr bwMode="auto">
          <a:xfrm>
            <a:off x="4343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1" name="Rectangle 290"/>
          <p:cNvSpPr/>
          <p:nvPr/>
        </p:nvSpPr>
        <p:spPr bwMode="auto">
          <a:xfrm>
            <a:off x="4648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2" name="Rectangle 291"/>
          <p:cNvSpPr/>
          <p:nvPr/>
        </p:nvSpPr>
        <p:spPr bwMode="auto">
          <a:xfrm>
            <a:off x="4953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3" name="Rectangle 292"/>
          <p:cNvSpPr/>
          <p:nvPr/>
        </p:nvSpPr>
        <p:spPr bwMode="auto">
          <a:xfrm>
            <a:off x="5257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4" name="Rectangle 293"/>
          <p:cNvSpPr/>
          <p:nvPr/>
        </p:nvSpPr>
        <p:spPr bwMode="auto">
          <a:xfrm>
            <a:off x="3733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5" name="Rectangle 294"/>
          <p:cNvSpPr/>
          <p:nvPr/>
        </p:nvSpPr>
        <p:spPr bwMode="auto">
          <a:xfrm>
            <a:off x="4038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6" name="Rectangle 295"/>
          <p:cNvSpPr/>
          <p:nvPr/>
        </p:nvSpPr>
        <p:spPr bwMode="auto">
          <a:xfrm>
            <a:off x="4343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7" name="Rectangle 296"/>
          <p:cNvSpPr/>
          <p:nvPr/>
        </p:nvSpPr>
        <p:spPr bwMode="auto">
          <a:xfrm>
            <a:off x="4648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8" name="Rectangle 297"/>
          <p:cNvSpPr/>
          <p:nvPr/>
        </p:nvSpPr>
        <p:spPr bwMode="auto">
          <a:xfrm>
            <a:off x="4953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9" name="Rectangle 298"/>
          <p:cNvSpPr/>
          <p:nvPr/>
        </p:nvSpPr>
        <p:spPr bwMode="auto">
          <a:xfrm>
            <a:off x="5257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5867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172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2819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124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2819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2819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3124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5562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55626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5867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5867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172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6172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2819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2578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5626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562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7" name="Rectangle 176"/>
          <p:cNvSpPr/>
          <p:nvPr/>
        </p:nvSpPr>
        <p:spPr bwMode="auto">
          <a:xfrm>
            <a:off x="2819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8" name="Rectangle 177"/>
          <p:cNvSpPr/>
          <p:nvPr/>
        </p:nvSpPr>
        <p:spPr bwMode="auto">
          <a:xfrm>
            <a:off x="3124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9" name="Rectangle 178"/>
          <p:cNvSpPr/>
          <p:nvPr/>
        </p:nvSpPr>
        <p:spPr bwMode="auto">
          <a:xfrm>
            <a:off x="3429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8" name="Rectangle 197"/>
          <p:cNvSpPr/>
          <p:nvPr/>
        </p:nvSpPr>
        <p:spPr bwMode="auto">
          <a:xfrm>
            <a:off x="3124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8" name="Rectangle 207"/>
          <p:cNvSpPr/>
          <p:nvPr/>
        </p:nvSpPr>
        <p:spPr bwMode="auto">
          <a:xfrm>
            <a:off x="34290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" name="Rectangle 209"/>
          <p:cNvSpPr/>
          <p:nvPr/>
        </p:nvSpPr>
        <p:spPr bwMode="auto">
          <a:xfrm>
            <a:off x="37338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4" name="Rectangle 213"/>
          <p:cNvSpPr/>
          <p:nvPr/>
        </p:nvSpPr>
        <p:spPr bwMode="auto">
          <a:xfrm>
            <a:off x="2819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9" name="Rectangle 218"/>
          <p:cNvSpPr/>
          <p:nvPr/>
        </p:nvSpPr>
        <p:spPr bwMode="auto">
          <a:xfrm>
            <a:off x="28194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8" name="Rectangle 227"/>
          <p:cNvSpPr/>
          <p:nvPr/>
        </p:nvSpPr>
        <p:spPr bwMode="auto">
          <a:xfrm>
            <a:off x="31242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" name="Rectangle 228"/>
          <p:cNvSpPr/>
          <p:nvPr/>
        </p:nvSpPr>
        <p:spPr bwMode="auto">
          <a:xfrm>
            <a:off x="34290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" name="Rectangle 229"/>
          <p:cNvSpPr/>
          <p:nvPr/>
        </p:nvSpPr>
        <p:spPr bwMode="auto">
          <a:xfrm>
            <a:off x="4953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1" name="Rectangle 230"/>
          <p:cNvSpPr/>
          <p:nvPr/>
        </p:nvSpPr>
        <p:spPr bwMode="auto">
          <a:xfrm>
            <a:off x="5257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2" name="Rectangle 231"/>
          <p:cNvSpPr/>
          <p:nvPr/>
        </p:nvSpPr>
        <p:spPr bwMode="auto">
          <a:xfrm>
            <a:off x="40386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3" name="Rectangle 232"/>
          <p:cNvSpPr/>
          <p:nvPr/>
        </p:nvSpPr>
        <p:spPr bwMode="auto">
          <a:xfrm>
            <a:off x="4343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4" name="Rectangle 233"/>
          <p:cNvSpPr/>
          <p:nvPr/>
        </p:nvSpPr>
        <p:spPr bwMode="auto">
          <a:xfrm>
            <a:off x="4648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5" name="Rectangle 234"/>
          <p:cNvSpPr/>
          <p:nvPr/>
        </p:nvSpPr>
        <p:spPr bwMode="auto">
          <a:xfrm>
            <a:off x="49530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6" name="Rectangle 235"/>
          <p:cNvSpPr/>
          <p:nvPr/>
        </p:nvSpPr>
        <p:spPr bwMode="auto">
          <a:xfrm>
            <a:off x="52578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7" name="Rectangle 236"/>
          <p:cNvSpPr/>
          <p:nvPr/>
        </p:nvSpPr>
        <p:spPr bwMode="auto">
          <a:xfrm>
            <a:off x="4038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8" name="Rectangle 237"/>
          <p:cNvSpPr/>
          <p:nvPr/>
        </p:nvSpPr>
        <p:spPr bwMode="auto">
          <a:xfrm>
            <a:off x="4343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9" name="Rectangle 238"/>
          <p:cNvSpPr/>
          <p:nvPr/>
        </p:nvSpPr>
        <p:spPr bwMode="auto">
          <a:xfrm>
            <a:off x="4648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" name="Rectangle 247"/>
          <p:cNvSpPr/>
          <p:nvPr/>
        </p:nvSpPr>
        <p:spPr bwMode="auto">
          <a:xfrm>
            <a:off x="4953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" name="Rectangle 248"/>
          <p:cNvSpPr/>
          <p:nvPr/>
        </p:nvSpPr>
        <p:spPr bwMode="auto">
          <a:xfrm>
            <a:off x="5257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" name="Rectangle 249"/>
          <p:cNvSpPr/>
          <p:nvPr/>
        </p:nvSpPr>
        <p:spPr bwMode="auto">
          <a:xfrm>
            <a:off x="3429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1" name="Rectangle 250"/>
          <p:cNvSpPr/>
          <p:nvPr/>
        </p:nvSpPr>
        <p:spPr bwMode="auto">
          <a:xfrm>
            <a:off x="3429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2" name="Rectangle 251"/>
          <p:cNvSpPr/>
          <p:nvPr/>
        </p:nvSpPr>
        <p:spPr bwMode="auto">
          <a:xfrm>
            <a:off x="5867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6" name="Rectangle 255"/>
          <p:cNvSpPr/>
          <p:nvPr/>
        </p:nvSpPr>
        <p:spPr bwMode="auto">
          <a:xfrm>
            <a:off x="55626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7" name="Rectangle 256"/>
          <p:cNvSpPr/>
          <p:nvPr/>
        </p:nvSpPr>
        <p:spPr bwMode="auto">
          <a:xfrm>
            <a:off x="5867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1" name="Rectangle 260"/>
          <p:cNvSpPr/>
          <p:nvPr/>
        </p:nvSpPr>
        <p:spPr bwMode="auto">
          <a:xfrm>
            <a:off x="4648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2" name="Rectangle 261"/>
          <p:cNvSpPr/>
          <p:nvPr/>
        </p:nvSpPr>
        <p:spPr bwMode="auto">
          <a:xfrm>
            <a:off x="4038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3" name="Rectangle 262"/>
          <p:cNvSpPr/>
          <p:nvPr/>
        </p:nvSpPr>
        <p:spPr bwMode="auto">
          <a:xfrm>
            <a:off x="4343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4" name="Rectangle 263"/>
          <p:cNvSpPr/>
          <p:nvPr/>
        </p:nvSpPr>
        <p:spPr bwMode="auto">
          <a:xfrm>
            <a:off x="3124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5" name="Rectangle 264"/>
          <p:cNvSpPr/>
          <p:nvPr/>
        </p:nvSpPr>
        <p:spPr bwMode="auto">
          <a:xfrm>
            <a:off x="3429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6" name="Rectangle 265"/>
          <p:cNvSpPr/>
          <p:nvPr/>
        </p:nvSpPr>
        <p:spPr bwMode="auto">
          <a:xfrm>
            <a:off x="3733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7" name="Rectangle 266"/>
          <p:cNvSpPr/>
          <p:nvPr/>
        </p:nvSpPr>
        <p:spPr bwMode="auto">
          <a:xfrm>
            <a:off x="3733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8" name="Rectangle 267"/>
          <p:cNvSpPr/>
          <p:nvPr/>
        </p:nvSpPr>
        <p:spPr bwMode="auto">
          <a:xfrm>
            <a:off x="3124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9" name="Rectangle 268"/>
          <p:cNvSpPr/>
          <p:nvPr/>
        </p:nvSpPr>
        <p:spPr bwMode="auto">
          <a:xfrm>
            <a:off x="3429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3" name="Rectangle 272"/>
          <p:cNvSpPr/>
          <p:nvPr/>
        </p:nvSpPr>
        <p:spPr bwMode="auto">
          <a:xfrm>
            <a:off x="3733800" y="5105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49530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6477000" y="1752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6477000" y="2362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6477000" y="2057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64770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61722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2514600" y="1752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3733800" y="2667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2514600" y="2057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5867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5562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52578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9530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6172200" y="6324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61722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867400" y="6324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34290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31242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28194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25146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46482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43434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Rectangle 170"/>
          <p:cNvSpPr/>
          <p:nvPr/>
        </p:nvSpPr>
        <p:spPr bwMode="auto">
          <a:xfrm>
            <a:off x="40386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2" name="Rectangle 171"/>
          <p:cNvSpPr/>
          <p:nvPr/>
        </p:nvSpPr>
        <p:spPr bwMode="auto">
          <a:xfrm>
            <a:off x="37338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" name="Rectangle 172"/>
          <p:cNvSpPr/>
          <p:nvPr/>
        </p:nvSpPr>
        <p:spPr bwMode="auto">
          <a:xfrm>
            <a:off x="58674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4" name="Rectangle 173"/>
          <p:cNvSpPr/>
          <p:nvPr/>
        </p:nvSpPr>
        <p:spPr bwMode="auto">
          <a:xfrm>
            <a:off x="55626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5" name="Rectangle 174"/>
          <p:cNvSpPr/>
          <p:nvPr/>
        </p:nvSpPr>
        <p:spPr bwMode="auto">
          <a:xfrm>
            <a:off x="52578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6" name="Rectangle 175"/>
          <p:cNvSpPr/>
          <p:nvPr/>
        </p:nvSpPr>
        <p:spPr bwMode="auto">
          <a:xfrm>
            <a:off x="4953000" y="1447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" name="Rectangle 181"/>
          <p:cNvSpPr/>
          <p:nvPr/>
        </p:nvSpPr>
        <p:spPr bwMode="auto">
          <a:xfrm>
            <a:off x="64770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" name="Rectangle 182"/>
          <p:cNvSpPr/>
          <p:nvPr/>
        </p:nvSpPr>
        <p:spPr bwMode="auto">
          <a:xfrm>
            <a:off x="61722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0" name="Rectangle 179"/>
          <p:cNvSpPr/>
          <p:nvPr/>
        </p:nvSpPr>
        <p:spPr bwMode="auto">
          <a:xfrm>
            <a:off x="2819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1" name="Rectangle 180"/>
          <p:cNvSpPr/>
          <p:nvPr/>
        </p:nvSpPr>
        <p:spPr bwMode="auto">
          <a:xfrm>
            <a:off x="3124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" name="Rectangle 183"/>
          <p:cNvSpPr/>
          <p:nvPr/>
        </p:nvSpPr>
        <p:spPr bwMode="auto">
          <a:xfrm>
            <a:off x="2819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5" name="Rectangle 184"/>
          <p:cNvSpPr/>
          <p:nvPr/>
        </p:nvSpPr>
        <p:spPr bwMode="auto">
          <a:xfrm>
            <a:off x="3124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6" name="Rectangle 185"/>
          <p:cNvSpPr/>
          <p:nvPr/>
        </p:nvSpPr>
        <p:spPr bwMode="auto">
          <a:xfrm>
            <a:off x="3429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7" name="Rectangle 186"/>
          <p:cNvSpPr/>
          <p:nvPr/>
        </p:nvSpPr>
        <p:spPr bwMode="auto">
          <a:xfrm>
            <a:off x="3429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0" name="Rectangle 199"/>
          <p:cNvSpPr/>
          <p:nvPr/>
        </p:nvSpPr>
        <p:spPr bwMode="auto">
          <a:xfrm>
            <a:off x="2819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1" name="Rectangle 200"/>
          <p:cNvSpPr/>
          <p:nvPr/>
        </p:nvSpPr>
        <p:spPr bwMode="auto">
          <a:xfrm>
            <a:off x="3124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2" name="Rectangle 201"/>
          <p:cNvSpPr/>
          <p:nvPr/>
        </p:nvSpPr>
        <p:spPr bwMode="auto">
          <a:xfrm>
            <a:off x="3429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2" name="Rectangle 211"/>
          <p:cNvSpPr/>
          <p:nvPr/>
        </p:nvSpPr>
        <p:spPr bwMode="auto">
          <a:xfrm>
            <a:off x="2819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3" name="Rectangle 212"/>
          <p:cNvSpPr/>
          <p:nvPr/>
        </p:nvSpPr>
        <p:spPr bwMode="auto">
          <a:xfrm>
            <a:off x="3124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5" name="Rectangle 214"/>
          <p:cNvSpPr/>
          <p:nvPr/>
        </p:nvSpPr>
        <p:spPr bwMode="auto">
          <a:xfrm>
            <a:off x="2819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6" name="Rectangle 215"/>
          <p:cNvSpPr/>
          <p:nvPr/>
        </p:nvSpPr>
        <p:spPr bwMode="auto">
          <a:xfrm>
            <a:off x="3124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" name="Rectangle 217"/>
          <p:cNvSpPr/>
          <p:nvPr/>
        </p:nvSpPr>
        <p:spPr bwMode="auto">
          <a:xfrm>
            <a:off x="2819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0" name="Rectangle 219"/>
          <p:cNvSpPr/>
          <p:nvPr/>
        </p:nvSpPr>
        <p:spPr bwMode="auto">
          <a:xfrm>
            <a:off x="31242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1" name="Rectangle 220"/>
          <p:cNvSpPr/>
          <p:nvPr/>
        </p:nvSpPr>
        <p:spPr bwMode="auto">
          <a:xfrm>
            <a:off x="34290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2" name="Rectangle 221"/>
          <p:cNvSpPr/>
          <p:nvPr/>
        </p:nvSpPr>
        <p:spPr bwMode="auto">
          <a:xfrm>
            <a:off x="3429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3" name="Rectangle 222"/>
          <p:cNvSpPr/>
          <p:nvPr/>
        </p:nvSpPr>
        <p:spPr bwMode="auto">
          <a:xfrm>
            <a:off x="3429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" name="Rectangle 223"/>
          <p:cNvSpPr/>
          <p:nvPr/>
        </p:nvSpPr>
        <p:spPr bwMode="auto">
          <a:xfrm>
            <a:off x="2819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" name="Rectangle 224"/>
          <p:cNvSpPr/>
          <p:nvPr/>
        </p:nvSpPr>
        <p:spPr bwMode="auto">
          <a:xfrm>
            <a:off x="31242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" name="Rectangle 225"/>
          <p:cNvSpPr/>
          <p:nvPr/>
        </p:nvSpPr>
        <p:spPr bwMode="auto">
          <a:xfrm>
            <a:off x="34290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7" name="Rectangle 226"/>
          <p:cNvSpPr/>
          <p:nvPr/>
        </p:nvSpPr>
        <p:spPr bwMode="auto">
          <a:xfrm>
            <a:off x="2819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0" name="Rectangle 239"/>
          <p:cNvSpPr/>
          <p:nvPr/>
        </p:nvSpPr>
        <p:spPr bwMode="auto">
          <a:xfrm>
            <a:off x="31242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1" name="Rectangle 240"/>
          <p:cNvSpPr/>
          <p:nvPr/>
        </p:nvSpPr>
        <p:spPr bwMode="auto">
          <a:xfrm>
            <a:off x="34290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" name="Rectangle 241"/>
          <p:cNvSpPr/>
          <p:nvPr/>
        </p:nvSpPr>
        <p:spPr bwMode="auto">
          <a:xfrm>
            <a:off x="52578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3" name="Rectangle 242"/>
          <p:cNvSpPr/>
          <p:nvPr/>
        </p:nvSpPr>
        <p:spPr bwMode="auto">
          <a:xfrm>
            <a:off x="55626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4" name="Rectangle 243"/>
          <p:cNvSpPr/>
          <p:nvPr/>
        </p:nvSpPr>
        <p:spPr bwMode="auto">
          <a:xfrm>
            <a:off x="5867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5" name="Rectangle 244"/>
          <p:cNvSpPr/>
          <p:nvPr/>
        </p:nvSpPr>
        <p:spPr bwMode="auto">
          <a:xfrm>
            <a:off x="5562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" name="Rectangle 245"/>
          <p:cNvSpPr/>
          <p:nvPr/>
        </p:nvSpPr>
        <p:spPr bwMode="auto">
          <a:xfrm>
            <a:off x="5867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9" name="Rectangle 258"/>
          <p:cNvSpPr/>
          <p:nvPr/>
        </p:nvSpPr>
        <p:spPr bwMode="auto">
          <a:xfrm>
            <a:off x="5257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0" name="Rectangle 259"/>
          <p:cNvSpPr/>
          <p:nvPr/>
        </p:nvSpPr>
        <p:spPr bwMode="auto">
          <a:xfrm>
            <a:off x="5562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8" name="Rectangle 277"/>
          <p:cNvSpPr/>
          <p:nvPr/>
        </p:nvSpPr>
        <p:spPr bwMode="auto">
          <a:xfrm>
            <a:off x="5867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9" name="Rectangle 278"/>
          <p:cNvSpPr/>
          <p:nvPr/>
        </p:nvSpPr>
        <p:spPr bwMode="auto">
          <a:xfrm>
            <a:off x="5562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0" name="Rectangle 279"/>
          <p:cNvSpPr/>
          <p:nvPr/>
        </p:nvSpPr>
        <p:spPr bwMode="auto">
          <a:xfrm>
            <a:off x="5867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2" name="Rectangle 281"/>
          <p:cNvSpPr/>
          <p:nvPr/>
        </p:nvSpPr>
        <p:spPr bwMode="auto">
          <a:xfrm>
            <a:off x="37338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3" name="Rectangle 282"/>
          <p:cNvSpPr/>
          <p:nvPr/>
        </p:nvSpPr>
        <p:spPr bwMode="auto">
          <a:xfrm>
            <a:off x="40386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4" name="Rectangle 283"/>
          <p:cNvSpPr/>
          <p:nvPr/>
        </p:nvSpPr>
        <p:spPr bwMode="auto">
          <a:xfrm>
            <a:off x="43434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5" name="Rectangle 284"/>
          <p:cNvSpPr/>
          <p:nvPr/>
        </p:nvSpPr>
        <p:spPr bwMode="auto">
          <a:xfrm>
            <a:off x="46482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6" name="Rectangle 285"/>
          <p:cNvSpPr/>
          <p:nvPr/>
        </p:nvSpPr>
        <p:spPr bwMode="auto">
          <a:xfrm>
            <a:off x="49530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7" name="Rectangle 286"/>
          <p:cNvSpPr/>
          <p:nvPr/>
        </p:nvSpPr>
        <p:spPr bwMode="auto">
          <a:xfrm>
            <a:off x="5257800" y="6019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8" name="Rectangle 287"/>
          <p:cNvSpPr/>
          <p:nvPr/>
        </p:nvSpPr>
        <p:spPr bwMode="auto">
          <a:xfrm>
            <a:off x="3733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9" name="Rectangle 288"/>
          <p:cNvSpPr/>
          <p:nvPr/>
        </p:nvSpPr>
        <p:spPr bwMode="auto">
          <a:xfrm>
            <a:off x="4038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0" name="Rectangle 289"/>
          <p:cNvSpPr/>
          <p:nvPr/>
        </p:nvSpPr>
        <p:spPr bwMode="auto">
          <a:xfrm>
            <a:off x="4343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1" name="Rectangle 290"/>
          <p:cNvSpPr/>
          <p:nvPr/>
        </p:nvSpPr>
        <p:spPr bwMode="auto">
          <a:xfrm>
            <a:off x="4648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2" name="Rectangle 291"/>
          <p:cNvSpPr/>
          <p:nvPr/>
        </p:nvSpPr>
        <p:spPr bwMode="auto">
          <a:xfrm>
            <a:off x="4953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3" name="Rectangle 292"/>
          <p:cNvSpPr/>
          <p:nvPr/>
        </p:nvSpPr>
        <p:spPr bwMode="auto">
          <a:xfrm>
            <a:off x="5257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4" name="Rectangle 293"/>
          <p:cNvSpPr/>
          <p:nvPr/>
        </p:nvSpPr>
        <p:spPr bwMode="auto">
          <a:xfrm>
            <a:off x="3733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5" name="Rectangle 294"/>
          <p:cNvSpPr/>
          <p:nvPr/>
        </p:nvSpPr>
        <p:spPr bwMode="auto">
          <a:xfrm>
            <a:off x="4038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6" name="Rectangle 295"/>
          <p:cNvSpPr/>
          <p:nvPr/>
        </p:nvSpPr>
        <p:spPr bwMode="auto">
          <a:xfrm>
            <a:off x="4343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7" name="Rectangle 296"/>
          <p:cNvSpPr/>
          <p:nvPr/>
        </p:nvSpPr>
        <p:spPr bwMode="auto">
          <a:xfrm>
            <a:off x="4648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8" name="Rectangle 297"/>
          <p:cNvSpPr/>
          <p:nvPr/>
        </p:nvSpPr>
        <p:spPr bwMode="auto">
          <a:xfrm>
            <a:off x="4953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9" name="Rectangle 298"/>
          <p:cNvSpPr/>
          <p:nvPr/>
        </p:nvSpPr>
        <p:spPr bwMode="auto">
          <a:xfrm>
            <a:off x="5257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0" name="Rectangle 299"/>
          <p:cNvSpPr/>
          <p:nvPr/>
        </p:nvSpPr>
        <p:spPr bwMode="auto">
          <a:xfrm>
            <a:off x="4953000" y="5105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1" name="Rectangle 300"/>
          <p:cNvSpPr/>
          <p:nvPr/>
        </p:nvSpPr>
        <p:spPr bwMode="auto">
          <a:xfrm>
            <a:off x="6172200" y="4495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2" name="Rectangle 301"/>
          <p:cNvSpPr/>
          <p:nvPr/>
        </p:nvSpPr>
        <p:spPr bwMode="auto">
          <a:xfrm>
            <a:off x="61722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3" name="Rectangle 302"/>
          <p:cNvSpPr/>
          <p:nvPr/>
        </p:nvSpPr>
        <p:spPr bwMode="auto">
          <a:xfrm>
            <a:off x="58674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4" name="Rectangle 303"/>
          <p:cNvSpPr/>
          <p:nvPr/>
        </p:nvSpPr>
        <p:spPr bwMode="auto">
          <a:xfrm>
            <a:off x="2819400" y="6324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5" name="Rectangle 304"/>
          <p:cNvSpPr/>
          <p:nvPr/>
        </p:nvSpPr>
        <p:spPr bwMode="auto">
          <a:xfrm>
            <a:off x="2514600" y="6324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6" name="Rectangle 305"/>
          <p:cNvSpPr/>
          <p:nvPr/>
        </p:nvSpPr>
        <p:spPr bwMode="auto">
          <a:xfrm>
            <a:off x="25146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7" name="Rectangle 306"/>
          <p:cNvSpPr/>
          <p:nvPr/>
        </p:nvSpPr>
        <p:spPr bwMode="auto">
          <a:xfrm>
            <a:off x="25146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8" name="Rectangle 307"/>
          <p:cNvSpPr/>
          <p:nvPr/>
        </p:nvSpPr>
        <p:spPr bwMode="auto">
          <a:xfrm>
            <a:off x="2514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9" name="Rectangle 308"/>
          <p:cNvSpPr/>
          <p:nvPr/>
        </p:nvSpPr>
        <p:spPr bwMode="auto">
          <a:xfrm>
            <a:off x="25146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0" name="Rectangle 309"/>
          <p:cNvSpPr/>
          <p:nvPr/>
        </p:nvSpPr>
        <p:spPr bwMode="auto">
          <a:xfrm>
            <a:off x="25146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1" name="Rectangle 310"/>
          <p:cNvSpPr/>
          <p:nvPr/>
        </p:nvSpPr>
        <p:spPr bwMode="auto">
          <a:xfrm>
            <a:off x="25146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2" name="Rectangle 311"/>
          <p:cNvSpPr/>
          <p:nvPr/>
        </p:nvSpPr>
        <p:spPr bwMode="auto">
          <a:xfrm>
            <a:off x="25146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3" name="Rectangle 312"/>
          <p:cNvSpPr/>
          <p:nvPr/>
        </p:nvSpPr>
        <p:spPr bwMode="auto">
          <a:xfrm>
            <a:off x="25146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4" name="Rectangle 313"/>
          <p:cNvSpPr/>
          <p:nvPr/>
        </p:nvSpPr>
        <p:spPr bwMode="auto">
          <a:xfrm>
            <a:off x="25146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5" name="Rectangle 314"/>
          <p:cNvSpPr/>
          <p:nvPr/>
        </p:nvSpPr>
        <p:spPr bwMode="auto">
          <a:xfrm>
            <a:off x="25146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6" name="Rectangle 315"/>
          <p:cNvSpPr/>
          <p:nvPr/>
        </p:nvSpPr>
        <p:spPr bwMode="auto">
          <a:xfrm>
            <a:off x="25146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7" name="Rectangle 316"/>
          <p:cNvSpPr/>
          <p:nvPr/>
        </p:nvSpPr>
        <p:spPr bwMode="auto">
          <a:xfrm>
            <a:off x="2514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8" name="Rectangle 317"/>
          <p:cNvSpPr/>
          <p:nvPr/>
        </p:nvSpPr>
        <p:spPr bwMode="auto">
          <a:xfrm>
            <a:off x="2514600" y="5410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9" name="Rectangle 318"/>
          <p:cNvSpPr/>
          <p:nvPr/>
        </p:nvSpPr>
        <p:spPr bwMode="auto">
          <a:xfrm>
            <a:off x="34290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0" name="Rectangle 319"/>
          <p:cNvSpPr/>
          <p:nvPr/>
        </p:nvSpPr>
        <p:spPr bwMode="auto">
          <a:xfrm>
            <a:off x="31242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1" name="Rectangle 320"/>
          <p:cNvSpPr/>
          <p:nvPr/>
        </p:nvSpPr>
        <p:spPr bwMode="auto">
          <a:xfrm>
            <a:off x="46482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2" name="Rectangle 321"/>
          <p:cNvSpPr/>
          <p:nvPr/>
        </p:nvSpPr>
        <p:spPr bwMode="auto">
          <a:xfrm>
            <a:off x="43434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3" name="Rectangle 322"/>
          <p:cNvSpPr/>
          <p:nvPr/>
        </p:nvSpPr>
        <p:spPr bwMode="auto">
          <a:xfrm>
            <a:off x="40386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4" name="Rectangle 323"/>
          <p:cNvSpPr/>
          <p:nvPr/>
        </p:nvSpPr>
        <p:spPr bwMode="auto">
          <a:xfrm>
            <a:off x="37338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6" name="Rectangle 325"/>
          <p:cNvSpPr/>
          <p:nvPr/>
        </p:nvSpPr>
        <p:spPr bwMode="auto">
          <a:xfrm>
            <a:off x="55626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7" name="Rectangle 326"/>
          <p:cNvSpPr/>
          <p:nvPr/>
        </p:nvSpPr>
        <p:spPr bwMode="auto">
          <a:xfrm>
            <a:off x="52578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8" name="Rectangle 327"/>
          <p:cNvSpPr/>
          <p:nvPr/>
        </p:nvSpPr>
        <p:spPr bwMode="auto">
          <a:xfrm>
            <a:off x="4953000" y="6324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9" name="Rectangle 328"/>
          <p:cNvSpPr/>
          <p:nvPr/>
        </p:nvSpPr>
        <p:spPr bwMode="auto">
          <a:xfrm>
            <a:off x="40386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0" name="Rectangle 329"/>
          <p:cNvSpPr/>
          <p:nvPr/>
        </p:nvSpPr>
        <p:spPr bwMode="auto">
          <a:xfrm>
            <a:off x="46482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1" name="Rectangle 330"/>
          <p:cNvSpPr/>
          <p:nvPr/>
        </p:nvSpPr>
        <p:spPr bwMode="auto">
          <a:xfrm>
            <a:off x="43434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2" name="Rectangle 331"/>
          <p:cNvSpPr/>
          <p:nvPr/>
        </p:nvSpPr>
        <p:spPr bwMode="auto">
          <a:xfrm>
            <a:off x="4038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3" name="Rectangle 332"/>
          <p:cNvSpPr/>
          <p:nvPr/>
        </p:nvSpPr>
        <p:spPr bwMode="auto">
          <a:xfrm>
            <a:off x="46482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4" name="Rectangle 333"/>
          <p:cNvSpPr/>
          <p:nvPr/>
        </p:nvSpPr>
        <p:spPr bwMode="auto">
          <a:xfrm>
            <a:off x="43434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5" name="Rectangle 334"/>
          <p:cNvSpPr/>
          <p:nvPr/>
        </p:nvSpPr>
        <p:spPr bwMode="auto">
          <a:xfrm>
            <a:off x="52578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6" name="Rectangle 335"/>
          <p:cNvSpPr/>
          <p:nvPr/>
        </p:nvSpPr>
        <p:spPr bwMode="auto">
          <a:xfrm>
            <a:off x="49530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7" name="Rectangle 336"/>
          <p:cNvSpPr/>
          <p:nvPr/>
        </p:nvSpPr>
        <p:spPr bwMode="auto">
          <a:xfrm>
            <a:off x="37338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8" name="Rectangle 337"/>
          <p:cNvSpPr/>
          <p:nvPr/>
        </p:nvSpPr>
        <p:spPr bwMode="auto">
          <a:xfrm>
            <a:off x="37338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9" name="Rectangle 338"/>
          <p:cNvSpPr/>
          <p:nvPr/>
        </p:nvSpPr>
        <p:spPr bwMode="auto">
          <a:xfrm>
            <a:off x="37338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0" name="Rectangle 339"/>
          <p:cNvSpPr/>
          <p:nvPr/>
        </p:nvSpPr>
        <p:spPr bwMode="auto">
          <a:xfrm>
            <a:off x="37338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1" name="Rectangle 340"/>
          <p:cNvSpPr/>
          <p:nvPr/>
        </p:nvSpPr>
        <p:spPr bwMode="auto">
          <a:xfrm>
            <a:off x="37338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2" name="Rectangle 341"/>
          <p:cNvSpPr/>
          <p:nvPr/>
        </p:nvSpPr>
        <p:spPr bwMode="auto">
          <a:xfrm>
            <a:off x="37338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3" name="Rectangle 342"/>
          <p:cNvSpPr/>
          <p:nvPr/>
        </p:nvSpPr>
        <p:spPr bwMode="auto">
          <a:xfrm>
            <a:off x="37338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4" name="Rectangle 343"/>
          <p:cNvSpPr/>
          <p:nvPr/>
        </p:nvSpPr>
        <p:spPr bwMode="auto">
          <a:xfrm>
            <a:off x="49530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5" name="Rectangle 344"/>
          <p:cNvSpPr/>
          <p:nvPr/>
        </p:nvSpPr>
        <p:spPr bwMode="auto">
          <a:xfrm>
            <a:off x="55626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6" name="Rectangle 345"/>
          <p:cNvSpPr/>
          <p:nvPr/>
        </p:nvSpPr>
        <p:spPr bwMode="auto">
          <a:xfrm>
            <a:off x="617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7" name="Rectangle 346"/>
          <p:cNvSpPr/>
          <p:nvPr/>
        </p:nvSpPr>
        <p:spPr bwMode="auto">
          <a:xfrm>
            <a:off x="61722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8" name="Rectangle 347"/>
          <p:cNvSpPr/>
          <p:nvPr/>
        </p:nvSpPr>
        <p:spPr bwMode="auto">
          <a:xfrm>
            <a:off x="6172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9" name="Rectangle 348"/>
          <p:cNvSpPr/>
          <p:nvPr/>
        </p:nvSpPr>
        <p:spPr bwMode="auto">
          <a:xfrm>
            <a:off x="6172200" y="5410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58674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1722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28194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31242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28194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28194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" name="Rectangle 32"/>
          <p:cNvSpPr/>
          <p:nvPr/>
        </p:nvSpPr>
        <p:spPr bwMode="auto">
          <a:xfrm>
            <a:off x="31242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5562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5562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5867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5867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172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6172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2819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52578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0" name="Rectangle 119"/>
          <p:cNvSpPr/>
          <p:nvPr/>
        </p:nvSpPr>
        <p:spPr bwMode="auto">
          <a:xfrm>
            <a:off x="55626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55626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7" name="Rectangle 176"/>
          <p:cNvSpPr/>
          <p:nvPr/>
        </p:nvSpPr>
        <p:spPr bwMode="auto">
          <a:xfrm>
            <a:off x="2819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8" name="Rectangle 177"/>
          <p:cNvSpPr/>
          <p:nvPr/>
        </p:nvSpPr>
        <p:spPr bwMode="auto">
          <a:xfrm>
            <a:off x="31242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9" name="Rectangle 178"/>
          <p:cNvSpPr/>
          <p:nvPr/>
        </p:nvSpPr>
        <p:spPr bwMode="auto">
          <a:xfrm>
            <a:off x="34290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8" name="Rectangle 197"/>
          <p:cNvSpPr/>
          <p:nvPr/>
        </p:nvSpPr>
        <p:spPr bwMode="auto">
          <a:xfrm>
            <a:off x="3124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8" name="Rectangle 207"/>
          <p:cNvSpPr/>
          <p:nvPr/>
        </p:nvSpPr>
        <p:spPr bwMode="auto">
          <a:xfrm>
            <a:off x="3429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" name="Rectangle 209"/>
          <p:cNvSpPr/>
          <p:nvPr/>
        </p:nvSpPr>
        <p:spPr bwMode="auto">
          <a:xfrm>
            <a:off x="3733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4" name="Rectangle 213"/>
          <p:cNvSpPr/>
          <p:nvPr/>
        </p:nvSpPr>
        <p:spPr bwMode="auto">
          <a:xfrm>
            <a:off x="2819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9" name="Rectangle 218"/>
          <p:cNvSpPr/>
          <p:nvPr/>
        </p:nvSpPr>
        <p:spPr bwMode="auto">
          <a:xfrm>
            <a:off x="28194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8" name="Rectangle 227"/>
          <p:cNvSpPr/>
          <p:nvPr/>
        </p:nvSpPr>
        <p:spPr bwMode="auto">
          <a:xfrm>
            <a:off x="31242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" name="Rectangle 228"/>
          <p:cNvSpPr/>
          <p:nvPr/>
        </p:nvSpPr>
        <p:spPr bwMode="auto">
          <a:xfrm>
            <a:off x="3429000" y="2362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" name="Rectangle 229"/>
          <p:cNvSpPr/>
          <p:nvPr/>
        </p:nvSpPr>
        <p:spPr bwMode="auto">
          <a:xfrm>
            <a:off x="49530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1" name="Rectangle 230"/>
          <p:cNvSpPr/>
          <p:nvPr/>
        </p:nvSpPr>
        <p:spPr bwMode="auto">
          <a:xfrm>
            <a:off x="52578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2" name="Rectangle 231"/>
          <p:cNvSpPr/>
          <p:nvPr/>
        </p:nvSpPr>
        <p:spPr bwMode="auto">
          <a:xfrm>
            <a:off x="40386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3" name="Rectangle 232"/>
          <p:cNvSpPr/>
          <p:nvPr/>
        </p:nvSpPr>
        <p:spPr bwMode="auto">
          <a:xfrm>
            <a:off x="43434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4" name="Rectangle 233"/>
          <p:cNvSpPr/>
          <p:nvPr/>
        </p:nvSpPr>
        <p:spPr bwMode="auto">
          <a:xfrm>
            <a:off x="46482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5" name="Rectangle 234"/>
          <p:cNvSpPr/>
          <p:nvPr/>
        </p:nvSpPr>
        <p:spPr bwMode="auto">
          <a:xfrm>
            <a:off x="49530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6" name="Rectangle 235"/>
          <p:cNvSpPr/>
          <p:nvPr/>
        </p:nvSpPr>
        <p:spPr bwMode="auto">
          <a:xfrm>
            <a:off x="5257800" y="2057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7" name="Rectangle 236"/>
          <p:cNvSpPr/>
          <p:nvPr/>
        </p:nvSpPr>
        <p:spPr bwMode="auto">
          <a:xfrm>
            <a:off x="40386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8" name="Rectangle 237"/>
          <p:cNvSpPr/>
          <p:nvPr/>
        </p:nvSpPr>
        <p:spPr bwMode="auto">
          <a:xfrm>
            <a:off x="43434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9" name="Rectangle 238"/>
          <p:cNvSpPr/>
          <p:nvPr/>
        </p:nvSpPr>
        <p:spPr bwMode="auto">
          <a:xfrm>
            <a:off x="4648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" name="Rectangle 247"/>
          <p:cNvSpPr/>
          <p:nvPr/>
        </p:nvSpPr>
        <p:spPr bwMode="auto">
          <a:xfrm>
            <a:off x="4953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" name="Rectangle 248"/>
          <p:cNvSpPr/>
          <p:nvPr/>
        </p:nvSpPr>
        <p:spPr bwMode="auto">
          <a:xfrm>
            <a:off x="5257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" name="Rectangle 249"/>
          <p:cNvSpPr/>
          <p:nvPr/>
        </p:nvSpPr>
        <p:spPr bwMode="auto">
          <a:xfrm>
            <a:off x="3429000" y="3581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1" name="Rectangle 250"/>
          <p:cNvSpPr/>
          <p:nvPr/>
        </p:nvSpPr>
        <p:spPr bwMode="auto">
          <a:xfrm>
            <a:off x="3429000" y="3886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2" name="Rectangle 251"/>
          <p:cNvSpPr/>
          <p:nvPr/>
        </p:nvSpPr>
        <p:spPr bwMode="auto">
          <a:xfrm>
            <a:off x="5867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6" name="Rectangle 255"/>
          <p:cNvSpPr/>
          <p:nvPr/>
        </p:nvSpPr>
        <p:spPr bwMode="auto">
          <a:xfrm>
            <a:off x="5562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7" name="Rectangle 256"/>
          <p:cNvSpPr/>
          <p:nvPr/>
        </p:nvSpPr>
        <p:spPr bwMode="auto">
          <a:xfrm>
            <a:off x="5867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1" name="Rectangle 260"/>
          <p:cNvSpPr/>
          <p:nvPr/>
        </p:nvSpPr>
        <p:spPr bwMode="auto">
          <a:xfrm>
            <a:off x="46482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2" name="Rectangle 261"/>
          <p:cNvSpPr/>
          <p:nvPr/>
        </p:nvSpPr>
        <p:spPr bwMode="auto">
          <a:xfrm>
            <a:off x="40386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3" name="Rectangle 262"/>
          <p:cNvSpPr/>
          <p:nvPr/>
        </p:nvSpPr>
        <p:spPr bwMode="auto">
          <a:xfrm>
            <a:off x="43434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4" name="Rectangle 263"/>
          <p:cNvSpPr/>
          <p:nvPr/>
        </p:nvSpPr>
        <p:spPr bwMode="auto">
          <a:xfrm>
            <a:off x="31242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5" name="Rectangle 264"/>
          <p:cNvSpPr/>
          <p:nvPr/>
        </p:nvSpPr>
        <p:spPr bwMode="auto">
          <a:xfrm>
            <a:off x="34290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6" name="Rectangle 265"/>
          <p:cNvSpPr/>
          <p:nvPr/>
        </p:nvSpPr>
        <p:spPr bwMode="auto">
          <a:xfrm>
            <a:off x="3733800" y="1752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7" name="Rectangle 266"/>
          <p:cNvSpPr/>
          <p:nvPr/>
        </p:nvSpPr>
        <p:spPr bwMode="auto">
          <a:xfrm>
            <a:off x="37338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8" name="Rectangle 267"/>
          <p:cNvSpPr/>
          <p:nvPr/>
        </p:nvSpPr>
        <p:spPr bwMode="auto">
          <a:xfrm>
            <a:off x="31242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9" name="Rectangle 268"/>
          <p:cNvSpPr/>
          <p:nvPr/>
        </p:nvSpPr>
        <p:spPr bwMode="auto">
          <a:xfrm>
            <a:off x="3429000" y="1447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3" name="Rectangle 272"/>
          <p:cNvSpPr/>
          <p:nvPr/>
        </p:nvSpPr>
        <p:spPr bwMode="auto">
          <a:xfrm>
            <a:off x="37338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49530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64770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6477000" y="2057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6477000" y="1752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6477000" y="2362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6172200" y="2362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2514600" y="1447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3733800" y="2362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2514600" y="1752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58674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Rectangle 111"/>
          <p:cNvSpPr/>
          <p:nvPr/>
        </p:nvSpPr>
        <p:spPr bwMode="auto">
          <a:xfrm>
            <a:off x="55626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1" name="Rectangle 120"/>
          <p:cNvSpPr/>
          <p:nvPr/>
        </p:nvSpPr>
        <p:spPr bwMode="auto">
          <a:xfrm>
            <a:off x="5257800" y="3886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953000" y="3886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61722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6172200" y="5715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58674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34290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31242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2819400" y="114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2514600" y="114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46482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43434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Rectangle 170"/>
          <p:cNvSpPr/>
          <p:nvPr/>
        </p:nvSpPr>
        <p:spPr bwMode="auto">
          <a:xfrm>
            <a:off x="40386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2" name="Rectangle 171"/>
          <p:cNvSpPr/>
          <p:nvPr/>
        </p:nvSpPr>
        <p:spPr bwMode="auto">
          <a:xfrm>
            <a:off x="37338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" name="Rectangle 172"/>
          <p:cNvSpPr/>
          <p:nvPr/>
        </p:nvSpPr>
        <p:spPr bwMode="auto">
          <a:xfrm>
            <a:off x="58674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4" name="Rectangle 173"/>
          <p:cNvSpPr/>
          <p:nvPr/>
        </p:nvSpPr>
        <p:spPr bwMode="auto">
          <a:xfrm>
            <a:off x="55626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5" name="Rectangle 174"/>
          <p:cNvSpPr/>
          <p:nvPr/>
        </p:nvSpPr>
        <p:spPr bwMode="auto">
          <a:xfrm>
            <a:off x="52578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6" name="Rectangle 175"/>
          <p:cNvSpPr/>
          <p:nvPr/>
        </p:nvSpPr>
        <p:spPr bwMode="auto">
          <a:xfrm>
            <a:off x="4953000" y="1143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" name="Rectangle 181"/>
          <p:cNvSpPr/>
          <p:nvPr/>
        </p:nvSpPr>
        <p:spPr bwMode="auto">
          <a:xfrm>
            <a:off x="6477000" y="114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" name="Rectangle 182"/>
          <p:cNvSpPr/>
          <p:nvPr/>
        </p:nvSpPr>
        <p:spPr bwMode="auto">
          <a:xfrm>
            <a:off x="6172200" y="114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0" name="Rectangle 179"/>
          <p:cNvSpPr/>
          <p:nvPr/>
        </p:nvSpPr>
        <p:spPr bwMode="auto">
          <a:xfrm>
            <a:off x="28194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1" name="Rectangle 180"/>
          <p:cNvSpPr/>
          <p:nvPr/>
        </p:nvSpPr>
        <p:spPr bwMode="auto">
          <a:xfrm>
            <a:off x="31242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" name="Rectangle 183"/>
          <p:cNvSpPr/>
          <p:nvPr/>
        </p:nvSpPr>
        <p:spPr bwMode="auto">
          <a:xfrm>
            <a:off x="28194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5" name="Rectangle 184"/>
          <p:cNvSpPr/>
          <p:nvPr/>
        </p:nvSpPr>
        <p:spPr bwMode="auto">
          <a:xfrm>
            <a:off x="31242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6" name="Rectangle 185"/>
          <p:cNvSpPr/>
          <p:nvPr/>
        </p:nvSpPr>
        <p:spPr bwMode="auto">
          <a:xfrm>
            <a:off x="3429000" y="2667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7" name="Rectangle 186"/>
          <p:cNvSpPr/>
          <p:nvPr/>
        </p:nvSpPr>
        <p:spPr bwMode="auto">
          <a:xfrm>
            <a:off x="3429000" y="2971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0" name="Rectangle 199"/>
          <p:cNvSpPr/>
          <p:nvPr/>
        </p:nvSpPr>
        <p:spPr bwMode="auto">
          <a:xfrm>
            <a:off x="28194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1" name="Rectangle 200"/>
          <p:cNvSpPr/>
          <p:nvPr/>
        </p:nvSpPr>
        <p:spPr bwMode="auto">
          <a:xfrm>
            <a:off x="31242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2" name="Rectangle 201"/>
          <p:cNvSpPr/>
          <p:nvPr/>
        </p:nvSpPr>
        <p:spPr bwMode="auto">
          <a:xfrm>
            <a:off x="3429000" y="3276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2" name="Rectangle 211"/>
          <p:cNvSpPr/>
          <p:nvPr/>
        </p:nvSpPr>
        <p:spPr bwMode="auto">
          <a:xfrm>
            <a:off x="2819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3" name="Rectangle 212"/>
          <p:cNvSpPr/>
          <p:nvPr/>
        </p:nvSpPr>
        <p:spPr bwMode="auto">
          <a:xfrm>
            <a:off x="3124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5" name="Rectangle 214"/>
          <p:cNvSpPr/>
          <p:nvPr/>
        </p:nvSpPr>
        <p:spPr bwMode="auto">
          <a:xfrm>
            <a:off x="2819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6" name="Rectangle 215"/>
          <p:cNvSpPr/>
          <p:nvPr/>
        </p:nvSpPr>
        <p:spPr bwMode="auto">
          <a:xfrm>
            <a:off x="31242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" name="Rectangle 217"/>
          <p:cNvSpPr/>
          <p:nvPr/>
        </p:nvSpPr>
        <p:spPr bwMode="auto">
          <a:xfrm>
            <a:off x="2819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0" name="Rectangle 219"/>
          <p:cNvSpPr/>
          <p:nvPr/>
        </p:nvSpPr>
        <p:spPr bwMode="auto">
          <a:xfrm>
            <a:off x="3124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1" name="Rectangle 220"/>
          <p:cNvSpPr/>
          <p:nvPr/>
        </p:nvSpPr>
        <p:spPr bwMode="auto">
          <a:xfrm>
            <a:off x="3429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2" name="Rectangle 221"/>
          <p:cNvSpPr/>
          <p:nvPr/>
        </p:nvSpPr>
        <p:spPr bwMode="auto">
          <a:xfrm>
            <a:off x="34290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3" name="Rectangle 222"/>
          <p:cNvSpPr/>
          <p:nvPr/>
        </p:nvSpPr>
        <p:spPr bwMode="auto">
          <a:xfrm>
            <a:off x="3429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" name="Rectangle 223"/>
          <p:cNvSpPr/>
          <p:nvPr/>
        </p:nvSpPr>
        <p:spPr bwMode="auto">
          <a:xfrm>
            <a:off x="2819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" name="Rectangle 224"/>
          <p:cNvSpPr/>
          <p:nvPr/>
        </p:nvSpPr>
        <p:spPr bwMode="auto">
          <a:xfrm>
            <a:off x="31242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" name="Rectangle 225"/>
          <p:cNvSpPr/>
          <p:nvPr/>
        </p:nvSpPr>
        <p:spPr bwMode="auto">
          <a:xfrm>
            <a:off x="34290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7" name="Rectangle 226"/>
          <p:cNvSpPr/>
          <p:nvPr/>
        </p:nvSpPr>
        <p:spPr bwMode="auto">
          <a:xfrm>
            <a:off x="28194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0" name="Rectangle 239"/>
          <p:cNvSpPr/>
          <p:nvPr/>
        </p:nvSpPr>
        <p:spPr bwMode="auto">
          <a:xfrm>
            <a:off x="31242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1" name="Rectangle 240"/>
          <p:cNvSpPr/>
          <p:nvPr/>
        </p:nvSpPr>
        <p:spPr bwMode="auto">
          <a:xfrm>
            <a:off x="3429000" y="4800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" name="Rectangle 241"/>
          <p:cNvSpPr/>
          <p:nvPr/>
        </p:nvSpPr>
        <p:spPr bwMode="auto">
          <a:xfrm>
            <a:off x="52578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3" name="Rectangle 242"/>
          <p:cNvSpPr/>
          <p:nvPr/>
        </p:nvSpPr>
        <p:spPr bwMode="auto">
          <a:xfrm>
            <a:off x="55626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4" name="Rectangle 243"/>
          <p:cNvSpPr/>
          <p:nvPr/>
        </p:nvSpPr>
        <p:spPr bwMode="auto">
          <a:xfrm>
            <a:off x="5867400" y="4495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5" name="Rectangle 244"/>
          <p:cNvSpPr/>
          <p:nvPr/>
        </p:nvSpPr>
        <p:spPr bwMode="auto">
          <a:xfrm>
            <a:off x="5562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" name="Rectangle 245"/>
          <p:cNvSpPr/>
          <p:nvPr/>
        </p:nvSpPr>
        <p:spPr bwMode="auto">
          <a:xfrm>
            <a:off x="5867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9" name="Rectangle 258"/>
          <p:cNvSpPr/>
          <p:nvPr/>
        </p:nvSpPr>
        <p:spPr bwMode="auto">
          <a:xfrm>
            <a:off x="52578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0" name="Rectangle 259"/>
          <p:cNvSpPr/>
          <p:nvPr/>
        </p:nvSpPr>
        <p:spPr bwMode="auto">
          <a:xfrm>
            <a:off x="55626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8" name="Rectangle 277"/>
          <p:cNvSpPr/>
          <p:nvPr/>
        </p:nvSpPr>
        <p:spPr bwMode="auto">
          <a:xfrm>
            <a:off x="5867400" y="4191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9" name="Rectangle 278"/>
          <p:cNvSpPr/>
          <p:nvPr/>
        </p:nvSpPr>
        <p:spPr bwMode="auto">
          <a:xfrm>
            <a:off x="55626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0" name="Rectangle 279"/>
          <p:cNvSpPr/>
          <p:nvPr/>
        </p:nvSpPr>
        <p:spPr bwMode="auto">
          <a:xfrm>
            <a:off x="5867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2" name="Rectangle 281"/>
          <p:cNvSpPr/>
          <p:nvPr/>
        </p:nvSpPr>
        <p:spPr bwMode="auto">
          <a:xfrm>
            <a:off x="3733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3" name="Rectangle 282"/>
          <p:cNvSpPr/>
          <p:nvPr/>
        </p:nvSpPr>
        <p:spPr bwMode="auto">
          <a:xfrm>
            <a:off x="40386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4" name="Rectangle 283"/>
          <p:cNvSpPr/>
          <p:nvPr/>
        </p:nvSpPr>
        <p:spPr bwMode="auto">
          <a:xfrm>
            <a:off x="43434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5" name="Rectangle 284"/>
          <p:cNvSpPr/>
          <p:nvPr/>
        </p:nvSpPr>
        <p:spPr bwMode="auto">
          <a:xfrm>
            <a:off x="46482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6" name="Rectangle 285"/>
          <p:cNvSpPr/>
          <p:nvPr/>
        </p:nvSpPr>
        <p:spPr bwMode="auto">
          <a:xfrm>
            <a:off x="49530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7" name="Rectangle 286"/>
          <p:cNvSpPr/>
          <p:nvPr/>
        </p:nvSpPr>
        <p:spPr bwMode="auto">
          <a:xfrm>
            <a:off x="5257800" y="5715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8" name="Rectangle 287"/>
          <p:cNvSpPr/>
          <p:nvPr/>
        </p:nvSpPr>
        <p:spPr bwMode="auto">
          <a:xfrm>
            <a:off x="3733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9" name="Rectangle 288"/>
          <p:cNvSpPr/>
          <p:nvPr/>
        </p:nvSpPr>
        <p:spPr bwMode="auto">
          <a:xfrm>
            <a:off x="40386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0" name="Rectangle 289"/>
          <p:cNvSpPr/>
          <p:nvPr/>
        </p:nvSpPr>
        <p:spPr bwMode="auto">
          <a:xfrm>
            <a:off x="43434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1" name="Rectangle 290"/>
          <p:cNvSpPr/>
          <p:nvPr/>
        </p:nvSpPr>
        <p:spPr bwMode="auto">
          <a:xfrm>
            <a:off x="46482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2" name="Rectangle 291"/>
          <p:cNvSpPr/>
          <p:nvPr/>
        </p:nvSpPr>
        <p:spPr bwMode="auto">
          <a:xfrm>
            <a:off x="49530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3" name="Rectangle 292"/>
          <p:cNvSpPr/>
          <p:nvPr/>
        </p:nvSpPr>
        <p:spPr bwMode="auto">
          <a:xfrm>
            <a:off x="5257800" y="5410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4" name="Rectangle 293"/>
          <p:cNvSpPr/>
          <p:nvPr/>
        </p:nvSpPr>
        <p:spPr bwMode="auto">
          <a:xfrm>
            <a:off x="37338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5" name="Rectangle 294"/>
          <p:cNvSpPr/>
          <p:nvPr/>
        </p:nvSpPr>
        <p:spPr bwMode="auto">
          <a:xfrm>
            <a:off x="40386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6" name="Rectangle 295"/>
          <p:cNvSpPr/>
          <p:nvPr/>
        </p:nvSpPr>
        <p:spPr bwMode="auto">
          <a:xfrm>
            <a:off x="43434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7" name="Rectangle 296"/>
          <p:cNvSpPr/>
          <p:nvPr/>
        </p:nvSpPr>
        <p:spPr bwMode="auto">
          <a:xfrm>
            <a:off x="46482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8" name="Rectangle 297"/>
          <p:cNvSpPr/>
          <p:nvPr/>
        </p:nvSpPr>
        <p:spPr bwMode="auto">
          <a:xfrm>
            <a:off x="49530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9" name="Rectangle 298"/>
          <p:cNvSpPr/>
          <p:nvPr/>
        </p:nvSpPr>
        <p:spPr bwMode="auto">
          <a:xfrm>
            <a:off x="5257800" y="5105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0" name="Rectangle 299"/>
          <p:cNvSpPr/>
          <p:nvPr/>
        </p:nvSpPr>
        <p:spPr bwMode="auto">
          <a:xfrm>
            <a:off x="4953000" y="4800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1" name="Rectangle 300"/>
          <p:cNvSpPr/>
          <p:nvPr/>
        </p:nvSpPr>
        <p:spPr bwMode="auto">
          <a:xfrm>
            <a:off x="6172200" y="4191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2" name="Rectangle 301"/>
          <p:cNvSpPr/>
          <p:nvPr/>
        </p:nvSpPr>
        <p:spPr bwMode="auto">
          <a:xfrm>
            <a:off x="6172200" y="3886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3" name="Rectangle 302"/>
          <p:cNvSpPr/>
          <p:nvPr/>
        </p:nvSpPr>
        <p:spPr bwMode="auto">
          <a:xfrm>
            <a:off x="5867400" y="3886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4" name="Rectangle 303"/>
          <p:cNvSpPr/>
          <p:nvPr/>
        </p:nvSpPr>
        <p:spPr bwMode="auto">
          <a:xfrm>
            <a:off x="28194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5" name="Rectangle 304"/>
          <p:cNvSpPr/>
          <p:nvPr/>
        </p:nvSpPr>
        <p:spPr bwMode="auto">
          <a:xfrm>
            <a:off x="2514600" y="6019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6" name="Rectangle 305"/>
          <p:cNvSpPr/>
          <p:nvPr/>
        </p:nvSpPr>
        <p:spPr bwMode="auto">
          <a:xfrm>
            <a:off x="2514600" y="5715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7" name="Rectangle 306"/>
          <p:cNvSpPr/>
          <p:nvPr/>
        </p:nvSpPr>
        <p:spPr bwMode="auto">
          <a:xfrm>
            <a:off x="25146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8" name="Rectangle 307"/>
          <p:cNvSpPr/>
          <p:nvPr/>
        </p:nvSpPr>
        <p:spPr bwMode="auto">
          <a:xfrm>
            <a:off x="25146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9" name="Rectangle 308"/>
          <p:cNvSpPr/>
          <p:nvPr/>
        </p:nvSpPr>
        <p:spPr bwMode="auto">
          <a:xfrm>
            <a:off x="2514600" y="2057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0" name="Rectangle 309"/>
          <p:cNvSpPr/>
          <p:nvPr/>
        </p:nvSpPr>
        <p:spPr bwMode="auto">
          <a:xfrm>
            <a:off x="25146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1" name="Rectangle 310"/>
          <p:cNvSpPr/>
          <p:nvPr/>
        </p:nvSpPr>
        <p:spPr bwMode="auto">
          <a:xfrm>
            <a:off x="25146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2" name="Rectangle 311"/>
          <p:cNvSpPr/>
          <p:nvPr/>
        </p:nvSpPr>
        <p:spPr bwMode="auto">
          <a:xfrm>
            <a:off x="25146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3" name="Rectangle 312"/>
          <p:cNvSpPr/>
          <p:nvPr/>
        </p:nvSpPr>
        <p:spPr bwMode="auto">
          <a:xfrm>
            <a:off x="25146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4" name="Rectangle 313"/>
          <p:cNvSpPr/>
          <p:nvPr/>
        </p:nvSpPr>
        <p:spPr bwMode="auto">
          <a:xfrm>
            <a:off x="25146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5" name="Rectangle 314"/>
          <p:cNvSpPr/>
          <p:nvPr/>
        </p:nvSpPr>
        <p:spPr bwMode="auto">
          <a:xfrm>
            <a:off x="2514600" y="5410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6" name="Rectangle 315"/>
          <p:cNvSpPr/>
          <p:nvPr/>
        </p:nvSpPr>
        <p:spPr bwMode="auto">
          <a:xfrm>
            <a:off x="2514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7" name="Rectangle 316"/>
          <p:cNvSpPr/>
          <p:nvPr/>
        </p:nvSpPr>
        <p:spPr bwMode="auto">
          <a:xfrm>
            <a:off x="25146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8" name="Rectangle 317"/>
          <p:cNvSpPr/>
          <p:nvPr/>
        </p:nvSpPr>
        <p:spPr bwMode="auto">
          <a:xfrm>
            <a:off x="25146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19" name="Rectangle 318"/>
          <p:cNvSpPr/>
          <p:nvPr/>
        </p:nvSpPr>
        <p:spPr bwMode="auto">
          <a:xfrm>
            <a:off x="34290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0" name="Rectangle 319"/>
          <p:cNvSpPr/>
          <p:nvPr/>
        </p:nvSpPr>
        <p:spPr bwMode="auto">
          <a:xfrm>
            <a:off x="31242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1" name="Rectangle 320"/>
          <p:cNvSpPr/>
          <p:nvPr/>
        </p:nvSpPr>
        <p:spPr bwMode="auto">
          <a:xfrm>
            <a:off x="46482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2" name="Rectangle 321"/>
          <p:cNvSpPr/>
          <p:nvPr/>
        </p:nvSpPr>
        <p:spPr bwMode="auto">
          <a:xfrm>
            <a:off x="43434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3" name="Rectangle 322"/>
          <p:cNvSpPr/>
          <p:nvPr/>
        </p:nvSpPr>
        <p:spPr bwMode="auto">
          <a:xfrm>
            <a:off x="40386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4" name="Rectangle 323"/>
          <p:cNvSpPr/>
          <p:nvPr/>
        </p:nvSpPr>
        <p:spPr bwMode="auto">
          <a:xfrm>
            <a:off x="37338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6" name="Rectangle 325"/>
          <p:cNvSpPr/>
          <p:nvPr/>
        </p:nvSpPr>
        <p:spPr bwMode="auto">
          <a:xfrm>
            <a:off x="55626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7" name="Rectangle 326"/>
          <p:cNvSpPr/>
          <p:nvPr/>
        </p:nvSpPr>
        <p:spPr bwMode="auto">
          <a:xfrm>
            <a:off x="52578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8" name="Rectangle 327"/>
          <p:cNvSpPr/>
          <p:nvPr/>
        </p:nvSpPr>
        <p:spPr bwMode="auto">
          <a:xfrm>
            <a:off x="4953000" y="6019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9" name="Rectangle 328"/>
          <p:cNvSpPr/>
          <p:nvPr/>
        </p:nvSpPr>
        <p:spPr bwMode="auto">
          <a:xfrm>
            <a:off x="40386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0" name="Rectangle 329"/>
          <p:cNvSpPr/>
          <p:nvPr/>
        </p:nvSpPr>
        <p:spPr bwMode="auto">
          <a:xfrm>
            <a:off x="4648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1" name="Rectangle 330"/>
          <p:cNvSpPr/>
          <p:nvPr/>
        </p:nvSpPr>
        <p:spPr bwMode="auto">
          <a:xfrm>
            <a:off x="43434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2" name="Rectangle 331"/>
          <p:cNvSpPr/>
          <p:nvPr/>
        </p:nvSpPr>
        <p:spPr bwMode="auto">
          <a:xfrm>
            <a:off x="40386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3" name="Rectangle 332"/>
          <p:cNvSpPr/>
          <p:nvPr/>
        </p:nvSpPr>
        <p:spPr bwMode="auto">
          <a:xfrm>
            <a:off x="46482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4" name="Rectangle 333"/>
          <p:cNvSpPr/>
          <p:nvPr/>
        </p:nvSpPr>
        <p:spPr bwMode="auto">
          <a:xfrm>
            <a:off x="43434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5" name="Rectangle 334"/>
          <p:cNvSpPr/>
          <p:nvPr/>
        </p:nvSpPr>
        <p:spPr bwMode="auto">
          <a:xfrm>
            <a:off x="52578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6" name="Rectangle 335"/>
          <p:cNvSpPr/>
          <p:nvPr/>
        </p:nvSpPr>
        <p:spPr bwMode="auto">
          <a:xfrm>
            <a:off x="4953000" y="2362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7" name="Rectangle 336"/>
          <p:cNvSpPr/>
          <p:nvPr/>
        </p:nvSpPr>
        <p:spPr bwMode="auto">
          <a:xfrm>
            <a:off x="3733800" y="2971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8" name="Rectangle 337"/>
          <p:cNvSpPr/>
          <p:nvPr/>
        </p:nvSpPr>
        <p:spPr bwMode="auto">
          <a:xfrm>
            <a:off x="3733800" y="2667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39" name="Rectangle 338"/>
          <p:cNvSpPr/>
          <p:nvPr/>
        </p:nvSpPr>
        <p:spPr bwMode="auto">
          <a:xfrm>
            <a:off x="3733800" y="4191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0" name="Rectangle 339"/>
          <p:cNvSpPr/>
          <p:nvPr/>
        </p:nvSpPr>
        <p:spPr bwMode="auto">
          <a:xfrm>
            <a:off x="3733800" y="3581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1" name="Rectangle 340"/>
          <p:cNvSpPr/>
          <p:nvPr/>
        </p:nvSpPr>
        <p:spPr bwMode="auto">
          <a:xfrm>
            <a:off x="3733800" y="3276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2" name="Rectangle 341"/>
          <p:cNvSpPr/>
          <p:nvPr/>
        </p:nvSpPr>
        <p:spPr bwMode="auto">
          <a:xfrm>
            <a:off x="37338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3" name="Rectangle 342"/>
          <p:cNvSpPr/>
          <p:nvPr/>
        </p:nvSpPr>
        <p:spPr bwMode="auto">
          <a:xfrm>
            <a:off x="37338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4" name="Rectangle 343"/>
          <p:cNvSpPr/>
          <p:nvPr/>
        </p:nvSpPr>
        <p:spPr bwMode="auto">
          <a:xfrm>
            <a:off x="49530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5" name="Rectangle 344"/>
          <p:cNvSpPr/>
          <p:nvPr/>
        </p:nvSpPr>
        <p:spPr bwMode="auto">
          <a:xfrm>
            <a:off x="5562600" y="3886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6" name="Rectangle 345"/>
          <p:cNvSpPr/>
          <p:nvPr/>
        </p:nvSpPr>
        <p:spPr bwMode="auto">
          <a:xfrm>
            <a:off x="6172200" y="5410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7" name="Rectangle 346"/>
          <p:cNvSpPr/>
          <p:nvPr/>
        </p:nvSpPr>
        <p:spPr bwMode="auto">
          <a:xfrm>
            <a:off x="6172200" y="4800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8" name="Rectangle 347"/>
          <p:cNvSpPr/>
          <p:nvPr/>
        </p:nvSpPr>
        <p:spPr bwMode="auto">
          <a:xfrm>
            <a:off x="6172200" y="4495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49" name="Rectangle 348"/>
          <p:cNvSpPr/>
          <p:nvPr/>
        </p:nvSpPr>
        <p:spPr bwMode="auto">
          <a:xfrm>
            <a:off x="6172200" y="5105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8" name="Rectangle 187"/>
          <p:cNvSpPr/>
          <p:nvPr/>
        </p:nvSpPr>
        <p:spPr bwMode="auto">
          <a:xfrm>
            <a:off x="4038600" y="2667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9" name="Rectangle 188"/>
          <p:cNvSpPr/>
          <p:nvPr/>
        </p:nvSpPr>
        <p:spPr bwMode="auto">
          <a:xfrm>
            <a:off x="40386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0" name="Rectangle 189"/>
          <p:cNvSpPr/>
          <p:nvPr/>
        </p:nvSpPr>
        <p:spPr bwMode="auto">
          <a:xfrm>
            <a:off x="40386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1" name="Rectangle 190"/>
          <p:cNvSpPr/>
          <p:nvPr/>
        </p:nvSpPr>
        <p:spPr bwMode="auto">
          <a:xfrm>
            <a:off x="4038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2" name="Rectangle 191"/>
          <p:cNvSpPr/>
          <p:nvPr/>
        </p:nvSpPr>
        <p:spPr bwMode="auto">
          <a:xfrm>
            <a:off x="40386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3" name="Rectangle 192"/>
          <p:cNvSpPr/>
          <p:nvPr/>
        </p:nvSpPr>
        <p:spPr bwMode="auto">
          <a:xfrm>
            <a:off x="40386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" name="Rectangle 193"/>
          <p:cNvSpPr/>
          <p:nvPr/>
        </p:nvSpPr>
        <p:spPr bwMode="auto">
          <a:xfrm>
            <a:off x="2209800" y="1143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" name="Rectangle 194"/>
          <p:cNvSpPr/>
          <p:nvPr/>
        </p:nvSpPr>
        <p:spPr bwMode="auto">
          <a:xfrm>
            <a:off x="2209800" y="1752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" name="Rectangle 195"/>
          <p:cNvSpPr/>
          <p:nvPr/>
        </p:nvSpPr>
        <p:spPr bwMode="auto">
          <a:xfrm>
            <a:off x="2209800" y="1447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7" name="Rectangle 196"/>
          <p:cNvSpPr/>
          <p:nvPr/>
        </p:nvSpPr>
        <p:spPr bwMode="auto">
          <a:xfrm>
            <a:off x="2209800" y="2057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9" name="Rectangle 198"/>
          <p:cNvSpPr/>
          <p:nvPr/>
        </p:nvSpPr>
        <p:spPr bwMode="auto">
          <a:xfrm>
            <a:off x="22098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3" name="Rectangle 202"/>
          <p:cNvSpPr/>
          <p:nvPr/>
        </p:nvSpPr>
        <p:spPr bwMode="auto">
          <a:xfrm>
            <a:off x="2209800" y="2362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4" name="Rectangle 203"/>
          <p:cNvSpPr/>
          <p:nvPr/>
        </p:nvSpPr>
        <p:spPr bwMode="auto">
          <a:xfrm>
            <a:off x="2209800" y="2971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" name="Rectangle 204"/>
          <p:cNvSpPr/>
          <p:nvPr/>
        </p:nvSpPr>
        <p:spPr bwMode="auto">
          <a:xfrm>
            <a:off x="22098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" name="Rectangle 205"/>
          <p:cNvSpPr/>
          <p:nvPr/>
        </p:nvSpPr>
        <p:spPr bwMode="auto">
          <a:xfrm>
            <a:off x="2209800" y="3276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7" name="Rectangle 206"/>
          <p:cNvSpPr/>
          <p:nvPr/>
        </p:nvSpPr>
        <p:spPr bwMode="auto">
          <a:xfrm>
            <a:off x="2209800" y="3886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9" name="Rectangle 208"/>
          <p:cNvSpPr/>
          <p:nvPr/>
        </p:nvSpPr>
        <p:spPr bwMode="auto">
          <a:xfrm>
            <a:off x="22098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" name="Rectangle 210"/>
          <p:cNvSpPr/>
          <p:nvPr/>
        </p:nvSpPr>
        <p:spPr bwMode="auto">
          <a:xfrm>
            <a:off x="22098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7" name="Rectangle 216"/>
          <p:cNvSpPr/>
          <p:nvPr/>
        </p:nvSpPr>
        <p:spPr bwMode="auto">
          <a:xfrm>
            <a:off x="6781800" y="838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" name="Rectangle 246"/>
          <p:cNvSpPr/>
          <p:nvPr/>
        </p:nvSpPr>
        <p:spPr bwMode="auto">
          <a:xfrm>
            <a:off x="6781800" y="1447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3" name="Rectangle 252"/>
          <p:cNvSpPr/>
          <p:nvPr/>
        </p:nvSpPr>
        <p:spPr bwMode="auto">
          <a:xfrm>
            <a:off x="6781800" y="1143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4" name="Rectangle 253"/>
          <p:cNvSpPr/>
          <p:nvPr/>
        </p:nvSpPr>
        <p:spPr bwMode="auto">
          <a:xfrm>
            <a:off x="6781800" y="1752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5" name="Rectangle 254"/>
          <p:cNvSpPr/>
          <p:nvPr/>
        </p:nvSpPr>
        <p:spPr bwMode="auto">
          <a:xfrm>
            <a:off x="6781800" y="2362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8" name="Rectangle 257"/>
          <p:cNvSpPr/>
          <p:nvPr/>
        </p:nvSpPr>
        <p:spPr bwMode="auto">
          <a:xfrm>
            <a:off x="6781800" y="2057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0" name="Rectangle 269"/>
          <p:cNvSpPr/>
          <p:nvPr/>
        </p:nvSpPr>
        <p:spPr bwMode="auto">
          <a:xfrm>
            <a:off x="2209800" y="4800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1" name="Rectangle 270"/>
          <p:cNvSpPr/>
          <p:nvPr/>
        </p:nvSpPr>
        <p:spPr bwMode="auto">
          <a:xfrm>
            <a:off x="2209800" y="5410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2" name="Rectangle 271"/>
          <p:cNvSpPr/>
          <p:nvPr/>
        </p:nvSpPr>
        <p:spPr bwMode="auto">
          <a:xfrm>
            <a:off x="22098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4" name="Rectangle 273"/>
          <p:cNvSpPr/>
          <p:nvPr/>
        </p:nvSpPr>
        <p:spPr bwMode="auto">
          <a:xfrm>
            <a:off x="2209800" y="5715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5" name="Rectangle 274"/>
          <p:cNvSpPr/>
          <p:nvPr/>
        </p:nvSpPr>
        <p:spPr bwMode="auto">
          <a:xfrm>
            <a:off x="2209800" y="6324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6" name="Rectangle 275"/>
          <p:cNvSpPr/>
          <p:nvPr/>
        </p:nvSpPr>
        <p:spPr bwMode="auto">
          <a:xfrm>
            <a:off x="2209800" y="6019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7" name="Rectangle 276"/>
          <p:cNvSpPr/>
          <p:nvPr/>
        </p:nvSpPr>
        <p:spPr bwMode="auto">
          <a:xfrm>
            <a:off x="2514600" y="6324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1" name="Rectangle 280"/>
          <p:cNvSpPr/>
          <p:nvPr/>
        </p:nvSpPr>
        <p:spPr bwMode="auto">
          <a:xfrm>
            <a:off x="28194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25" name="Rectangle 324"/>
          <p:cNvSpPr/>
          <p:nvPr/>
        </p:nvSpPr>
        <p:spPr bwMode="auto">
          <a:xfrm>
            <a:off x="31242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0" name="Rectangle 349"/>
          <p:cNvSpPr/>
          <p:nvPr/>
        </p:nvSpPr>
        <p:spPr bwMode="auto">
          <a:xfrm>
            <a:off x="34290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1" name="Rectangle 350"/>
          <p:cNvSpPr/>
          <p:nvPr/>
        </p:nvSpPr>
        <p:spPr bwMode="auto">
          <a:xfrm>
            <a:off x="37338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2" name="Rectangle 351"/>
          <p:cNvSpPr/>
          <p:nvPr/>
        </p:nvSpPr>
        <p:spPr bwMode="auto">
          <a:xfrm>
            <a:off x="40386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3" name="Rectangle 352"/>
          <p:cNvSpPr/>
          <p:nvPr/>
        </p:nvSpPr>
        <p:spPr bwMode="auto">
          <a:xfrm>
            <a:off x="43434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4" name="Rectangle 353"/>
          <p:cNvSpPr/>
          <p:nvPr/>
        </p:nvSpPr>
        <p:spPr bwMode="auto">
          <a:xfrm>
            <a:off x="46482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5" name="Rectangle 354"/>
          <p:cNvSpPr/>
          <p:nvPr/>
        </p:nvSpPr>
        <p:spPr bwMode="auto">
          <a:xfrm>
            <a:off x="49530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6" name="Rectangle 355"/>
          <p:cNvSpPr/>
          <p:nvPr/>
        </p:nvSpPr>
        <p:spPr bwMode="auto">
          <a:xfrm>
            <a:off x="52578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7" name="Rectangle 356"/>
          <p:cNvSpPr/>
          <p:nvPr/>
        </p:nvSpPr>
        <p:spPr bwMode="auto">
          <a:xfrm>
            <a:off x="55626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8" name="Rectangle 357"/>
          <p:cNvSpPr/>
          <p:nvPr/>
        </p:nvSpPr>
        <p:spPr bwMode="auto">
          <a:xfrm>
            <a:off x="5867400" y="6324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59" name="Rectangle 358"/>
          <p:cNvSpPr/>
          <p:nvPr/>
        </p:nvSpPr>
        <p:spPr bwMode="auto">
          <a:xfrm>
            <a:off x="6172200" y="6324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0" name="Rectangle 359"/>
          <p:cNvSpPr/>
          <p:nvPr/>
        </p:nvSpPr>
        <p:spPr bwMode="auto">
          <a:xfrm>
            <a:off x="6477000" y="6324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1" name="Rectangle 360"/>
          <p:cNvSpPr/>
          <p:nvPr/>
        </p:nvSpPr>
        <p:spPr bwMode="auto">
          <a:xfrm>
            <a:off x="64770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2" name="Rectangle 361"/>
          <p:cNvSpPr/>
          <p:nvPr/>
        </p:nvSpPr>
        <p:spPr bwMode="auto">
          <a:xfrm>
            <a:off x="64770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3" name="Rectangle 362"/>
          <p:cNvSpPr/>
          <p:nvPr/>
        </p:nvSpPr>
        <p:spPr bwMode="auto">
          <a:xfrm>
            <a:off x="6477000" y="5105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4" name="Rectangle 363"/>
          <p:cNvSpPr/>
          <p:nvPr/>
        </p:nvSpPr>
        <p:spPr bwMode="auto">
          <a:xfrm>
            <a:off x="6477000" y="48006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5" name="Rectangle 364"/>
          <p:cNvSpPr/>
          <p:nvPr/>
        </p:nvSpPr>
        <p:spPr bwMode="auto">
          <a:xfrm>
            <a:off x="6477000" y="5410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6" name="Rectangle 365"/>
          <p:cNvSpPr/>
          <p:nvPr/>
        </p:nvSpPr>
        <p:spPr bwMode="auto">
          <a:xfrm>
            <a:off x="6477000" y="6019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7" name="Rectangle 366"/>
          <p:cNvSpPr/>
          <p:nvPr/>
        </p:nvSpPr>
        <p:spPr bwMode="auto">
          <a:xfrm>
            <a:off x="6477000" y="5715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8" name="Rectangle 367"/>
          <p:cNvSpPr/>
          <p:nvPr/>
        </p:nvSpPr>
        <p:spPr bwMode="auto">
          <a:xfrm>
            <a:off x="64770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69" name="Rectangle 368"/>
          <p:cNvSpPr/>
          <p:nvPr/>
        </p:nvSpPr>
        <p:spPr bwMode="auto">
          <a:xfrm>
            <a:off x="64770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0" name="Rectangle 369"/>
          <p:cNvSpPr/>
          <p:nvPr/>
        </p:nvSpPr>
        <p:spPr bwMode="auto">
          <a:xfrm>
            <a:off x="46482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1" name="Rectangle 370"/>
          <p:cNvSpPr/>
          <p:nvPr/>
        </p:nvSpPr>
        <p:spPr bwMode="auto">
          <a:xfrm>
            <a:off x="49530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2" name="Rectangle 371"/>
          <p:cNvSpPr/>
          <p:nvPr/>
        </p:nvSpPr>
        <p:spPr bwMode="auto">
          <a:xfrm>
            <a:off x="52578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3" name="Rectangle 372"/>
          <p:cNvSpPr/>
          <p:nvPr/>
        </p:nvSpPr>
        <p:spPr bwMode="auto">
          <a:xfrm>
            <a:off x="55626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4" name="Rectangle 373"/>
          <p:cNvSpPr/>
          <p:nvPr/>
        </p:nvSpPr>
        <p:spPr bwMode="auto">
          <a:xfrm>
            <a:off x="5867400" y="35814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5" name="Rectangle 374"/>
          <p:cNvSpPr/>
          <p:nvPr/>
        </p:nvSpPr>
        <p:spPr bwMode="auto">
          <a:xfrm>
            <a:off x="61722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6" name="Rectangle 375"/>
          <p:cNvSpPr/>
          <p:nvPr/>
        </p:nvSpPr>
        <p:spPr bwMode="auto">
          <a:xfrm>
            <a:off x="4648200" y="4191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7" name="Rectangle 376"/>
          <p:cNvSpPr/>
          <p:nvPr/>
        </p:nvSpPr>
        <p:spPr bwMode="auto">
          <a:xfrm>
            <a:off x="46482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8" name="Rectangle 377"/>
          <p:cNvSpPr/>
          <p:nvPr/>
        </p:nvSpPr>
        <p:spPr bwMode="auto">
          <a:xfrm>
            <a:off x="46482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>
            <a:off x="40386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0" name="Rectangle 379"/>
          <p:cNvSpPr/>
          <p:nvPr/>
        </p:nvSpPr>
        <p:spPr bwMode="auto">
          <a:xfrm>
            <a:off x="4343400" y="44958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1" name="Rectangle 380"/>
          <p:cNvSpPr/>
          <p:nvPr/>
        </p:nvSpPr>
        <p:spPr bwMode="auto">
          <a:xfrm>
            <a:off x="61722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2" name="Rectangle 381"/>
          <p:cNvSpPr/>
          <p:nvPr/>
        </p:nvSpPr>
        <p:spPr bwMode="auto">
          <a:xfrm>
            <a:off x="43434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3" name="Rectangle 382"/>
          <p:cNvSpPr/>
          <p:nvPr/>
        </p:nvSpPr>
        <p:spPr bwMode="auto">
          <a:xfrm>
            <a:off x="46482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4" name="Rectangle 383"/>
          <p:cNvSpPr/>
          <p:nvPr/>
        </p:nvSpPr>
        <p:spPr bwMode="auto">
          <a:xfrm>
            <a:off x="49530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5" name="Rectangle 384"/>
          <p:cNvSpPr/>
          <p:nvPr/>
        </p:nvSpPr>
        <p:spPr bwMode="auto">
          <a:xfrm>
            <a:off x="52578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6" name="Rectangle 385"/>
          <p:cNvSpPr/>
          <p:nvPr/>
        </p:nvSpPr>
        <p:spPr bwMode="auto">
          <a:xfrm>
            <a:off x="55626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7" name="Rectangle 386"/>
          <p:cNvSpPr/>
          <p:nvPr/>
        </p:nvSpPr>
        <p:spPr bwMode="auto">
          <a:xfrm>
            <a:off x="5867400" y="26670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8" name="Rectangle 387"/>
          <p:cNvSpPr/>
          <p:nvPr/>
        </p:nvSpPr>
        <p:spPr bwMode="auto">
          <a:xfrm>
            <a:off x="6781800" y="2667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89" name="Rectangle 388"/>
          <p:cNvSpPr/>
          <p:nvPr/>
        </p:nvSpPr>
        <p:spPr bwMode="auto">
          <a:xfrm>
            <a:off x="6477000" y="2667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0" name="Rectangle 389"/>
          <p:cNvSpPr/>
          <p:nvPr/>
        </p:nvSpPr>
        <p:spPr bwMode="auto">
          <a:xfrm>
            <a:off x="2209800" y="838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1" name="Rectangle 390"/>
          <p:cNvSpPr/>
          <p:nvPr/>
        </p:nvSpPr>
        <p:spPr bwMode="auto">
          <a:xfrm>
            <a:off x="2514600" y="838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2" name="Rectangle 391"/>
          <p:cNvSpPr/>
          <p:nvPr/>
        </p:nvSpPr>
        <p:spPr bwMode="auto">
          <a:xfrm>
            <a:off x="28194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3" name="Rectangle 392"/>
          <p:cNvSpPr/>
          <p:nvPr/>
        </p:nvSpPr>
        <p:spPr bwMode="auto">
          <a:xfrm>
            <a:off x="31242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4" name="Rectangle 393"/>
          <p:cNvSpPr/>
          <p:nvPr/>
        </p:nvSpPr>
        <p:spPr bwMode="auto">
          <a:xfrm>
            <a:off x="34290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5" name="Rectangle 394"/>
          <p:cNvSpPr/>
          <p:nvPr/>
        </p:nvSpPr>
        <p:spPr bwMode="auto">
          <a:xfrm>
            <a:off x="37338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6" name="Rectangle 395"/>
          <p:cNvSpPr/>
          <p:nvPr/>
        </p:nvSpPr>
        <p:spPr bwMode="auto">
          <a:xfrm>
            <a:off x="40386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7" name="Rectangle 396"/>
          <p:cNvSpPr/>
          <p:nvPr/>
        </p:nvSpPr>
        <p:spPr bwMode="auto">
          <a:xfrm>
            <a:off x="43434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8" name="Rectangle 397"/>
          <p:cNvSpPr/>
          <p:nvPr/>
        </p:nvSpPr>
        <p:spPr bwMode="auto">
          <a:xfrm>
            <a:off x="46482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99" name="Rectangle 398"/>
          <p:cNvSpPr/>
          <p:nvPr/>
        </p:nvSpPr>
        <p:spPr bwMode="auto">
          <a:xfrm>
            <a:off x="49530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400" name="Rectangle 399"/>
          <p:cNvSpPr/>
          <p:nvPr/>
        </p:nvSpPr>
        <p:spPr bwMode="auto">
          <a:xfrm>
            <a:off x="52578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401" name="Rectangle 400"/>
          <p:cNvSpPr/>
          <p:nvPr/>
        </p:nvSpPr>
        <p:spPr bwMode="auto">
          <a:xfrm>
            <a:off x="55626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402" name="Rectangle 401"/>
          <p:cNvSpPr/>
          <p:nvPr/>
        </p:nvSpPr>
        <p:spPr bwMode="auto">
          <a:xfrm>
            <a:off x="58674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403" name="Rectangle 402"/>
          <p:cNvSpPr/>
          <p:nvPr/>
        </p:nvSpPr>
        <p:spPr bwMode="auto">
          <a:xfrm>
            <a:off x="6172200" y="838200"/>
            <a:ext cx="304800" cy="30480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404" name="Rectangle 403"/>
          <p:cNvSpPr/>
          <p:nvPr/>
        </p:nvSpPr>
        <p:spPr bwMode="auto">
          <a:xfrm>
            <a:off x="6477000" y="838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1139" name="Group 1138"/>
          <p:cNvGrpSpPr/>
          <p:nvPr/>
        </p:nvGrpSpPr>
        <p:grpSpPr>
          <a:xfrm>
            <a:off x="5791200" y="1371600"/>
            <a:ext cx="914400" cy="1143000"/>
            <a:chOff x="5867400" y="3048000"/>
            <a:chExt cx="914400" cy="1143000"/>
          </a:xfrm>
        </p:grpSpPr>
        <p:sp>
          <p:nvSpPr>
            <p:cNvPr id="315" name="Rectangle 314"/>
            <p:cNvSpPr/>
            <p:nvPr/>
          </p:nvSpPr>
          <p:spPr bwMode="auto">
            <a:xfrm>
              <a:off x="66294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6" name="Rectangle 315"/>
            <p:cNvSpPr/>
            <p:nvPr/>
          </p:nvSpPr>
          <p:spPr bwMode="auto">
            <a:xfrm>
              <a:off x="67056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7" name="Rectangle 316"/>
            <p:cNvSpPr/>
            <p:nvPr/>
          </p:nvSpPr>
          <p:spPr bwMode="auto">
            <a:xfrm>
              <a:off x="58674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8" name="Rectangle 317"/>
            <p:cNvSpPr/>
            <p:nvPr/>
          </p:nvSpPr>
          <p:spPr bwMode="auto">
            <a:xfrm>
              <a:off x="59436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9" name="Rectangle 318"/>
            <p:cNvSpPr/>
            <p:nvPr/>
          </p:nvSpPr>
          <p:spPr bwMode="auto">
            <a:xfrm>
              <a:off x="58674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0" name="Rectangle 319"/>
            <p:cNvSpPr/>
            <p:nvPr/>
          </p:nvSpPr>
          <p:spPr bwMode="auto">
            <a:xfrm>
              <a:off x="58674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1" name="Rectangle 320"/>
            <p:cNvSpPr/>
            <p:nvPr/>
          </p:nvSpPr>
          <p:spPr bwMode="auto">
            <a:xfrm>
              <a:off x="59436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2" name="Rectangle 321"/>
            <p:cNvSpPr/>
            <p:nvPr/>
          </p:nvSpPr>
          <p:spPr bwMode="auto">
            <a:xfrm>
              <a:off x="65532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3" name="Rectangle 322"/>
            <p:cNvSpPr/>
            <p:nvPr/>
          </p:nvSpPr>
          <p:spPr bwMode="auto">
            <a:xfrm>
              <a:off x="65532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4" name="Rectangle 323"/>
            <p:cNvSpPr/>
            <p:nvPr/>
          </p:nvSpPr>
          <p:spPr bwMode="auto">
            <a:xfrm>
              <a:off x="66294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5" name="Rectangle 324"/>
            <p:cNvSpPr/>
            <p:nvPr/>
          </p:nvSpPr>
          <p:spPr bwMode="auto">
            <a:xfrm>
              <a:off x="66294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6" name="Rectangle 325"/>
            <p:cNvSpPr/>
            <p:nvPr/>
          </p:nvSpPr>
          <p:spPr bwMode="auto">
            <a:xfrm>
              <a:off x="67056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7" name="Rectangle 326"/>
            <p:cNvSpPr/>
            <p:nvPr/>
          </p:nvSpPr>
          <p:spPr bwMode="auto">
            <a:xfrm>
              <a:off x="67056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8" name="Rectangle 327"/>
            <p:cNvSpPr/>
            <p:nvPr/>
          </p:nvSpPr>
          <p:spPr bwMode="auto">
            <a:xfrm>
              <a:off x="58674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9" name="Rectangle 328"/>
            <p:cNvSpPr/>
            <p:nvPr/>
          </p:nvSpPr>
          <p:spPr bwMode="auto">
            <a:xfrm>
              <a:off x="64770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0" name="Rectangle 329"/>
            <p:cNvSpPr/>
            <p:nvPr/>
          </p:nvSpPr>
          <p:spPr bwMode="auto">
            <a:xfrm>
              <a:off x="65532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1" name="Rectangle 330"/>
            <p:cNvSpPr/>
            <p:nvPr/>
          </p:nvSpPr>
          <p:spPr bwMode="auto">
            <a:xfrm>
              <a:off x="65532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2" name="Rectangle 331"/>
            <p:cNvSpPr/>
            <p:nvPr/>
          </p:nvSpPr>
          <p:spPr bwMode="auto">
            <a:xfrm>
              <a:off x="58674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3" name="Rectangle 332"/>
            <p:cNvSpPr/>
            <p:nvPr/>
          </p:nvSpPr>
          <p:spPr bwMode="auto">
            <a:xfrm>
              <a:off x="59436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4" name="Rectangle 333"/>
            <p:cNvSpPr/>
            <p:nvPr/>
          </p:nvSpPr>
          <p:spPr bwMode="auto">
            <a:xfrm>
              <a:off x="60198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5" name="Rectangle 334"/>
            <p:cNvSpPr/>
            <p:nvPr/>
          </p:nvSpPr>
          <p:spPr bwMode="auto">
            <a:xfrm>
              <a:off x="59436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6" name="Rectangle 335"/>
            <p:cNvSpPr/>
            <p:nvPr/>
          </p:nvSpPr>
          <p:spPr bwMode="auto">
            <a:xfrm>
              <a:off x="60198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7" name="Rectangle 336"/>
            <p:cNvSpPr/>
            <p:nvPr/>
          </p:nvSpPr>
          <p:spPr bwMode="auto">
            <a:xfrm>
              <a:off x="60960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8" name="Rectangle 337"/>
            <p:cNvSpPr/>
            <p:nvPr/>
          </p:nvSpPr>
          <p:spPr bwMode="auto">
            <a:xfrm>
              <a:off x="58674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9" name="Rectangle 338"/>
            <p:cNvSpPr/>
            <p:nvPr/>
          </p:nvSpPr>
          <p:spPr bwMode="auto">
            <a:xfrm>
              <a:off x="58674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0" name="Rectangle 339"/>
            <p:cNvSpPr/>
            <p:nvPr/>
          </p:nvSpPr>
          <p:spPr bwMode="auto">
            <a:xfrm>
              <a:off x="59436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1" name="Rectangle 340"/>
            <p:cNvSpPr/>
            <p:nvPr/>
          </p:nvSpPr>
          <p:spPr bwMode="auto">
            <a:xfrm>
              <a:off x="60198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2" name="Rectangle 341"/>
            <p:cNvSpPr/>
            <p:nvPr/>
          </p:nvSpPr>
          <p:spPr bwMode="auto">
            <a:xfrm>
              <a:off x="64008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3" name="Rectangle 342"/>
            <p:cNvSpPr/>
            <p:nvPr/>
          </p:nvSpPr>
          <p:spPr bwMode="auto">
            <a:xfrm>
              <a:off x="64770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4" name="Rectangle 343"/>
            <p:cNvSpPr/>
            <p:nvPr/>
          </p:nvSpPr>
          <p:spPr bwMode="auto">
            <a:xfrm>
              <a:off x="61722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5" name="Rectangle 344"/>
            <p:cNvSpPr/>
            <p:nvPr/>
          </p:nvSpPr>
          <p:spPr bwMode="auto">
            <a:xfrm>
              <a:off x="62484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6" name="Rectangle 345"/>
            <p:cNvSpPr/>
            <p:nvPr/>
          </p:nvSpPr>
          <p:spPr bwMode="auto">
            <a:xfrm>
              <a:off x="63246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7" name="Rectangle 346"/>
            <p:cNvSpPr/>
            <p:nvPr/>
          </p:nvSpPr>
          <p:spPr bwMode="auto">
            <a:xfrm>
              <a:off x="64008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8" name="Rectangle 347"/>
            <p:cNvSpPr/>
            <p:nvPr/>
          </p:nvSpPr>
          <p:spPr bwMode="auto">
            <a:xfrm>
              <a:off x="64770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9" name="Rectangle 348"/>
            <p:cNvSpPr/>
            <p:nvPr/>
          </p:nvSpPr>
          <p:spPr bwMode="auto">
            <a:xfrm>
              <a:off x="61722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0" name="Rectangle 349"/>
            <p:cNvSpPr/>
            <p:nvPr/>
          </p:nvSpPr>
          <p:spPr bwMode="auto">
            <a:xfrm>
              <a:off x="62484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1" name="Rectangle 350"/>
            <p:cNvSpPr/>
            <p:nvPr/>
          </p:nvSpPr>
          <p:spPr bwMode="auto">
            <a:xfrm>
              <a:off x="63246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2" name="Rectangle 351"/>
            <p:cNvSpPr/>
            <p:nvPr/>
          </p:nvSpPr>
          <p:spPr bwMode="auto">
            <a:xfrm>
              <a:off x="64008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3" name="Rectangle 352"/>
            <p:cNvSpPr/>
            <p:nvPr/>
          </p:nvSpPr>
          <p:spPr bwMode="auto">
            <a:xfrm>
              <a:off x="64770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4" name="Rectangle 353"/>
            <p:cNvSpPr/>
            <p:nvPr/>
          </p:nvSpPr>
          <p:spPr bwMode="auto">
            <a:xfrm>
              <a:off x="60198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5" name="Rectangle 354"/>
            <p:cNvSpPr/>
            <p:nvPr/>
          </p:nvSpPr>
          <p:spPr bwMode="auto">
            <a:xfrm>
              <a:off x="60198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6" name="Rectangle 355"/>
            <p:cNvSpPr/>
            <p:nvPr/>
          </p:nvSpPr>
          <p:spPr bwMode="auto">
            <a:xfrm>
              <a:off x="66294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7" name="Rectangle 356"/>
            <p:cNvSpPr/>
            <p:nvPr/>
          </p:nvSpPr>
          <p:spPr bwMode="auto">
            <a:xfrm>
              <a:off x="65532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8" name="Rectangle 357"/>
            <p:cNvSpPr/>
            <p:nvPr/>
          </p:nvSpPr>
          <p:spPr bwMode="auto">
            <a:xfrm>
              <a:off x="6629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9" name="Rectangle 358"/>
            <p:cNvSpPr/>
            <p:nvPr/>
          </p:nvSpPr>
          <p:spPr bwMode="auto">
            <a:xfrm>
              <a:off x="63246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61722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1" name="Rectangle 360"/>
            <p:cNvSpPr/>
            <p:nvPr/>
          </p:nvSpPr>
          <p:spPr bwMode="auto">
            <a:xfrm>
              <a:off x="62484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2" name="Rectangle 361"/>
            <p:cNvSpPr/>
            <p:nvPr/>
          </p:nvSpPr>
          <p:spPr bwMode="auto">
            <a:xfrm>
              <a:off x="59436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3" name="Rectangle 362"/>
            <p:cNvSpPr/>
            <p:nvPr/>
          </p:nvSpPr>
          <p:spPr bwMode="auto">
            <a:xfrm>
              <a:off x="60198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4" name="Rectangle 363"/>
            <p:cNvSpPr/>
            <p:nvPr/>
          </p:nvSpPr>
          <p:spPr bwMode="auto">
            <a:xfrm>
              <a:off x="60960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5" name="Rectangle 364"/>
            <p:cNvSpPr/>
            <p:nvPr/>
          </p:nvSpPr>
          <p:spPr bwMode="auto">
            <a:xfrm>
              <a:off x="60960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6" name="Rectangle 365"/>
            <p:cNvSpPr/>
            <p:nvPr/>
          </p:nvSpPr>
          <p:spPr bwMode="auto">
            <a:xfrm>
              <a:off x="59436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7" name="Rectangle 366"/>
            <p:cNvSpPr/>
            <p:nvPr/>
          </p:nvSpPr>
          <p:spPr bwMode="auto">
            <a:xfrm>
              <a:off x="60198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9" name="Rectangle 398"/>
            <p:cNvSpPr/>
            <p:nvPr/>
          </p:nvSpPr>
          <p:spPr bwMode="auto">
            <a:xfrm>
              <a:off x="58674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0" name="Rectangle 399"/>
            <p:cNvSpPr/>
            <p:nvPr/>
          </p:nvSpPr>
          <p:spPr bwMode="auto">
            <a:xfrm>
              <a:off x="59436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1" name="Rectangle 400"/>
            <p:cNvSpPr/>
            <p:nvPr/>
          </p:nvSpPr>
          <p:spPr bwMode="auto">
            <a:xfrm>
              <a:off x="58674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2" name="Rectangle 401"/>
            <p:cNvSpPr/>
            <p:nvPr/>
          </p:nvSpPr>
          <p:spPr bwMode="auto">
            <a:xfrm>
              <a:off x="59436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3" name="Rectangle 402"/>
            <p:cNvSpPr/>
            <p:nvPr/>
          </p:nvSpPr>
          <p:spPr bwMode="auto">
            <a:xfrm>
              <a:off x="60198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4" name="Rectangle 403"/>
            <p:cNvSpPr/>
            <p:nvPr/>
          </p:nvSpPr>
          <p:spPr bwMode="auto">
            <a:xfrm>
              <a:off x="60198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58674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6" name="Rectangle 405"/>
            <p:cNvSpPr/>
            <p:nvPr/>
          </p:nvSpPr>
          <p:spPr bwMode="auto">
            <a:xfrm>
              <a:off x="59436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7" name="Rectangle 406"/>
            <p:cNvSpPr/>
            <p:nvPr/>
          </p:nvSpPr>
          <p:spPr bwMode="auto">
            <a:xfrm>
              <a:off x="60198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8" name="Rectangle 407"/>
            <p:cNvSpPr/>
            <p:nvPr/>
          </p:nvSpPr>
          <p:spPr bwMode="auto">
            <a:xfrm>
              <a:off x="58674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9" name="Rectangle 408"/>
            <p:cNvSpPr/>
            <p:nvPr/>
          </p:nvSpPr>
          <p:spPr bwMode="auto">
            <a:xfrm>
              <a:off x="59436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0" name="Rectangle 409"/>
            <p:cNvSpPr/>
            <p:nvPr/>
          </p:nvSpPr>
          <p:spPr bwMode="auto">
            <a:xfrm>
              <a:off x="58674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1" name="Rectangle 410"/>
            <p:cNvSpPr/>
            <p:nvPr/>
          </p:nvSpPr>
          <p:spPr bwMode="auto">
            <a:xfrm>
              <a:off x="59436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2" name="Rectangle 411"/>
            <p:cNvSpPr/>
            <p:nvPr/>
          </p:nvSpPr>
          <p:spPr bwMode="auto">
            <a:xfrm>
              <a:off x="5867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3" name="Rectangle 412"/>
            <p:cNvSpPr/>
            <p:nvPr/>
          </p:nvSpPr>
          <p:spPr bwMode="auto">
            <a:xfrm>
              <a:off x="59436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4" name="Rectangle 413"/>
            <p:cNvSpPr/>
            <p:nvPr/>
          </p:nvSpPr>
          <p:spPr bwMode="auto">
            <a:xfrm>
              <a:off x="60198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5" name="Rectangle 414"/>
            <p:cNvSpPr/>
            <p:nvPr/>
          </p:nvSpPr>
          <p:spPr bwMode="auto">
            <a:xfrm>
              <a:off x="60198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6" name="Rectangle 415"/>
            <p:cNvSpPr/>
            <p:nvPr/>
          </p:nvSpPr>
          <p:spPr bwMode="auto">
            <a:xfrm>
              <a:off x="60198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7" name="Rectangle 416"/>
            <p:cNvSpPr/>
            <p:nvPr/>
          </p:nvSpPr>
          <p:spPr bwMode="auto">
            <a:xfrm>
              <a:off x="58674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8" name="Rectangle 417"/>
            <p:cNvSpPr/>
            <p:nvPr/>
          </p:nvSpPr>
          <p:spPr bwMode="auto">
            <a:xfrm>
              <a:off x="59436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9" name="Rectangle 418"/>
            <p:cNvSpPr/>
            <p:nvPr/>
          </p:nvSpPr>
          <p:spPr bwMode="auto">
            <a:xfrm>
              <a:off x="60198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0" name="Rectangle 419"/>
            <p:cNvSpPr/>
            <p:nvPr/>
          </p:nvSpPr>
          <p:spPr bwMode="auto">
            <a:xfrm>
              <a:off x="58674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1" name="Rectangle 420"/>
            <p:cNvSpPr/>
            <p:nvPr/>
          </p:nvSpPr>
          <p:spPr bwMode="auto">
            <a:xfrm>
              <a:off x="59436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2" name="Rectangle 421"/>
            <p:cNvSpPr/>
            <p:nvPr/>
          </p:nvSpPr>
          <p:spPr bwMode="auto">
            <a:xfrm>
              <a:off x="60198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3" name="Rectangle 422"/>
            <p:cNvSpPr/>
            <p:nvPr/>
          </p:nvSpPr>
          <p:spPr bwMode="auto">
            <a:xfrm>
              <a:off x="64770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4" name="Rectangle 423"/>
            <p:cNvSpPr/>
            <p:nvPr/>
          </p:nvSpPr>
          <p:spPr bwMode="auto">
            <a:xfrm>
              <a:off x="65532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5" name="Rectangle 424"/>
            <p:cNvSpPr/>
            <p:nvPr/>
          </p:nvSpPr>
          <p:spPr bwMode="auto">
            <a:xfrm>
              <a:off x="66294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6" name="Rectangle 425"/>
            <p:cNvSpPr/>
            <p:nvPr/>
          </p:nvSpPr>
          <p:spPr bwMode="auto">
            <a:xfrm>
              <a:off x="65532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7" name="Rectangle 426"/>
            <p:cNvSpPr/>
            <p:nvPr/>
          </p:nvSpPr>
          <p:spPr bwMode="auto">
            <a:xfrm>
              <a:off x="66294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8" name="Rectangle 427"/>
            <p:cNvSpPr/>
            <p:nvPr/>
          </p:nvSpPr>
          <p:spPr bwMode="auto">
            <a:xfrm>
              <a:off x="64770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9" name="Rectangle 428"/>
            <p:cNvSpPr/>
            <p:nvPr/>
          </p:nvSpPr>
          <p:spPr bwMode="auto">
            <a:xfrm>
              <a:off x="65532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0" name="Rectangle 429"/>
            <p:cNvSpPr/>
            <p:nvPr/>
          </p:nvSpPr>
          <p:spPr bwMode="auto">
            <a:xfrm>
              <a:off x="66294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1" name="Rectangle 430"/>
            <p:cNvSpPr/>
            <p:nvPr/>
          </p:nvSpPr>
          <p:spPr bwMode="auto">
            <a:xfrm>
              <a:off x="65532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2" name="Rectangle 431"/>
            <p:cNvSpPr/>
            <p:nvPr/>
          </p:nvSpPr>
          <p:spPr bwMode="auto">
            <a:xfrm>
              <a:off x="66294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3" name="Rectangle 432"/>
            <p:cNvSpPr/>
            <p:nvPr/>
          </p:nvSpPr>
          <p:spPr bwMode="auto">
            <a:xfrm>
              <a:off x="60960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4" name="Rectangle 433"/>
            <p:cNvSpPr/>
            <p:nvPr/>
          </p:nvSpPr>
          <p:spPr bwMode="auto">
            <a:xfrm>
              <a:off x="61722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5" name="Rectangle 434"/>
            <p:cNvSpPr/>
            <p:nvPr/>
          </p:nvSpPr>
          <p:spPr bwMode="auto">
            <a:xfrm>
              <a:off x="6248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6" name="Rectangle 435"/>
            <p:cNvSpPr/>
            <p:nvPr/>
          </p:nvSpPr>
          <p:spPr bwMode="auto">
            <a:xfrm>
              <a:off x="63246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7" name="Rectangle 436"/>
            <p:cNvSpPr/>
            <p:nvPr/>
          </p:nvSpPr>
          <p:spPr bwMode="auto">
            <a:xfrm>
              <a:off x="64008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8" name="Rectangle 437"/>
            <p:cNvSpPr/>
            <p:nvPr/>
          </p:nvSpPr>
          <p:spPr bwMode="auto">
            <a:xfrm>
              <a:off x="64770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9" name="Rectangle 438"/>
            <p:cNvSpPr/>
            <p:nvPr/>
          </p:nvSpPr>
          <p:spPr bwMode="auto">
            <a:xfrm>
              <a:off x="60960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0" name="Rectangle 439"/>
            <p:cNvSpPr/>
            <p:nvPr/>
          </p:nvSpPr>
          <p:spPr bwMode="auto">
            <a:xfrm>
              <a:off x="61722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1" name="Rectangle 440"/>
            <p:cNvSpPr/>
            <p:nvPr/>
          </p:nvSpPr>
          <p:spPr bwMode="auto">
            <a:xfrm>
              <a:off x="62484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2" name="Rectangle 441"/>
            <p:cNvSpPr/>
            <p:nvPr/>
          </p:nvSpPr>
          <p:spPr bwMode="auto">
            <a:xfrm>
              <a:off x="63246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3" name="Rectangle 442"/>
            <p:cNvSpPr/>
            <p:nvPr/>
          </p:nvSpPr>
          <p:spPr bwMode="auto">
            <a:xfrm>
              <a:off x="64008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4" name="Rectangle 443"/>
            <p:cNvSpPr/>
            <p:nvPr/>
          </p:nvSpPr>
          <p:spPr bwMode="auto">
            <a:xfrm>
              <a:off x="64770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5" name="Rectangle 444"/>
            <p:cNvSpPr/>
            <p:nvPr/>
          </p:nvSpPr>
          <p:spPr bwMode="auto">
            <a:xfrm>
              <a:off x="60960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6" name="Rectangle 445"/>
            <p:cNvSpPr/>
            <p:nvPr/>
          </p:nvSpPr>
          <p:spPr bwMode="auto">
            <a:xfrm>
              <a:off x="61722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7" name="Rectangle 446"/>
            <p:cNvSpPr/>
            <p:nvPr/>
          </p:nvSpPr>
          <p:spPr bwMode="auto">
            <a:xfrm>
              <a:off x="62484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8" name="Rectangle 447"/>
            <p:cNvSpPr/>
            <p:nvPr/>
          </p:nvSpPr>
          <p:spPr bwMode="auto">
            <a:xfrm>
              <a:off x="63246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9" name="Rectangle 448"/>
            <p:cNvSpPr/>
            <p:nvPr/>
          </p:nvSpPr>
          <p:spPr bwMode="auto">
            <a:xfrm>
              <a:off x="64008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0" name="Rectangle 449"/>
            <p:cNvSpPr/>
            <p:nvPr/>
          </p:nvSpPr>
          <p:spPr bwMode="auto">
            <a:xfrm>
              <a:off x="64770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138" name="Group 1137"/>
          <p:cNvGrpSpPr/>
          <p:nvPr/>
        </p:nvGrpSpPr>
        <p:grpSpPr>
          <a:xfrm>
            <a:off x="5638800" y="1219200"/>
            <a:ext cx="1219200" cy="1447800"/>
            <a:chOff x="5715000" y="2895600"/>
            <a:chExt cx="1219200" cy="1447800"/>
          </a:xfrm>
        </p:grpSpPr>
        <p:sp>
          <p:nvSpPr>
            <p:cNvPr id="368" name="Rectangle 367"/>
            <p:cNvSpPr/>
            <p:nvPr/>
          </p:nvSpPr>
          <p:spPr bwMode="auto">
            <a:xfrm>
              <a:off x="6096000" y="38862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6400800" y="3733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0" name="Rectangle 369"/>
            <p:cNvSpPr/>
            <p:nvPr/>
          </p:nvSpPr>
          <p:spPr bwMode="auto">
            <a:xfrm>
              <a:off x="6781800" y="3048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1" name="Rectangle 370"/>
            <p:cNvSpPr/>
            <p:nvPr/>
          </p:nvSpPr>
          <p:spPr bwMode="auto">
            <a:xfrm>
              <a:off x="6781800" y="32004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2" name="Rectangle 371"/>
            <p:cNvSpPr/>
            <p:nvPr/>
          </p:nvSpPr>
          <p:spPr bwMode="auto">
            <a:xfrm>
              <a:off x="6781800" y="3124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3" name="Rectangle 372"/>
            <p:cNvSpPr/>
            <p:nvPr/>
          </p:nvSpPr>
          <p:spPr bwMode="auto">
            <a:xfrm>
              <a:off x="67818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4" name="Rectangle 373"/>
            <p:cNvSpPr/>
            <p:nvPr/>
          </p:nvSpPr>
          <p:spPr bwMode="auto">
            <a:xfrm>
              <a:off x="67056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5" name="Rectangle 374"/>
            <p:cNvSpPr/>
            <p:nvPr/>
          </p:nvSpPr>
          <p:spPr bwMode="auto">
            <a:xfrm>
              <a:off x="5791200" y="3048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6" name="Rectangle 375"/>
            <p:cNvSpPr/>
            <p:nvPr/>
          </p:nvSpPr>
          <p:spPr bwMode="auto">
            <a:xfrm>
              <a:off x="60960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7" name="Rectangle 376"/>
            <p:cNvSpPr/>
            <p:nvPr/>
          </p:nvSpPr>
          <p:spPr bwMode="auto">
            <a:xfrm>
              <a:off x="5791200" y="3124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66294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9" name="Rectangle 378"/>
            <p:cNvSpPr/>
            <p:nvPr/>
          </p:nvSpPr>
          <p:spPr bwMode="auto">
            <a:xfrm>
              <a:off x="65532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0" name="Rectangle 379"/>
            <p:cNvSpPr/>
            <p:nvPr/>
          </p:nvSpPr>
          <p:spPr bwMode="auto">
            <a:xfrm>
              <a:off x="64770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1" name="Rectangle 380"/>
            <p:cNvSpPr/>
            <p:nvPr/>
          </p:nvSpPr>
          <p:spPr bwMode="auto">
            <a:xfrm>
              <a:off x="64008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2" name="Rectangle 381"/>
            <p:cNvSpPr/>
            <p:nvPr/>
          </p:nvSpPr>
          <p:spPr bwMode="auto">
            <a:xfrm>
              <a:off x="67056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3" name="Rectangle 382"/>
            <p:cNvSpPr/>
            <p:nvPr/>
          </p:nvSpPr>
          <p:spPr bwMode="auto">
            <a:xfrm>
              <a:off x="6705600" y="4114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4" name="Rectangle 383"/>
            <p:cNvSpPr/>
            <p:nvPr/>
          </p:nvSpPr>
          <p:spPr bwMode="auto">
            <a:xfrm>
              <a:off x="66294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5" name="Rectangle 384"/>
            <p:cNvSpPr/>
            <p:nvPr/>
          </p:nvSpPr>
          <p:spPr bwMode="auto">
            <a:xfrm>
              <a:off x="60198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6" name="Rectangle 385"/>
            <p:cNvSpPr/>
            <p:nvPr/>
          </p:nvSpPr>
          <p:spPr bwMode="auto">
            <a:xfrm>
              <a:off x="59436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58674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8" name="Rectangle 387"/>
            <p:cNvSpPr/>
            <p:nvPr/>
          </p:nvSpPr>
          <p:spPr bwMode="auto">
            <a:xfrm>
              <a:off x="57912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9" name="Rectangle 388"/>
            <p:cNvSpPr/>
            <p:nvPr/>
          </p:nvSpPr>
          <p:spPr bwMode="auto">
            <a:xfrm>
              <a:off x="63246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0" name="Rectangle 389"/>
            <p:cNvSpPr/>
            <p:nvPr/>
          </p:nvSpPr>
          <p:spPr bwMode="auto">
            <a:xfrm>
              <a:off x="62484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1" name="Rectangle 390"/>
            <p:cNvSpPr/>
            <p:nvPr/>
          </p:nvSpPr>
          <p:spPr bwMode="auto">
            <a:xfrm>
              <a:off x="61722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2" name="Rectangle 391"/>
            <p:cNvSpPr/>
            <p:nvPr/>
          </p:nvSpPr>
          <p:spPr bwMode="auto">
            <a:xfrm>
              <a:off x="60960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3" name="Rectangle 392"/>
            <p:cNvSpPr/>
            <p:nvPr/>
          </p:nvSpPr>
          <p:spPr bwMode="auto">
            <a:xfrm>
              <a:off x="66294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4" name="Rectangle 393"/>
            <p:cNvSpPr/>
            <p:nvPr/>
          </p:nvSpPr>
          <p:spPr bwMode="auto">
            <a:xfrm>
              <a:off x="65532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5" name="Rectangle 394"/>
            <p:cNvSpPr/>
            <p:nvPr/>
          </p:nvSpPr>
          <p:spPr bwMode="auto">
            <a:xfrm>
              <a:off x="64770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64008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7" name="Rectangle 396"/>
            <p:cNvSpPr/>
            <p:nvPr/>
          </p:nvSpPr>
          <p:spPr bwMode="auto">
            <a:xfrm>
              <a:off x="67818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8" name="Rectangle 397"/>
            <p:cNvSpPr/>
            <p:nvPr/>
          </p:nvSpPr>
          <p:spPr bwMode="auto">
            <a:xfrm>
              <a:off x="67056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1" name="Rectangle 450"/>
            <p:cNvSpPr/>
            <p:nvPr/>
          </p:nvSpPr>
          <p:spPr bwMode="auto">
            <a:xfrm>
              <a:off x="6400800" y="38862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2" name="Rectangle 451"/>
            <p:cNvSpPr/>
            <p:nvPr/>
          </p:nvSpPr>
          <p:spPr bwMode="auto">
            <a:xfrm>
              <a:off x="6705600" y="3733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3" name="Rectangle 452"/>
            <p:cNvSpPr/>
            <p:nvPr/>
          </p:nvSpPr>
          <p:spPr bwMode="auto">
            <a:xfrm>
              <a:off x="67056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4" name="Rectangle 453"/>
            <p:cNvSpPr/>
            <p:nvPr/>
          </p:nvSpPr>
          <p:spPr bwMode="auto">
            <a:xfrm>
              <a:off x="66294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5" name="Rectangle 454"/>
            <p:cNvSpPr/>
            <p:nvPr/>
          </p:nvSpPr>
          <p:spPr bwMode="auto">
            <a:xfrm>
              <a:off x="58674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6" name="Rectangle 455"/>
            <p:cNvSpPr/>
            <p:nvPr/>
          </p:nvSpPr>
          <p:spPr bwMode="auto">
            <a:xfrm>
              <a:off x="57912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7" name="Rectangle 456"/>
            <p:cNvSpPr/>
            <p:nvPr/>
          </p:nvSpPr>
          <p:spPr bwMode="auto">
            <a:xfrm>
              <a:off x="5791200" y="4114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8" name="Rectangle 457"/>
            <p:cNvSpPr/>
            <p:nvPr/>
          </p:nvSpPr>
          <p:spPr bwMode="auto">
            <a:xfrm>
              <a:off x="5791200" y="3429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9" name="Rectangle 458"/>
            <p:cNvSpPr/>
            <p:nvPr/>
          </p:nvSpPr>
          <p:spPr bwMode="auto">
            <a:xfrm>
              <a:off x="57912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0" name="Rectangle 459"/>
            <p:cNvSpPr/>
            <p:nvPr/>
          </p:nvSpPr>
          <p:spPr bwMode="auto">
            <a:xfrm>
              <a:off x="5791200" y="3200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1" name="Rectangle 460"/>
            <p:cNvSpPr/>
            <p:nvPr/>
          </p:nvSpPr>
          <p:spPr bwMode="auto">
            <a:xfrm>
              <a:off x="5791200" y="3352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2" name="Rectangle 461"/>
            <p:cNvSpPr/>
            <p:nvPr/>
          </p:nvSpPr>
          <p:spPr bwMode="auto">
            <a:xfrm>
              <a:off x="5791200" y="3733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3" name="Rectangle 462"/>
            <p:cNvSpPr/>
            <p:nvPr/>
          </p:nvSpPr>
          <p:spPr bwMode="auto">
            <a:xfrm>
              <a:off x="5791200" y="3581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4" name="Rectangle 463"/>
            <p:cNvSpPr/>
            <p:nvPr/>
          </p:nvSpPr>
          <p:spPr bwMode="auto">
            <a:xfrm>
              <a:off x="5791200" y="3505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5" name="Rectangle 464"/>
            <p:cNvSpPr/>
            <p:nvPr/>
          </p:nvSpPr>
          <p:spPr bwMode="auto">
            <a:xfrm>
              <a:off x="57912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6" name="Rectangle 465"/>
            <p:cNvSpPr/>
            <p:nvPr/>
          </p:nvSpPr>
          <p:spPr bwMode="auto">
            <a:xfrm>
              <a:off x="5791200" y="4038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7" name="Rectangle 466"/>
            <p:cNvSpPr/>
            <p:nvPr/>
          </p:nvSpPr>
          <p:spPr bwMode="auto">
            <a:xfrm>
              <a:off x="57912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8" name="Rectangle 467"/>
            <p:cNvSpPr/>
            <p:nvPr/>
          </p:nvSpPr>
          <p:spPr bwMode="auto">
            <a:xfrm>
              <a:off x="57912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9" name="Rectangle 468"/>
            <p:cNvSpPr/>
            <p:nvPr/>
          </p:nvSpPr>
          <p:spPr bwMode="auto">
            <a:xfrm>
              <a:off x="5791200" y="3962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0" name="Rectangle 469"/>
            <p:cNvSpPr/>
            <p:nvPr/>
          </p:nvSpPr>
          <p:spPr bwMode="auto">
            <a:xfrm>
              <a:off x="60198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1" name="Rectangle 470"/>
            <p:cNvSpPr/>
            <p:nvPr/>
          </p:nvSpPr>
          <p:spPr bwMode="auto">
            <a:xfrm>
              <a:off x="59436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2" name="Rectangle 471"/>
            <p:cNvSpPr/>
            <p:nvPr/>
          </p:nvSpPr>
          <p:spPr bwMode="auto">
            <a:xfrm>
              <a:off x="63246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3" name="Rectangle 472"/>
            <p:cNvSpPr/>
            <p:nvPr/>
          </p:nvSpPr>
          <p:spPr bwMode="auto">
            <a:xfrm>
              <a:off x="62484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4" name="Rectangle 473"/>
            <p:cNvSpPr/>
            <p:nvPr/>
          </p:nvSpPr>
          <p:spPr bwMode="auto">
            <a:xfrm>
              <a:off x="61722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5" name="Rectangle 474"/>
            <p:cNvSpPr/>
            <p:nvPr/>
          </p:nvSpPr>
          <p:spPr bwMode="auto">
            <a:xfrm>
              <a:off x="60960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6" name="Rectangle 475"/>
            <p:cNvSpPr/>
            <p:nvPr/>
          </p:nvSpPr>
          <p:spPr bwMode="auto">
            <a:xfrm>
              <a:off x="65532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7" name="Rectangle 476"/>
            <p:cNvSpPr/>
            <p:nvPr/>
          </p:nvSpPr>
          <p:spPr bwMode="auto">
            <a:xfrm>
              <a:off x="64770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8" name="Rectangle 477"/>
            <p:cNvSpPr/>
            <p:nvPr/>
          </p:nvSpPr>
          <p:spPr bwMode="auto">
            <a:xfrm>
              <a:off x="64008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9" name="Rectangle 478"/>
            <p:cNvSpPr/>
            <p:nvPr/>
          </p:nvSpPr>
          <p:spPr bwMode="auto">
            <a:xfrm>
              <a:off x="61722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0" name="Rectangle 479"/>
            <p:cNvSpPr/>
            <p:nvPr/>
          </p:nvSpPr>
          <p:spPr bwMode="auto">
            <a:xfrm>
              <a:off x="63246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1" name="Rectangle 480"/>
            <p:cNvSpPr/>
            <p:nvPr/>
          </p:nvSpPr>
          <p:spPr bwMode="auto">
            <a:xfrm>
              <a:off x="62484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2" name="Rectangle 481"/>
            <p:cNvSpPr/>
            <p:nvPr/>
          </p:nvSpPr>
          <p:spPr bwMode="auto">
            <a:xfrm>
              <a:off x="61722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3" name="Rectangle 482"/>
            <p:cNvSpPr/>
            <p:nvPr/>
          </p:nvSpPr>
          <p:spPr bwMode="auto">
            <a:xfrm>
              <a:off x="63246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4" name="Rectangle 483"/>
            <p:cNvSpPr/>
            <p:nvPr/>
          </p:nvSpPr>
          <p:spPr bwMode="auto">
            <a:xfrm>
              <a:off x="62484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5" name="Rectangle 484"/>
            <p:cNvSpPr/>
            <p:nvPr/>
          </p:nvSpPr>
          <p:spPr bwMode="auto">
            <a:xfrm>
              <a:off x="64770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6" name="Rectangle 485"/>
            <p:cNvSpPr/>
            <p:nvPr/>
          </p:nvSpPr>
          <p:spPr bwMode="auto">
            <a:xfrm>
              <a:off x="64008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7" name="Rectangle 486"/>
            <p:cNvSpPr/>
            <p:nvPr/>
          </p:nvSpPr>
          <p:spPr bwMode="auto">
            <a:xfrm>
              <a:off x="6096000" y="3429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8" name="Rectangle 487"/>
            <p:cNvSpPr/>
            <p:nvPr/>
          </p:nvSpPr>
          <p:spPr bwMode="auto">
            <a:xfrm>
              <a:off x="6096000" y="3352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9" name="Rectangle 488"/>
            <p:cNvSpPr/>
            <p:nvPr/>
          </p:nvSpPr>
          <p:spPr bwMode="auto">
            <a:xfrm>
              <a:off x="6096000" y="3733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0" name="Rectangle 489"/>
            <p:cNvSpPr/>
            <p:nvPr/>
          </p:nvSpPr>
          <p:spPr bwMode="auto">
            <a:xfrm>
              <a:off x="6096000" y="3581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1" name="Rectangle 490"/>
            <p:cNvSpPr/>
            <p:nvPr/>
          </p:nvSpPr>
          <p:spPr bwMode="auto">
            <a:xfrm>
              <a:off x="6096000" y="3505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2" name="Rectangle 491"/>
            <p:cNvSpPr/>
            <p:nvPr/>
          </p:nvSpPr>
          <p:spPr bwMode="auto">
            <a:xfrm>
              <a:off x="60960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3" name="Rectangle 492"/>
            <p:cNvSpPr/>
            <p:nvPr/>
          </p:nvSpPr>
          <p:spPr bwMode="auto">
            <a:xfrm>
              <a:off x="60960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4" name="Rectangle 493"/>
            <p:cNvSpPr/>
            <p:nvPr/>
          </p:nvSpPr>
          <p:spPr bwMode="auto">
            <a:xfrm>
              <a:off x="64008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5" name="Rectangle 494"/>
            <p:cNvSpPr/>
            <p:nvPr/>
          </p:nvSpPr>
          <p:spPr bwMode="auto">
            <a:xfrm>
              <a:off x="65532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6" name="Rectangle 495"/>
            <p:cNvSpPr/>
            <p:nvPr/>
          </p:nvSpPr>
          <p:spPr bwMode="auto">
            <a:xfrm>
              <a:off x="6705600" y="4038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7" name="Rectangle 496"/>
            <p:cNvSpPr/>
            <p:nvPr/>
          </p:nvSpPr>
          <p:spPr bwMode="auto">
            <a:xfrm>
              <a:off x="67056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8" name="Rectangle 497"/>
            <p:cNvSpPr/>
            <p:nvPr/>
          </p:nvSpPr>
          <p:spPr bwMode="auto">
            <a:xfrm>
              <a:off x="67056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9" name="Rectangle 498"/>
            <p:cNvSpPr/>
            <p:nvPr/>
          </p:nvSpPr>
          <p:spPr bwMode="auto">
            <a:xfrm>
              <a:off x="6705600" y="3962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0" name="Rectangle 499"/>
            <p:cNvSpPr/>
            <p:nvPr/>
          </p:nvSpPr>
          <p:spPr bwMode="auto">
            <a:xfrm>
              <a:off x="6172200" y="3352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1" name="Rectangle 500"/>
            <p:cNvSpPr/>
            <p:nvPr/>
          </p:nvSpPr>
          <p:spPr bwMode="auto">
            <a:xfrm>
              <a:off x="6172200" y="3505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2" name="Rectangle 501"/>
            <p:cNvSpPr/>
            <p:nvPr/>
          </p:nvSpPr>
          <p:spPr bwMode="auto">
            <a:xfrm>
              <a:off x="6172200" y="3429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3" name="Rectangle 502"/>
            <p:cNvSpPr/>
            <p:nvPr/>
          </p:nvSpPr>
          <p:spPr bwMode="auto">
            <a:xfrm>
              <a:off x="6172200" y="3581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4" name="Rectangle 503"/>
            <p:cNvSpPr/>
            <p:nvPr/>
          </p:nvSpPr>
          <p:spPr bwMode="auto">
            <a:xfrm>
              <a:off x="6172200" y="3733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5" name="Rectangle 504"/>
            <p:cNvSpPr/>
            <p:nvPr/>
          </p:nvSpPr>
          <p:spPr bwMode="auto">
            <a:xfrm>
              <a:off x="6172200" y="3657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6" name="Rectangle 505"/>
            <p:cNvSpPr/>
            <p:nvPr/>
          </p:nvSpPr>
          <p:spPr bwMode="auto">
            <a:xfrm>
              <a:off x="5715000" y="2971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7" name="Rectangle 506"/>
            <p:cNvSpPr/>
            <p:nvPr/>
          </p:nvSpPr>
          <p:spPr bwMode="auto">
            <a:xfrm>
              <a:off x="5715000" y="3124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8" name="Rectangle 507"/>
            <p:cNvSpPr/>
            <p:nvPr/>
          </p:nvSpPr>
          <p:spPr bwMode="auto">
            <a:xfrm>
              <a:off x="5715000" y="3048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9" name="Rectangle 508"/>
            <p:cNvSpPr/>
            <p:nvPr/>
          </p:nvSpPr>
          <p:spPr bwMode="auto">
            <a:xfrm>
              <a:off x="5715000" y="3200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0" name="Rectangle 509"/>
            <p:cNvSpPr/>
            <p:nvPr/>
          </p:nvSpPr>
          <p:spPr bwMode="auto">
            <a:xfrm>
              <a:off x="57150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1" name="Rectangle 510"/>
            <p:cNvSpPr/>
            <p:nvPr/>
          </p:nvSpPr>
          <p:spPr bwMode="auto">
            <a:xfrm>
              <a:off x="5715000" y="3276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2" name="Rectangle 511"/>
            <p:cNvSpPr/>
            <p:nvPr/>
          </p:nvSpPr>
          <p:spPr bwMode="auto">
            <a:xfrm>
              <a:off x="5715000" y="3429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3" name="Rectangle 512"/>
            <p:cNvSpPr/>
            <p:nvPr/>
          </p:nvSpPr>
          <p:spPr bwMode="auto">
            <a:xfrm>
              <a:off x="5715000" y="3581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4" name="Rectangle 513"/>
            <p:cNvSpPr/>
            <p:nvPr/>
          </p:nvSpPr>
          <p:spPr bwMode="auto">
            <a:xfrm>
              <a:off x="5715000" y="3505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5" name="Rectangle 514"/>
            <p:cNvSpPr/>
            <p:nvPr/>
          </p:nvSpPr>
          <p:spPr bwMode="auto">
            <a:xfrm>
              <a:off x="5715000" y="3657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6" name="Rectangle 515"/>
            <p:cNvSpPr/>
            <p:nvPr/>
          </p:nvSpPr>
          <p:spPr bwMode="auto">
            <a:xfrm>
              <a:off x="5715000" y="3810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7" name="Rectangle 516"/>
            <p:cNvSpPr/>
            <p:nvPr/>
          </p:nvSpPr>
          <p:spPr bwMode="auto">
            <a:xfrm>
              <a:off x="5715000" y="3733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8" name="Rectangle 517"/>
            <p:cNvSpPr/>
            <p:nvPr/>
          </p:nvSpPr>
          <p:spPr bwMode="auto">
            <a:xfrm>
              <a:off x="6858000" y="2895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9" name="Rectangle 518"/>
            <p:cNvSpPr/>
            <p:nvPr/>
          </p:nvSpPr>
          <p:spPr bwMode="auto">
            <a:xfrm>
              <a:off x="6858000" y="3048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0" name="Rectangle 519"/>
            <p:cNvSpPr/>
            <p:nvPr/>
          </p:nvSpPr>
          <p:spPr bwMode="auto">
            <a:xfrm>
              <a:off x="6858000" y="2971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1" name="Rectangle 520"/>
            <p:cNvSpPr/>
            <p:nvPr/>
          </p:nvSpPr>
          <p:spPr bwMode="auto">
            <a:xfrm>
              <a:off x="6858000" y="3124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2" name="Rectangle 521"/>
            <p:cNvSpPr/>
            <p:nvPr/>
          </p:nvSpPr>
          <p:spPr bwMode="auto">
            <a:xfrm>
              <a:off x="6858000" y="3276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3" name="Rectangle 522"/>
            <p:cNvSpPr/>
            <p:nvPr/>
          </p:nvSpPr>
          <p:spPr bwMode="auto">
            <a:xfrm>
              <a:off x="6858000" y="3200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4" name="Rectangle 523"/>
            <p:cNvSpPr/>
            <p:nvPr/>
          </p:nvSpPr>
          <p:spPr bwMode="auto">
            <a:xfrm>
              <a:off x="5715000" y="3886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5" name="Rectangle 524"/>
            <p:cNvSpPr/>
            <p:nvPr/>
          </p:nvSpPr>
          <p:spPr bwMode="auto">
            <a:xfrm>
              <a:off x="5715000" y="4038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6" name="Rectangle 525"/>
            <p:cNvSpPr/>
            <p:nvPr/>
          </p:nvSpPr>
          <p:spPr bwMode="auto">
            <a:xfrm>
              <a:off x="5715000" y="3962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7" name="Rectangle 526"/>
            <p:cNvSpPr/>
            <p:nvPr/>
          </p:nvSpPr>
          <p:spPr bwMode="auto">
            <a:xfrm>
              <a:off x="5715000" y="4114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8" name="Rectangle 527"/>
            <p:cNvSpPr/>
            <p:nvPr/>
          </p:nvSpPr>
          <p:spPr bwMode="auto">
            <a:xfrm>
              <a:off x="5715000" y="4267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9" name="Rectangle 528"/>
            <p:cNvSpPr/>
            <p:nvPr/>
          </p:nvSpPr>
          <p:spPr bwMode="auto">
            <a:xfrm>
              <a:off x="5715000" y="4191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0" name="Rectangle 529"/>
            <p:cNvSpPr/>
            <p:nvPr/>
          </p:nvSpPr>
          <p:spPr bwMode="auto">
            <a:xfrm>
              <a:off x="5791200" y="4267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1" name="Rectangle 530"/>
            <p:cNvSpPr/>
            <p:nvPr/>
          </p:nvSpPr>
          <p:spPr bwMode="auto">
            <a:xfrm>
              <a:off x="58674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2" name="Rectangle 531"/>
            <p:cNvSpPr/>
            <p:nvPr/>
          </p:nvSpPr>
          <p:spPr bwMode="auto">
            <a:xfrm>
              <a:off x="59436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3" name="Rectangle 532"/>
            <p:cNvSpPr/>
            <p:nvPr/>
          </p:nvSpPr>
          <p:spPr bwMode="auto">
            <a:xfrm>
              <a:off x="60198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4" name="Rectangle 533"/>
            <p:cNvSpPr/>
            <p:nvPr/>
          </p:nvSpPr>
          <p:spPr bwMode="auto">
            <a:xfrm>
              <a:off x="60960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5" name="Rectangle 534"/>
            <p:cNvSpPr/>
            <p:nvPr/>
          </p:nvSpPr>
          <p:spPr bwMode="auto">
            <a:xfrm>
              <a:off x="61722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6" name="Rectangle 535"/>
            <p:cNvSpPr/>
            <p:nvPr/>
          </p:nvSpPr>
          <p:spPr bwMode="auto">
            <a:xfrm>
              <a:off x="62484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7" name="Rectangle 536"/>
            <p:cNvSpPr/>
            <p:nvPr/>
          </p:nvSpPr>
          <p:spPr bwMode="auto">
            <a:xfrm>
              <a:off x="63246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8" name="Rectangle 537"/>
            <p:cNvSpPr/>
            <p:nvPr/>
          </p:nvSpPr>
          <p:spPr bwMode="auto">
            <a:xfrm>
              <a:off x="64008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9" name="Rectangle 538"/>
            <p:cNvSpPr/>
            <p:nvPr/>
          </p:nvSpPr>
          <p:spPr bwMode="auto">
            <a:xfrm>
              <a:off x="64770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0" name="Rectangle 539"/>
            <p:cNvSpPr/>
            <p:nvPr/>
          </p:nvSpPr>
          <p:spPr bwMode="auto">
            <a:xfrm>
              <a:off x="65532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1" name="Rectangle 540"/>
            <p:cNvSpPr/>
            <p:nvPr/>
          </p:nvSpPr>
          <p:spPr bwMode="auto">
            <a:xfrm>
              <a:off x="6629400" y="4267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2" name="Rectangle 541"/>
            <p:cNvSpPr/>
            <p:nvPr/>
          </p:nvSpPr>
          <p:spPr bwMode="auto">
            <a:xfrm>
              <a:off x="6705600" y="4267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3" name="Rectangle 542"/>
            <p:cNvSpPr/>
            <p:nvPr/>
          </p:nvSpPr>
          <p:spPr bwMode="auto">
            <a:xfrm>
              <a:off x="6781800" y="4267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4" name="Rectangle 543"/>
            <p:cNvSpPr/>
            <p:nvPr/>
          </p:nvSpPr>
          <p:spPr bwMode="auto">
            <a:xfrm>
              <a:off x="6781800" y="3733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5" name="Rectangle 544"/>
            <p:cNvSpPr/>
            <p:nvPr/>
          </p:nvSpPr>
          <p:spPr bwMode="auto">
            <a:xfrm>
              <a:off x="6781800" y="3810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6" name="Rectangle 545"/>
            <p:cNvSpPr/>
            <p:nvPr/>
          </p:nvSpPr>
          <p:spPr bwMode="auto">
            <a:xfrm>
              <a:off x="6781800" y="3962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7" name="Rectangle 546"/>
            <p:cNvSpPr/>
            <p:nvPr/>
          </p:nvSpPr>
          <p:spPr bwMode="auto">
            <a:xfrm>
              <a:off x="6781800" y="3886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8" name="Rectangle 547"/>
            <p:cNvSpPr/>
            <p:nvPr/>
          </p:nvSpPr>
          <p:spPr bwMode="auto">
            <a:xfrm>
              <a:off x="6781800" y="4038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9" name="Rectangle 548"/>
            <p:cNvSpPr/>
            <p:nvPr/>
          </p:nvSpPr>
          <p:spPr bwMode="auto">
            <a:xfrm>
              <a:off x="6781800" y="4191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0" name="Rectangle 549"/>
            <p:cNvSpPr/>
            <p:nvPr/>
          </p:nvSpPr>
          <p:spPr bwMode="auto">
            <a:xfrm>
              <a:off x="6781800" y="4114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1" name="Rectangle 550"/>
            <p:cNvSpPr/>
            <p:nvPr/>
          </p:nvSpPr>
          <p:spPr bwMode="auto">
            <a:xfrm>
              <a:off x="6781800" y="3657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2" name="Rectangle 551"/>
            <p:cNvSpPr/>
            <p:nvPr/>
          </p:nvSpPr>
          <p:spPr bwMode="auto">
            <a:xfrm>
              <a:off x="6781800" y="3581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3" name="Rectangle 552"/>
            <p:cNvSpPr/>
            <p:nvPr/>
          </p:nvSpPr>
          <p:spPr bwMode="auto">
            <a:xfrm>
              <a:off x="6324600" y="3581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4" name="Rectangle 553"/>
            <p:cNvSpPr/>
            <p:nvPr/>
          </p:nvSpPr>
          <p:spPr bwMode="auto">
            <a:xfrm>
              <a:off x="6400800" y="3581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5" name="Rectangle 554"/>
            <p:cNvSpPr/>
            <p:nvPr/>
          </p:nvSpPr>
          <p:spPr bwMode="auto">
            <a:xfrm>
              <a:off x="6477000" y="3581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6" name="Rectangle 555"/>
            <p:cNvSpPr/>
            <p:nvPr/>
          </p:nvSpPr>
          <p:spPr bwMode="auto">
            <a:xfrm>
              <a:off x="6553200" y="3581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7" name="Rectangle 556"/>
            <p:cNvSpPr/>
            <p:nvPr/>
          </p:nvSpPr>
          <p:spPr bwMode="auto">
            <a:xfrm>
              <a:off x="6629400" y="3581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8" name="Rectangle 557"/>
            <p:cNvSpPr/>
            <p:nvPr/>
          </p:nvSpPr>
          <p:spPr bwMode="auto">
            <a:xfrm>
              <a:off x="6705600" y="3581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9" name="Rectangle 558"/>
            <p:cNvSpPr/>
            <p:nvPr/>
          </p:nvSpPr>
          <p:spPr bwMode="auto">
            <a:xfrm>
              <a:off x="6324600" y="3733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0" name="Rectangle 559"/>
            <p:cNvSpPr/>
            <p:nvPr/>
          </p:nvSpPr>
          <p:spPr bwMode="auto">
            <a:xfrm>
              <a:off x="6324600" y="3810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1" name="Rectangle 560"/>
            <p:cNvSpPr/>
            <p:nvPr/>
          </p:nvSpPr>
          <p:spPr bwMode="auto">
            <a:xfrm>
              <a:off x="6324600" y="3657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6172200" y="3810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3" name="Rectangle 562"/>
            <p:cNvSpPr/>
            <p:nvPr/>
          </p:nvSpPr>
          <p:spPr bwMode="auto">
            <a:xfrm>
              <a:off x="6248400" y="3810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4" name="Rectangle 563"/>
            <p:cNvSpPr/>
            <p:nvPr/>
          </p:nvSpPr>
          <p:spPr bwMode="auto">
            <a:xfrm>
              <a:off x="67056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5" name="Rectangle 564"/>
            <p:cNvSpPr/>
            <p:nvPr/>
          </p:nvSpPr>
          <p:spPr bwMode="auto">
            <a:xfrm>
              <a:off x="62484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6" name="Rectangle 565"/>
            <p:cNvSpPr/>
            <p:nvPr/>
          </p:nvSpPr>
          <p:spPr bwMode="auto">
            <a:xfrm>
              <a:off x="63246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7" name="Rectangle 566"/>
            <p:cNvSpPr/>
            <p:nvPr/>
          </p:nvSpPr>
          <p:spPr bwMode="auto">
            <a:xfrm>
              <a:off x="64008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8" name="Rectangle 567"/>
            <p:cNvSpPr/>
            <p:nvPr/>
          </p:nvSpPr>
          <p:spPr bwMode="auto">
            <a:xfrm>
              <a:off x="64770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69" name="Rectangle 568"/>
            <p:cNvSpPr/>
            <p:nvPr/>
          </p:nvSpPr>
          <p:spPr bwMode="auto">
            <a:xfrm>
              <a:off x="65532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0" name="Rectangle 569"/>
            <p:cNvSpPr/>
            <p:nvPr/>
          </p:nvSpPr>
          <p:spPr bwMode="auto">
            <a:xfrm>
              <a:off x="6629400" y="3352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6858000" y="3352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2" name="Rectangle 571"/>
            <p:cNvSpPr/>
            <p:nvPr/>
          </p:nvSpPr>
          <p:spPr bwMode="auto">
            <a:xfrm>
              <a:off x="6781800" y="3352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3" name="Rectangle 572"/>
            <p:cNvSpPr/>
            <p:nvPr/>
          </p:nvSpPr>
          <p:spPr bwMode="auto">
            <a:xfrm>
              <a:off x="5715000" y="2895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4" name="Rectangle 573"/>
            <p:cNvSpPr/>
            <p:nvPr/>
          </p:nvSpPr>
          <p:spPr bwMode="auto">
            <a:xfrm>
              <a:off x="5791200" y="2895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5" name="Rectangle 574"/>
            <p:cNvSpPr/>
            <p:nvPr/>
          </p:nvSpPr>
          <p:spPr bwMode="auto">
            <a:xfrm>
              <a:off x="58674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6" name="Rectangle 575"/>
            <p:cNvSpPr/>
            <p:nvPr/>
          </p:nvSpPr>
          <p:spPr bwMode="auto">
            <a:xfrm>
              <a:off x="59436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7" name="Rectangle 576"/>
            <p:cNvSpPr/>
            <p:nvPr/>
          </p:nvSpPr>
          <p:spPr bwMode="auto">
            <a:xfrm>
              <a:off x="60198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8" name="Rectangle 577"/>
            <p:cNvSpPr/>
            <p:nvPr/>
          </p:nvSpPr>
          <p:spPr bwMode="auto">
            <a:xfrm>
              <a:off x="60960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79" name="Rectangle 578"/>
            <p:cNvSpPr/>
            <p:nvPr/>
          </p:nvSpPr>
          <p:spPr bwMode="auto">
            <a:xfrm>
              <a:off x="61722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0" name="Rectangle 579"/>
            <p:cNvSpPr/>
            <p:nvPr/>
          </p:nvSpPr>
          <p:spPr bwMode="auto">
            <a:xfrm>
              <a:off x="62484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1" name="Rectangle 580"/>
            <p:cNvSpPr/>
            <p:nvPr/>
          </p:nvSpPr>
          <p:spPr bwMode="auto">
            <a:xfrm>
              <a:off x="63246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2" name="Rectangle 581"/>
            <p:cNvSpPr/>
            <p:nvPr/>
          </p:nvSpPr>
          <p:spPr bwMode="auto">
            <a:xfrm>
              <a:off x="64008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3" name="Rectangle 582"/>
            <p:cNvSpPr/>
            <p:nvPr/>
          </p:nvSpPr>
          <p:spPr bwMode="auto">
            <a:xfrm>
              <a:off x="64770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65532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66294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6705600" y="2895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6781800" y="2895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137" name="Group 1136"/>
          <p:cNvGrpSpPr/>
          <p:nvPr/>
        </p:nvGrpSpPr>
        <p:grpSpPr>
          <a:xfrm>
            <a:off x="3276600" y="1371600"/>
            <a:ext cx="914400" cy="1143000"/>
            <a:chOff x="3352800" y="3048000"/>
            <a:chExt cx="914400" cy="1143000"/>
          </a:xfrm>
        </p:grpSpPr>
        <p:sp>
          <p:nvSpPr>
            <p:cNvPr id="588" name="Rectangle 587"/>
            <p:cNvSpPr/>
            <p:nvPr/>
          </p:nvSpPr>
          <p:spPr bwMode="auto">
            <a:xfrm>
              <a:off x="41148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41910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33528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34290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33528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33528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34290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40386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40386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41148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41148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41910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41910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33528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39624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40386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40386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33528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34290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35052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8" name="Rectangle 607"/>
            <p:cNvSpPr/>
            <p:nvPr/>
          </p:nvSpPr>
          <p:spPr bwMode="auto">
            <a:xfrm>
              <a:off x="34290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35052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35814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33528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33528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34290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3505200" y="3276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38862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39624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36576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37338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9" name="Rectangle 618"/>
            <p:cNvSpPr/>
            <p:nvPr/>
          </p:nvSpPr>
          <p:spPr bwMode="auto">
            <a:xfrm>
              <a:off x="38100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0" name="Rectangle 619"/>
            <p:cNvSpPr/>
            <p:nvPr/>
          </p:nvSpPr>
          <p:spPr bwMode="auto">
            <a:xfrm>
              <a:off x="38862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1" name="Rectangle 620"/>
            <p:cNvSpPr/>
            <p:nvPr/>
          </p:nvSpPr>
          <p:spPr bwMode="auto">
            <a:xfrm>
              <a:off x="3962400" y="3200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2" name="Rectangle 621"/>
            <p:cNvSpPr/>
            <p:nvPr/>
          </p:nvSpPr>
          <p:spPr bwMode="auto">
            <a:xfrm>
              <a:off x="36576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3" name="Rectangle 622"/>
            <p:cNvSpPr/>
            <p:nvPr/>
          </p:nvSpPr>
          <p:spPr bwMode="auto">
            <a:xfrm>
              <a:off x="37338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4" name="Rectangle 623"/>
            <p:cNvSpPr/>
            <p:nvPr/>
          </p:nvSpPr>
          <p:spPr bwMode="auto">
            <a:xfrm>
              <a:off x="38100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5" name="Rectangle 624"/>
            <p:cNvSpPr/>
            <p:nvPr/>
          </p:nvSpPr>
          <p:spPr bwMode="auto">
            <a:xfrm>
              <a:off x="38862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39624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35052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35052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41148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40386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41148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38100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36576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37338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5" name="Rectangle 634"/>
            <p:cNvSpPr/>
            <p:nvPr/>
          </p:nvSpPr>
          <p:spPr bwMode="auto">
            <a:xfrm>
              <a:off x="34290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6" name="Rectangle 635"/>
            <p:cNvSpPr/>
            <p:nvPr/>
          </p:nvSpPr>
          <p:spPr bwMode="auto">
            <a:xfrm>
              <a:off x="35052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3581400" y="3124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35814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34290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3505200" y="3048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3528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4290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3528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4290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3505200" y="3352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35052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33528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34290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35052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33528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4290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3528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4290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3528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4290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5052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5052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5052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3528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4290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5052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3528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4290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05200" y="3886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9624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40386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41148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40386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41148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9624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40386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41148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40386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41148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581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6576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7338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8100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8862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962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5814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6576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7338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8100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8862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962400" y="4038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5814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6576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7338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8100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8862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962400" y="3962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136" name="Group 1135"/>
          <p:cNvGrpSpPr/>
          <p:nvPr/>
        </p:nvGrpSpPr>
        <p:grpSpPr>
          <a:xfrm>
            <a:off x="3200400" y="1295400"/>
            <a:ext cx="1066800" cy="1295400"/>
            <a:chOff x="3276600" y="2971800"/>
            <a:chExt cx="1066800" cy="1295400"/>
          </a:xfrm>
        </p:grpSpPr>
        <p:sp>
          <p:nvSpPr>
            <p:cNvPr id="641" name="Rectangle 640"/>
            <p:cNvSpPr/>
            <p:nvPr/>
          </p:nvSpPr>
          <p:spPr bwMode="auto">
            <a:xfrm>
              <a:off x="3581400" y="38862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3886200" y="3733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4267200" y="3048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4267200" y="32004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4267200" y="3124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42672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41910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276600" y="3048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581400" y="3276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276600" y="3124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41148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40386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9624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8862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41910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4191000" y="4114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41148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35052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34290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33528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32766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38100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37338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36576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35814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41148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40386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39624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3886200" y="2971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42672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4191000" y="2971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886200" y="38862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4191000" y="3733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41910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4114800" y="36576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3528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276600" y="41910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276600" y="4114800"/>
              <a:ext cx="76200" cy="762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276600" y="3429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2766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276600" y="3200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276600" y="3352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276600" y="3733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3276600" y="3581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3276600" y="3505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32766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3276600" y="4038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32766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32766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3276600" y="3962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35052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34290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38100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37338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36576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35814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0386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39624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3886200" y="4191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36576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38100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37338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36576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38100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37338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39624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3886200" y="3276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3581400" y="3429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3581400" y="3352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3581400" y="37338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3581400" y="3581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3581400" y="3505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35814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35814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38862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038600" y="3657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191000" y="40386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191000" y="38862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8100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191000" y="3962400"/>
              <a:ext cx="76200" cy="762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140" name="Group 1139"/>
          <p:cNvGrpSpPr/>
          <p:nvPr/>
        </p:nvGrpSpPr>
        <p:grpSpPr>
          <a:xfrm>
            <a:off x="7162800" y="3276600"/>
            <a:ext cx="1219200" cy="1447800"/>
            <a:chOff x="990600" y="4495800"/>
            <a:chExt cx="1219200" cy="1447800"/>
          </a:xfrm>
        </p:grpSpPr>
        <p:sp>
          <p:nvSpPr>
            <p:cNvPr id="1046" name="Rectangle 1045"/>
            <p:cNvSpPr/>
            <p:nvPr/>
          </p:nvSpPr>
          <p:spPr bwMode="auto">
            <a:xfrm>
              <a:off x="14478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7" name="Rectangle 1046"/>
            <p:cNvSpPr/>
            <p:nvPr/>
          </p:nvSpPr>
          <p:spPr bwMode="auto">
            <a:xfrm>
              <a:off x="14478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8" name="Rectangle 1047"/>
            <p:cNvSpPr/>
            <p:nvPr/>
          </p:nvSpPr>
          <p:spPr bwMode="auto">
            <a:xfrm>
              <a:off x="14478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9" name="Rectangle 1048"/>
            <p:cNvSpPr/>
            <p:nvPr/>
          </p:nvSpPr>
          <p:spPr bwMode="auto">
            <a:xfrm>
              <a:off x="1447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0" name="Rectangle 1049"/>
            <p:cNvSpPr/>
            <p:nvPr/>
          </p:nvSpPr>
          <p:spPr bwMode="auto">
            <a:xfrm>
              <a:off x="14478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1" name="Rectangle 1050"/>
            <p:cNvSpPr/>
            <p:nvPr/>
          </p:nvSpPr>
          <p:spPr bwMode="auto">
            <a:xfrm>
              <a:off x="14478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2" name="Rectangle 1051"/>
            <p:cNvSpPr/>
            <p:nvPr/>
          </p:nvSpPr>
          <p:spPr bwMode="auto">
            <a:xfrm>
              <a:off x="990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3" name="Rectangle 1052"/>
            <p:cNvSpPr/>
            <p:nvPr/>
          </p:nvSpPr>
          <p:spPr bwMode="auto">
            <a:xfrm>
              <a:off x="990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4" name="Rectangle 1053"/>
            <p:cNvSpPr/>
            <p:nvPr/>
          </p:nvSpPr>
          <p:spPr bwMode="auto">
            <a:xfrm>
              <a:off x="990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5" name="Rectangle 1054"/>
            <p:cNvSpPr/>
            <p:nvPr/>
          </p:nvSpPr>
          <p:spPr bwMode="auto">
            <a:xfrm>
              <a:off x="990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6" name="Rectangle 1055"/>
            <p:cNvSpPr/>
            <p:nvPr/>
          </p:nvSpPr>
          <p:spPr bwMode="auto">
            <a:xfrm>
              <a:off x="990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7" name="Rectangle 1056"/>
            <p:cNvSpPr/>
            <p:nvPr/>
          </p:nvSpPr>
          <p:spPr bwMode="auto">
            <a:xfrm>
              <a:off x="990600" y="4876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8" name="Rectangle 1057"/>
            <p:cNvSpPr/>
            <p:nvPr/>
          </p:nvSpPr>
          <p:spPr bwMode="auto">
            <a:xfrm>
              <a:off x="9906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9" name="Rectangle 1058"/>
            <p:cNvSpPr/>
            <p:nvPr/>
          </p:nvSpPr>
          <p:spPr bwMode="auto">
            <a:xfrm>
              <a:off x="990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0" name="Rectangle 1059"/>
            <p:cNvSpPr/>
            <p:nvPr/>
          </p:nvSpPr>
          <p:spPr bwMode="auto">
            <a:xfrm>
              <a:off x="9906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1" name="Rectangle 1060"/>
            <p:cNvSpPr/>
            <p:nvPr/>
          </p:nvSpPr>
          <p:spPr bwMode="auto">
            <a:xfrm>
              <a:off x="9906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2" name="Rectangle 1061"/>
            <p:cNvSpPr/>
            <p:nvPr/>
          </p:nvSpPr>
          <p:spPr bwMode="auto">
            <a:xfrm>
              <a:off x="9906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3" name="Rectangle 1062"/>
            <p:cNvSpPr/>
            <p:nvPr/>
          </p:nvSpPr>
          <p:spPr bwMode="auto">
            <a:xfrm>
              <a:off x="9906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4" name="Rectangle 1063"/>
            <p:cNvSpPr/>
            <p:nvPr/>
          </p:nvSpPr>
          <p:spPr bwMode="auto">
            <a:xfrm>
              <a:off x="2133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5" name="Rectangle 1064"/>
            <p:cNvSpPr/>
            <p:nvPr/>
          </p:nvSpPr>
          <p:spPr bwMode="auto">
            <a:xfrm>
              <a:off x="2133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6" name="Rectangle 1065"/>
            <p:cNvSpPr/>
            <p:nvPr/>
          </p:nvSpPr>
          <p:spPr bwMode="auto">
            <a:xfrm>
              <a:off x="2133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7" name="Rectangle 1066"/>
            <p:cNvSpPr/>
            <p:nvPr/>
          </p:nvSpPr>
          <p:spPr bwMode="auto">
            <a:xfrm>
              <a:off x="2133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8" name="Rectangle 1067"/>
            <p:cNvSpPr/>
            <p:nvPr/>
          </p:nvSpPr>
          <p:spPr bwMode="auto">
            <a:xfrm>
              <a:off x="2133600" y="4876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9" name="Rectangle 1068"/>
            <p:cNvSpPr/>
            <p:nvPr/>
          </p:nvSpPr>
          <p:spPr bwMode="auto">
            <a:xfrm>
              <a:off x="2133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0" name="Rectangle 1069"/>
            <p:cNvSpPr/>
            <p:nvPr/>
          </p:nvSpPr>
          <p:spPr bwMode="auto">
            <a:xfrm>
              <a:off x="9906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1" name="Rectangle 1070"/>
            <p:cNvSpPr/>
            <p:nvPr/>
          </p:nvSpPr>
          <p:spPr bwMode="auto">
            <a:xfrm>
              <a:off x="9906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2" name="Rectangle 1071"/>
            <p:cNvSpPr/>
            <p:nvPr/>
          </p:nvSpPr>
          <p:spPr bwMode="auto">
            <a:xfrm>
              <a:off x="9906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3" name="Rectangle 1072"/>
            <p:cNvSpPr/>
            <p:nvPr/>
          </p:nvSpPr>
          <p:spPr bwMode="auto">
            <a:xfrm>
              <a:off x="9906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4" name="Rectangle 1073"/>
            <p:cNvSpPr/>
            <p:nvPr/>
          </p:nvSpPr>
          <p:spPr bwMode="auto">
            <a:xfrm>
              <a:off x="9906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5" name="Rectangle 1074"/>
            <p:cNvSpPr/>
            <p:nvPr/>
          </p:nvSpPr>
          <p:spPr bwMode="auto">
            <a:xfrm>
              <a:off x="9906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6" name="Rectangle 1075"/>
            <p:cNvSpPr/>
            <p:nvPr/>
          </p:nvSpPr>
          <p:spPr bwMode="auto">
            <a:xfrm>
              <a:off x="10668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7" name="Rectangle 1076"/>
            <p:cNvSpPr/>
            <p:nvPr/>
          </p:nvSpPr>
          <p:spPr bwMode="auto">
            <a:xfrm>
              <a:off x="1143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8" name="Rectangle 1077"/>
            <p:cNvSpPr/>
            <p:nvPr/>
          </p:nvSpPr>
          <p:spPr bwMode="auto">
            <a:xfrm>
              <a:off x="1219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9" name="Rectangle 1078"/>
            <p:cNvSpPr/>
            <p:nvPr/>
          </p:nvSpPr>
          <p:spPr bwMode="auto">
            <a:xfrm>
              <a:off x="1295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0" name="Rectangle 1079"/>
            <p:cNvSpPr/>
            <p:nvPr/>
          </p:nvSpPr>
          <p:spPr bwMode="auto">
            <a:xfrm>
              <a:off x="1371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1" name="Rectangle 1080"/>
            <p:cNvSpPr/>
            <p:nvPr/>
          </p:nvSpPr>
          <p:spPr bwMode="auto">
            <a:xfrm>
              <a:off x="1447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2" name="Rectangle 1081"/>
            <p:cNvSpPr/>
            <p:nvPr/>
          </p:nvSpPr>
          <p:spPr bwMode="auto">
            <a:xfrm>
              <a:off x="1524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3" name="Rectangle 1082"/>
            <p:cNvSpPr/>
            <p:nvPr/>
          </p:nvSpPr>
          <p:spPr bwMode="auto">
            <a:xfrm>
              <a:off x="1600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4" name="Rectangle 1083"/>
            <p:cNvSpPr/>
            <p:nvPr/>
          </p:nvSpPr>
          <p:spPr bwMode="auto">
            <a:xfrm>
              <a:off x="1676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5" name="Rectangle 1084"/>
            <p:cNvSpPr/>
            <p:nvPr/>
          </p:nvSpPr>
          <p:spPr bwMode="auto">
            <a:xfrm>
              <a:off x="1752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6" name="Rectangle 1085"/>
            <p:cNvSpPr/>
            <p:nvPr/>
          </p:nvSpPr>
          <p:spPr bwMode="auto">
            <a:xfrm>
              <a:off x="1828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7" name="Rectangle 1086"/>
            <p:cNvSpPr/>
            <p:nvPr/>
          </p:nvSpPr>
          <p:spPr bwMode="auto">
            <a:xfrm>
              <a:off x="1905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8" name="Rectangle 1087"/>
            <p:cNvSpPr/>
            <p:nvPr/>
          </p:nvSpPr>
          <p:spPr bwMode="auto">
            <a:xfrm>
              <a:off x="19812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9" name="Rectangle 1088"/>
            <p:cNvSpPr/>
            <p:nvPr/>
          </p:nvSpPr>
          <p:spPr bwMode="auto">
            <a:xfrm>
              <a:off x="20574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0" name="Rectangle 1089"/>
            <p:cNvSpPr/>
            <p:nvPr/>
          </p:nvSpPr>
          <p:spPr bwMode="auto">
            <a:xfrm>
              <a:off x="20574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1" name="Rectangle 1090"/>
            <p:cNvSpPr/>
            <p:nvPr/>
          </p:nvSpPr>
          <p:spPr bwMode="auto">
            <a:xfrm>
              <a:off x="20574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2" name="Rectangle 1091"/>
            <p:cNvSpPr/>
            <p:nvPr/>
          </p:nvSpPr>
          <p:spPr bwMode="auto">
            <a:xfrm>
              <a:off x="20574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3" name="Rectangle 1092"/>
            <p:cNvSpPr/>
            <p:nvPr/>
          </p:nvSpPr>
          <p:spPr bwMode="auto">
            <a:xfrm>
              <a:off x="20574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4" name="Rectangle 1093"/>
            <p:cNvSpPr/>
            <p:nvPr/>
          </p:nvSpPr>
          <p:spPr bwMode="auto">
            <a:xfrm>
              <a:off x="20574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5" name="Rectangle 1094"/>
            <p:cNvSpPr/>
            <p:nvPr/>
          </p:nvSpPr>
          <p:spPr bwMode="auto">
            <a:xfrm>
              <a:off x="20574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6" name="Rectangle 1095"/>
            <p:cNvSpPr/>
            <p:nvPr/>
          </p:nvSpPr>
          <p:spPr bwMode="auto">
            <a:xfrm>
              <a:off x="20574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7" name="Rectangle 1096"/>
            <p:cNvSpPr/>
            <p:nvPr/>
          </p:nvSpPr>
          <p:spPr bwMode="auto">
            <a:xfrm>
              <a:off x="20574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8" name="Rectangle 1097"/>
            <p:cNvSpPr/>
            <p:nvPr/>
          </p:nvSpPr>
          <p:spPr bwMode="auto">
            <a:xfrm>
              <a:off x="2057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9" name="Rectangle 1098"/>
            <p:cNvSpPr/>
            <p:nvPr/>
          </p:nvSpPr>
          <p:spPr bwMode="auto">
            <a:xfrm>
              <a:off x="1600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0" name="Rectangle 1099"/>
            <p:cNvSpPr/>
            <p:nvPr/>
          </p:nvSpPr>
          <p:spPr bwMode="auto">
            <a:xfrm>
              <a:off x="1676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1" name="Rectangle 1100"/>
            <p:cNvSpPr/>
            <p:nvPr/>
          </p:nvSpPr>
          <p:spPr bwMode="auto">
            <a:xfrm>
              <a:off x="1752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2" name="Rectangle 1101"/>
            <p:cNvSpPr/>
            <p:nvPr/>
          </p:nvSpPr>
          <p:spPr bwMode="auto">
            <a:xfrm>
              <a:off x="1828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3" name="Rectangle 1102"/>
            <p:cNvSpPr/>
            <p:nvPr/>
          </p:nvSpPr>
          <p:spPr bwMode="auto">
            <a:xfrm>
              <a:off x="19050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4" name="Rectangle 1103"/>
            <p:cNvSpPr/>
            <p:nvPr/>
          </p:nvSpPr>
          <p:spPr bwMode="auto">
            <a:xfrm>
              <a:off x="1981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5" name="Rectangle 1104"/>
            <p:cNvSpPr/>
            <p:nvPr/>
          </p:nvSpPr>
          <p:spPr bwMode="auto">
            <a:xfrm>
              <a:off x="16002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6" name="Rectangle 1105"/>
            <p:cNvSpPr/>
            <p:nvPr/>
          </p:nvSpPr>
          <p:spPr bwMode="auto">
            <a:xfrm>
              <a:off x="16002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7" name="Rectangle 1106"/>
            <p:cNvSpPr/>
            <p:nvPr/>
          </p:nvSpPr>
          <p:spPr bwMode="auto">
            <a:xfrm>
              <a:off x="16002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8" name="Rectangle 1107"/>
            <p:cNvSpPr/>
            <p:nvPr/>
          </p:nvSpPr>
          <p:spPr bwMode="auto">
            <a:xfrm>
              <a:off x="14478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9" name="Rectangle 1108"/>
            <p:cNvSpPr/>
            <p:nvPr/>
          </p:nvSpPr>
          <p:spPr bwMode="auto">
            <a:xfrm>
              <a:off x="15240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0" name="Rectangle 1109"/>
            <p:cNvSpPr/>
            <p:nvPr/>
          </p:nvSpPr>
          <p:spPr bwMode="auto">
            <a:xfrm>
              <a:off x="1981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1" name="Rectangle 1110"/>
            <p:cNvSpPr/>
            <p:nvPr/>
          </p:nvSpPr>
          <p:spPr bwMode="auto">
            <a:xfrm>
              <a:off x="1524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2" name="Rectangle 1111"/>
            <p:cNvSpPr/>
            <p:nvPr/>
          </p:nvSpPr>
          <p:spPr bwMode="auto">
            <a:xfrm>
              <a:off x="1600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3" name="Rectangle 1112"/>
            <p:cNvSpPr/>
            <p:nvPr/>
          </p:nvSpPr>
          <p:spPr bwMode="auto">
            <a:xfrm>
              <a:off x="16764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4" name="Rectangle 1113"/>
            <p:cNvSpPr/>
            <p:nvPr/>
          </p:nvSpPr>
          <p:spPr bwMode="auto">
            <a:xfrm>
              <a:off x="1752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5" name="Rectangle 1114"/>
            <p:cNvSpPr/>
            <p:nvPr/>
          </p:nvSpPr>
          <p:spPr bwMode="auto">
            <a:xfrm>
              <a:off x="18288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6" name="Rectangle 1115"/>
            <p:cNvSpPr/>
            <p:nvPr/>
          </p:nvSpPr>
          <p:spPr bwMode="auto">
            <a:xfrm>
              <a:off x="1905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7" name="Rectangle 1116"/>
            <p:cNvSpPr/>
            <p:nvPr/>
          </p:nvSpPr>
          <p:spPr bwMode="auto">
            <a:xfrm>
              <a:off x="21336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8" name="Rectangle 1117"/>
            <p:cNvSpPr/>
            <p:nvPr/>
          </p:nvSpPr>
          <p:spPr bwMode="auto">
            <a:xfrm>
              <a:off x="20574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9" name="Rectangle 1118"/>
            <p:cNvSpPr/>
            <p:nvPr/>
          </p:nvSpPr>
          <p:spPr bwMode="auto">
            <a:xfrm>
              <a:off x="990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0" name="Rectangle 1119"/>
            <p:cNvSpPr/>
            <p:nvPr/>
          </p:nvSpPr>
          <p:spPr bwMode="auto">
            <a:xfrm>
              <a:off x="10668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1" name="Rectangle 1120"/>
            <p:cNvSpPr/>
            <p:nvPr/>
          </p:nvSpPr>
          <p:spPr bwMode="auto">
            <a:xfrm>
              <a:off x="1143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2" name="Rectangle 1121"/>
            <p:cNvSpPr/>
            <p:nvPr/>
          </p:nvSpPr>
          <p:spPr bwMode="auto">
            <a:xfrm>
              <a:off x="1219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3" name="Rectangle 1122"/>
            <p:cNvSpPr/>
            <p:nvPr/>
          </p:nvSpPr>
          <p:spPr bwMode="auto">
            <a:xfrm>
              <a:off x="1295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4" name="Rectangle 1123"/>
            <p:cNvSpPr/>
            <p:nvPr/>
          </p:nvSpPr>
          <p:spPr bwMode="auto">
            <a:xfrm>
              <a:off x="1371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5" name="Rectangle 1124"/>
            <p:cNvSpPr/>
            <p:nvPr/>
          </p:nvSpPr>
          <p:spPr bwMode="auto">
            <a:xfrm>
              <a:off x="1447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6" name="Rectangle 1125"/>
            <p:cNvSpPr/>
            <p:nvPr/>
          </p:nvSpPr>
          <p:spPr bwMode="auto">
            <a:xfrm>
              <a:off x="1524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7" name="Rectangle 1126"/>
            <p:cNvSpPr/>
            <p:nvPr/>
          </p:nvSpPr>
          <p:spPr bwMode="auto">
            <a:xfrm>
              <a:off x="1600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8" name="Rectangle 1127"/>
            <p:cNvSpPr/>
            <p:nvPr/>
          </p:nvSpPr>
          <p:spPr bwMode="auto">
            <a:xfrm>
              <a:off x="1676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9" name="Rectangle 1128"/>
            <p:cNvSpPr/>
            <p:nvPr/>
          </p:nvSpPr>
          <p:spPr bwMode="auto">
            <a:xfrm>
              <a:off x="1752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0" name="Rectangle 1129"/>
            <p:cNvSpPr/>
            <p:nvPr/>
          </p:nvSpPr>
          <p:spPr bwMode="auto">
            <a:xfrm>
              <a:off x="1828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1" name="Rectangle 1130"/>
            <p:cNvSpPr/>
            <p:nvPr/>
          </p:nvSpPr>
          <p:spPr bwMode="auto">
            <a:xfrm>
              <a:off x="1905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2" name="Rectangle 1131"/>
            <p:cNvSpPr/>
            <p:nvPr/>
          </p:nvSpPr>
          <p:spPr bwMode="auto">
            <a:xfrm>
              <a:off x="1981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3" name="Rectangle 1132"/>
            <p:cNvSpPr/>
            <p:nvPr/>
          </p:nvSpPr>
          <p:spPr bwMode="auto">
            <a:xfrm>
              <a:off x="20574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141" name="Group 1140"/>
          <p:cNvGrpSpPr/>
          <p:nvPr/>
        </p:nvGrpSpPr>
        <p:grpSpPr>
          <a:xfrm>
            <a:off x="4572000" y="3276600"/>
            <a:ext cx="1219200" cy="1447800"/>
            <a:chOff x="990600" y="4495800"/>
            <a:chExt cx="1219200" cy="1447800"/>
          </a:xfrm>
        </p:grpSpPr>
        <p:sp>
          <p:nvSpPr>
            <p:cNvPr id="1142" name="Rectangle 1141"/>
            <p:cNvSpPr/>
            <p:nvPr/>
          </p:nvSpPr>
          <p:spPr bwMode="auto">
            <a:xfrm>
              <a:off x="14478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3" name="Rectangle 1142"/>
            <p:cNvSpPr/>
            <p:nvPr/>
          </p:nvSpPr>
          <p:spPr bwMode="auto">
            <a:xfrm>
              <a:off x="14478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4" name="Rectangle 1143"/>
            <p:cNvSpPr/>
            <p:nvPr/>
          </p:nvSpPr>
          <p:spPr bwMode="auto">
            <a:xfrm>
              <a:off x="14478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5" name="Rectangle 1144"/>
            <p:cNvSpPr/>
            <p:nvPr/>
          </p:nvSpPr>
          <p:spPr bwMode="auto">
            <a:xfrm>
              <a:off x="1447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6" name="Rectangle 1145"/>
            <p:cNvSpPr/>
            <p:nvPr/>
          </p:nvSpPr>
          <p:spPr bwMode="auto">
            <a:xfrm>
              <a:off x="14478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7" name="Rectangle 1146"/>
            <p:cNvSpPr/>
            <p:nvPr/>
          </p:nvSpPr>
          <p:spPr bwMode="auto">
            <a:xfrm>
              <a:off x="14478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8" name="Rectangle 1147"/>
            <p:cNvSpPr/>
            <p:nvPr/>
          </p:nvSpPr>
          <p:spPr bwMode="auto">
            <a:xfrm>
              <a:off x="990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9" name="Rectangle 1148"/>
            <p:cNvSpPr/>
            <p:nvPr/>
          </p:nvSpPr>
          <p:spPr bwMode="auto">
            <a:xfrm>
              <a:off x="990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0" name="Rectangle 1149"/>
            <p:cNvSpPr/>
            <p:nvPr/>
          </p:nvSpPr>
          <p:spPr bwMode="auto">
            <a:xfrm>
              <a:off x="990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1" name="Rectangle 1150"/>
            <p:cNvSpPr/>
            <p:nvPr/>
          </p:nvSpPr>
          <p:spPr bwMode="auto">
            <a:xfrm>
              <a:off x="990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2" name="Rectangle 1151"/>
            <p:cNvSpPr/>
            <p:nvPr/>
          </p:nvSpPr>
          <p:spPr bwMode="auto">
            <a:xfrm>
              <a:off x="990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3" name="Rectangle 1152"/>
            <p:cNvSpPr/>
            <p:nvPr/>
          </p:nvSpPr>
          <p:spPr bwMode="auto">
            <a:xfrm>
              <a:off x="990600" y="4876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4" name="Rectangle 1153"/>
            <p:cNvSpPr/>
            <p:nvPr/>
          </p:nvSpPr>
          <p:spPr bwMode="auto">
            <a:xfrm>
              <a:off x="9906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5" name="Rectangle 1154"/>
            <p:cNvSpPr/>
            <p:nvPr/>
          </p:nvSpPr>
          <p:spPr bwMode="auto">
            <a:xfrm>
              <a:off x="990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6" name="Rectangle 1155"/>
            <p:cNvSpPr/>
            <p:nvPr/>
          </p:nvSpPr>
          <p:spPr bwMode="auto">
            <a:xfrm>
              <a:off x="9906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7" name="Rectangle 1156"/>
            <p:cNvSpPr/>
            <p:nvPr/>
          </p:nvSpPr>
          <p:spPr bwMode="auto">
            <a:xfrm>
              <a:off x="9906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8" name="Rectangle 1157"/>
            <p:cNvSpPr/>
            <p:nvPr/>
          </p:nvSpPr>
          <p:spPr bwMode="auto">
            <a:xfrm>
              <a:off x="9906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9" name="Rectangle 1158"/>
            <p:cNvSpPr/>
            <p:nvPr/>
          </p:nvSpPr>
          <p:spPr bwMode="auto">
            <a:xfrm>
              <a:off x="9906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0" name="Rectangle 1159"/>
            <p:cNvSpPr/>
            <p:nvPr/>
          </p:nvSpPr>
          <p:spPr bwMode="auto">
            <a:xfrm>
              <a:off x="2133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1" name="Rectangle 1160"/>
            <p:cNvSpPr/>
            <p:nvPr/>
          </p:nvSpPr>
          <p:spPr bwMode="auto">
            <a:xfrm>
              <a:off x="2133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2" name="Rectangle 1161"/>
            <p:cNvSpPr/>
            <p:nvPr/>
          </p:nvSpPr>
          <p:spPr bwMode="auto">
            <a:xfrm>
              <a:off x="2133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3" name="Rectangle 1162"/>
            <p:cNvSpPr/>
            <p:nvPr/>
          </p:nvSpPr>
          <p:spPr bwMode="auto">
            <a:xfrm>
              <a:off x="2133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4" name="Rectangle 1163"/>
            <p:cNvSpPr/>
            <p:nvPr/>
          </p:nvSpPr>
          <p:spPr bwMode="auto">
            <a:xfrm>
              <a:off x="2133600" y="4876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5" name="Rectangle 1164"/>
            <p:cNvSpPr/>
            <p:nvPr/>
          </p:nvSpPr>
          <p:spPr bwMode="auto">
            <a:xfrm>
              <a:off x="2133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6" name="Rectangle 1165"/>
            <p:cNvSpPr/>
            <p:nvPr/>
          </p:nvSpPr>
          <p:spPr bwMode="auto">
            <a:xfrm>
              <a:off x="9906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7" name="Rectangle 1166"/>
            <p:cNvSpPr/>
            <p:nvPr/>
          </p:nvSpPr>
          <p:spPr bwMode="auto">
            <a:xfrm>
              <a:off x="9906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8" name="Rectangle 1167"/>
            <p:cNvSpPr/>
            <p:nvPr/>
          </p:nvSpPr>
          <p:spPr bwMode="auto">
            <a:xfrm>
              <a:off x="9906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9" name="Rectangle 1168"/>
            <p:cNvSpPr/>
            <p:nvPr/>
          </p:nvSpPr>
          <p:spPr bwMode="auto">
            <a:xfrm>
              <a:off x="9906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0" name="Rectangle 1169"/>
            <p:cNvSpPr/>
            <p:nvPr/>
          </p:nvSpPr>
          <p:spPr bwMode="auto">
            <a:xfrm>
              <a:off x="9906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1" name="Rectangle 1170"/>
            <p:cNvSpPr/>
            <p:nvPr/>
          </p:nvSpPr>
          <p:spPr bwMode="auto">
            <a:xfrm>
              <a:off x="9906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2" name="Rectangle 1171"/>
            <p:cNvSpPr/>
            <p:nvPr/>
          </p:nvSpPr>
          <p:spPr bwMode="auto">
            <a:xfrm>
              <a:off x="10668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3" name="Rectangle 1172"/>
            <p:cNvSpPr/>
            <p:nvPr/>
          </p:nvSpPr>
          <p:spPr bwMode="auto">
            <a:xfrm>
              <a:off x="1143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4" name="Rectangle 1173"/>
            <p:cNvSpPr/>
            <p:nvPr/>
          </p:nvSpPr>
          <p:spPr bwMode="auto">
            <a:xfrm>
              <a:off x="1219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5" name="Rectangle 1174"/>
            <p:cNvSpPr/>
            <p:nvPr/>
          </p:nvSpPr>
          <p:spPr bwMode="auto">
            <a:xfrm>
              <a:off x="1295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6" name="Rectangle 1175"/>
            <p:cNvSpPr/>
            <p:nvPr/>
          </p:nvSpPr>
          <p:spPr bwMode="auto">
            <a:xfrm>
              <a:off x="1371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7" name="Rectangle 1176"/>
            <p:cNvSpPr/>
            <p:nvPr/>
          </p:nvSpPr>
          <p:spPr bwMode="auto">
            <a:xfrm>
              <a:off x="1447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8" name="Rectangle 1177"/>
            <p:cNvSpPr/>
            <p:nvPr/>
          </p:nvSpPr>
          <p:spPr bwMode="auto">
            <a:xfrm>
              <a:off x="1524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9" name="Rectangle 1178"/>
            <p:cNvSpPr/>
            <p:nvPr/>
          </p:nvSpPr>
          <p:spPr bwMode="auto">
            <a:xfrm>
              <a:off x="1600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0" name="Rectangle 1179"/>
            <p:cNvSpPr/>
            <p:nvPr/>
          </p:nvSpPr>
          <p:spPr bwMode="auto">
            <a:xfrm>
              <a:off x="1676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1" name="Rectangle 1180"/>
            <p:cNvSpPr/>
            <p:nvPr/>
          </p:nvSpPr>
          <p:spPr bwMode="auto">
            <a:xfrm>
              <a:off x="1752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2" name="Rectangle 1181"/>
            <p:cNvSpPr/>
            <p:nvPr/>
          </p:nvSpPr>
          <p:spPr bwMode="auto">
            <a:xfrm>
              <a:off x="1828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3" name="Rectangle 1182"/>
            <p:cNvSpPr/>
            <p:nvPr/>
          </p:nvSpPr>
          <p:spPr bwMode="auto">
            <a:xfrm>
              <a:off x="1905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4" name="Rectangle 1183"/>
            <p:cNvSpPr/>
            <p:nvPr/>
          </p:nvSpPr>
          <p:spPr bwMode="auto">
            <a:xfrm>
              <a:off x="19812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5" name="Rectangle 1184"/>
            <p:cNvSpPr/>
            <p:nvPr/>
          </p:nvSpPr>
          <p:spPr bwMode="auto">
            <a:xfrm>
              <a:off x="20574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6" name="Rectangle 1185"/>
            <p:cNvSpPr/>
            <p:nvPr/>
          </p:nvSpPr>
          <p:spPr bwMode="auto">
            <a:xfrm>
              <a:off x="20574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7" name="Rectangle 1186"/>
            <p:cNvSpPr/>
            <p:nvPr/>
          </p:nvSpPr>
          <p:spPr bwMode="auto">
            <a:xfrm>
              <a:off x="20574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8" name="Rectangle 1187"/>
            <p:cNvSpPr/>
            <p:nvPr/>
          </p:nvSpPr>
          <p:spPr bwMode="auto">
            <a:xfrm>
              <a:off x="20574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9" name="Rectangle 1188"/>
            <p:cNvSpPr/>
            <p:nvPr/>
          </p:nvSpPr>
          <p:spPr bwMode="auto">
            <a:xfrm>
              <a:off x="20574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0" name="Rectangle 1189"/>
            <p:cNvSpPr/>
            <p:nvPr/>
          </p:nvSpPr>
          <p:spPr bwMode="auto">
            <a:xfrm>
              <a:off x="20574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1" name="Rectangle 1190"/>
            <p:cNvSpPr/>
            <p:nvPr/>
          </p:nvSpPr>
          <p:spPr bwMode="auto">
            <a:xfrm>
              <a:off x="20574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2" name="Rectangle 1191"/>
            <p:cNvSpPr/>
            <p:nvPr/>
          </p:nvSpPr>
          <p:spPr bwMode="auto">
            <a:xfrm>
              <a:off x="20574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3" name="Rectangle 1192"/>
            <p:cNvSpPr/>
            <p:nvPr/>
          </p:nvSpPr>
          <p:spPr bwMode="auto">
            <a:xfrm>
              <a:off x="20574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4" name="Rectangle 1193"/>
            <p:cNvSpPr/>
            <p:nvPr/>
          </p:nvSpPr>
          <p:spPr bwMode="auto">
            <a:xfrm>
              <a:off x="2057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5" name="Rectangle 1194"/>
            <p:cNvSpPr/>
            <p:nvPr/>
          </p:nvSpPr>
          <p:spPr bwMode="auto">
            <a:xfrm>
              <a:off x="1600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6" name="Rectangle 1195"/>
            <p:cNvSpPr/>
            <p:nvPr/>
          </p:nvSpPr>
          <p:spPr bwMode="auto">
            <a:xfrm>
              <a:off x="1676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7" name="Rectangle 1196"/>
            <p:cNvSpPr/>
            <p:nvPr/>
          </p:nvSpPr>
          <p:spPr bwMode="auto">
            <a:xfrm>
              <a:off x="1752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8" name="Rectangle 1197"/>
            <p:cNvSpPr/>
            <p:nvPr/>
          </p:nvSpPr>
          <p:spPr bwMode="auto">
            <a:xfrm>
              <a:off x="1828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9" name="Rectangle 1198"/>
            <p:cNvSpPr/>
            <p:nvPr/>
          </p:nvSpPr>
          <p:spPr bwMode="auto">
            <a:xfrm>
              <a:off x="19050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0" name="Rectangle 1199"/>
            <p:cNvSpPr/>
            <p:nvPr/>
          </p:nvSpPr>
          <p:spPr bwMode="auto">
            <a:xfrm>
              <a:off x="1981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1" name="Rectangle 1200"/>
            <p:cNvSpPr/>
            <p:nvPr/>
          </p:nvSpPr>
          <p:spPr bwMode="auto">
            <a:xfrm>
              <a:off x="16002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2" name="Rectangle 1201"/>
            <p:cNvSpPr/>
            <p:nvPr/>
          </p:nvSpPr>
          <p:spPr bwMode="auto">
            <a:xfrm>
              <a:off x="16002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3" name="Rectangle 1202"/>
            <p:cNvSpPr/>
            <p:nvPr/>
          </p:nvSpPr>
          <p:spPr bwMode="auto">
            <a:xfrm>
              <a:off x="16002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4" name="Rectangle 1203"/>
            <p:cNvSpPr/>
            <p:nvPr/>
          </p:nvSpPr>
          <p:spPr bwMode="auto">
            <a:xfrm>
              <a:off x="14478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5" name="Rectangle 1204"/>
            <p:cNvSpPr/>
            <p:nvPr/>
          </p:nvSpPr>
          <p:spPr bwMode="auto">
            <a:xfrm>
              <a:off x="15240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6" name="Rectangle 1205"/>
            <p:cNvSpPr/>
            <p:nvPr/>
          </p:nvSpPr>
          <p:spPr bwMode="auto">
            <a:xfrm>
              <a:off x="1981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7" name="Rectangle 1206"/>
            <p:cNvSpPr/>
            <p:nvPr/>
          </p:nvSpPr>
          <p:spPr bwMode="auto">
            <a:xfrm>
              <a:off x="1524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8" name="Rectangle 1207"/>
            <p:cNvSpPr/>
            <p:nvPr/>
          </p:nvSpPr>
          <p:spPr bwMode="auto">
            <a:xfrm>
              <a:off x="1600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9" name="Rectangle 1208"/>
            <p:cNvSpPr/>
            <p:nvPr/>
          </p:nvSpPr>
          <p:spPr bwMode="auto">
            <a:xfrm>
              <a:off x="16764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0" name="Rectangle 1209"/>
            <p:cNvSpPr/>
            <p:nvPr/>
          </p:nvSpPr>
          <p:spPr bwMode="auto">
            <a:xfrm>
              <a:off x="1752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1" name="Rectangle 1210"/>
            <p:cNvSpPr/>
            <p:nvPr/>
          </p:nvSpPr>
          <p:spPr bwMode="auto">
            <a:xfrm>
              <a:off x="18288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2" name="Rectangle 1211"/>
            <p:cNvSpPr/>
            <p:nvPr/>
          </p:nvSpPr>
          <p:spPr bwMode="auto">
            <a:xfrm>
              <a:off x="1905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3" name="Rectangle 1212"/>
            <p:cNvSpPr/>
            <p:nvPr/>
          </p:nvSpPr>
          <p:spPr bwMode="auto">
            <a:xfrm>
              <a:off x="21336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4" name="Rectangle 1213"/>
            <p:cNvSpPr/>
            <p:nvPr/>
          </p:nvSpPr>
          <p:spPr bwMode="auto">
            <a:xfrm>
              <a:off x="20574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5" name="Rectangle 1214"/>
            <p:cNvSpPr/>
            <p:nvPr/>
          </p:nvSpPr>
          <p:spPr bwMode="auto">
            <a:xfrm>
              <a:off x="990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6" name="Rectangle 1215"/>
            <p:cNvSpPr/>
            <p:nvPr/>
          </p:nvSpPr>
          <p:spPr bwMode="auto">
            <a:xfrm>
              <a:off x="10668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7" name="Rectangle 1216"/>
            <p:cNvSpPr/>
            <p:nvPr/>
          </p:nvSpPr>
          <p:spPr bwMode="auto">
            <a:xfrm>
              <a:off x="1143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8" name="Rectangle 1217"/>
            <p:cNvSpPr/>
            <p:nvPr/>
          </p:nvSpPr>
          <p:spPr bwMode="auto">
            <a:xfrm>
              <a:off x="1219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9" name="Rectangle 1218"/>
            <p:cNvSpPr/>
            <p:nvPr/>
          </p:nvSpPr>
          <p:spPr bwMode="auto">
            <a:xfrm>
              <a:off x="1295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0" name="Rectangle 1219"/>
            <p:cNvSpPr/>
            <p:nvPr/>
          </p:nvSpPr>
          <p:spPr bwMode="auto">
            <a:xfrm>
              <a:off x="1371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1" name="Rectangle 1220"/>
            <p:cNvSpPr/>
            <p:nvPr/>
          </p:nvSpPr>
          <p:spPr bwMode="auto">
            <a:xfrm>
              <a:off x="1447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2" name="Rectangle 1221"/>
            <p:cNvSpPr/>
            <p:nvPr/>
          </p:nvSpPr>
          <p:spPr bwMode="auto">
            <a:xfrm>
              <a:off x="1524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3" name="Rectangle 1222"/>
            <p:cNvSpPr/>
            <p:nvPr/>
          </p:nvSpPr>
          <p:spPr bwMode="auto">
            <a:xfrm>
              <a:off x="1600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4" name="Rectangle 1223"/>
            <p:cNvSpPr/>
            <p:nvPr/>
          </p:nvSpPr>
          <p:spPr bwMode="auto">
            <a:xfrm>
              <a:off x="1676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5" name="Rectangle 1224"/>
            <p:cNvSpPr/>
            <p:nvPr/>
          </p:nvSpPr>
          <p:spPr bwMode="auto">
            <a:xfrm>
              <a:off x="1752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6" name="Rectangle 1225"/>
            <p:cNvSpPr/>
            <p:nvPr/>
          </p:nvSpPr>
          <p:spPr bwMode="auto">
            <a:xfrm>
              <a:off x="1828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7" name="Rectangle 1226"/>
            <p:cNvSpPr/>
            <p:nvPr/>
          </p:nvSpPr>
          <p:spPr bwMode="auto">
            <a:xfrm>
              <a:off x="1905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8" name="Rectangle 1227"/>
            <p:cNvSpPr/>
            <p:nvPr/>
          </p:nvSpPr>
          <p:spPr bwMode="auto">
            <a:xfrm>
              <a:off x="1981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9" name="Rectangle 1228"/>
            <p:cNvSpPr/>
            <p:nvPr/>
          </p:nvSpPr>
          <p:spPr bwMode="auto">
            <a:xfrm>
              <a:off x="20574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230" name="Group 1229"/>
          <p:cNvGrpSpPr/>
          <p:nvPr/>
        </p:nvGrpSpPr>
        <p:grpSpPr>
          <a:xfrm>
            <a:off x="4648200" y="3352800"/>
            <a:ext cx="1066800" cy="1295400"/>
            <a:chOff x="3276600" y="2971800"/>
            <a:chExt cx="1066800" cy="1295400"/>
          </a:xfrm>
          <a:solidFill>
            <a:srgbClr val="F7B7EE"/>
          </a:solidFill>
        </p:grpSpPr>
        <p:sp>
          <p:nvSpPr>
            <p:cNvPr id="1231" name="Rectangle 1230"/>
            <p:cNvSpPr/>
            <p:nvPr/>
          </p:nvSpPr>
          <p:spPr bwMode="auto">
            <a:xfrm>
              <a:off x="35814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2" name="Rectangle 1231"/>
            <p:cNvSpPr/>
            <p:nvPr/>
          </p:nvSpPr>
          <p:spPr bwMode="auto">
            <a:xfrm>
              <a:off x="3886200" y="3733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3" name="Rectangle 1232"/>
            <p:cNvSpPr/>
            <p:nvPr/>
          </p:nvSpPr>
          <p:spPr bwMode="auto">
            <a:xfrm>
              <a:off x="4267200" y="3048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4" name="Rectangle 1233"/>
            <p:cNvSpPr/>
            <p:nvPr/>
          </p:nvSpPr>
          <p:spPr bwMode="auto">
            <a:xfrm>
              <a:off x="4267200" y="3200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5" name="Rectangle 1234"/>
            <p:cNvSpPr/>
            <p:nvPr/>
          </p:nvSpPr>
          <p:spPr bwMode="auto">
            <a:xfrm>
              <a:off x="4267200" y="3124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6" name="Rectangle 1235"/>
            <p:cNvSpPr/>
            <p:nvPr/>
          </p:nvSpPr>
          <p:spPr bwMode="auto">
            <a:xfrm>
              <a:off x="42672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7" name="Rectangle 1236"/>
            <p:cNvSpPr/>
            <p:nvPr/>
          </p:nvSpPr>
          <p:spPr bwMode="auto">
            <a:xfrm>
              <a:off x="41910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8" name="Rectangle 1237"/>
            <p:cNvSpPr/>
            <p:nvPr/>
          </p:nvSpPr>
          <p:spPr bwMode="auto">
            <a:xfrm>
              <a:off x="3276600" y="3048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9" name="Rectangle 1238"/>
            <p:cNvSpPr/>
            <p:nvPr/>
          </p:nvSpPr>
          <p:spPr bwMode="auto">
            <a:xfrm>
              <a:off x="35814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0" name="Rectangle 1239"/>
            <p:cNvSpPr/>
            <p:nvPr/>
          </p:nvSpPr>
          <p:spPr bwMode="auto">
            <a:xfrm>
              <a:off x="3276600" y="3124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1" name="Rectangle 1240"/>
            <p:cNvSpPr/>
            <p:nvPr/>
          </p:nvSpPr>
          <p:spPr bwMode="auto">
            <a:xfrm>
              <a:off x="41148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2" name="Rectangle 1241"/>
            <p:cNvSpPr/>
            <p:nvPr/>
          </p:nvSpPr>
          <p:spPr bwMode="auto">
            <a:xfrm>
              <a:off x="40386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3" name="Rectangle 1242"/>
            <p:cNvSpPr/>
            <p:nvPr/>
          </p:nvSpPr>
          <p:spPr bwMode="auto">
            <a:xfrm>
              <a:off x="39624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4" name="Rectangle 1243"/>
            <p:cNvSpPr/>
            <p:nvPr/>
          </p:nvSpPr>
          <p:spPr bwMode="auto">
            <a:xfrm>
              <a:off x="38862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5" name="Rectangle 1244"/>
            <p:cNvSpPr/>
            <p:nvPr/>
          </p:nvSpPr>
          <p:spPr bwMode="auto">
            <a:xfrm>
              <a:off x="41910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6" name="Rectangle 1245"/>
            <p:cNvSpPr/>
            <p:nvPr/>
          </p:nvSpPr>
          <p:spPr bwMode="auto">
            <a:xfrm>
              <a:off x="4191000" y="4114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7" name="Rectangle 1246"/>
            <p:cNvSpPr/>
            <p:nvPr/>
          </p:nvSpPr>
          <p:spPr bwMode="auto">
            <a:xfrm>
              <a:off x="41148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8" name="Rectangle 1247"/>
            <p:cNvSpPr/>
            <p:nvPr/>
          </p:nvSpPr>
          <p:spPr bwMode="auto">
            <a:xfrm>
              <a:off x="35052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9" name="Rectangle 1248"/>
            <p:cNvSpPr/>
            <p:nvPr/>
          </p:nvSpPr>
          <p:spPr bwMode="auto">
            <a:xfrm>
              <a:off x="34290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0" name="Rectangle 1249"/>
            <p:cNvSpPr/>
            <p:nvPr/>
          </p:nvSpPr>
          <p:spPr bwMode="auto">
            <a:xfrm>
              <a:off x="33528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1" name="Rectangle 1250"/>
            <p:cNvSpPr/>
            <p:nvPr/>
          </p:nvSpPr>
          <p:spPr bwMode="auto">
            <a:xfrm>
              <a:off x="32766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2" name="Rectangle 1251"/>
            <p:cNvSpPr/>
            <p:nvPr/>
          </p:nvSpPr>
          <p:spPr bwMode="auto">
            <a:xfrm>
              <a:off x="38100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3" name="Rectangle 1252"/>
            <p:cNvSpPr/>
            <p:nvPr/>
          </p:nvSpPr>
          <p:spPr bwMode="auto">
            <a:xfrm>
              <a:off x="37338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4" name="Rectangle 1253"/>
            <p:cNvSpPr/>
            <p:nvPr/>
          </p:nvSpPr>
          <p:spPr bwMode="auto">
            <a:xfrm>
              <a:off x="36576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5" name="Rectangle 1254"/>
            <p:cNvSpPr/>
            <p:nvPr/>
          </p:nvSpPr>
          <p:spPr bwMode="auto">
            <a:xfrm>
              <a:off x="35814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6" name="Rectangle 1255"/>
            <p:cNvSpPr/>
            <p:nvPr/>
          </p:nvSpPr>
          <p:spPr bwMode="auto">
            <a:xfrm>
              <a:off x="41148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7" name="Rectangle 1256"/>
            <p:cNvSpPr/>
            <p:nvPr/>
          </p:nvSpPr>
          <p:spPr bwMode="auto">
            <a:xfrm>
              <a:off x="40386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8" name="Rectangle 1257"/>
            <p:cNvSpPr/>
            <p:nvPr/>
          </p:nvSpPr>
          <p:spPr bwMode="auto">
            <a:xfrm>
              <a:off x="39624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9" name="Rectangle 1258"/>
            <p:cNvSpPr/>
            <p:nvPr/>
          </p:nvSpPr>
          <p:spPr bwMode="auto">
            <a:xfrm>
              <a:off x="38862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0" name="Rectangle 1259"/>
            <p:cNvSpPr/>
            <p:nvPr/>
          </p:nvSpPr>
          <p:spPr bwMode="auto">
            <a:xfrm>
              <a:off x="42672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1" name="Rectangle 1260"/>
            <p:cNvSpPr/>
            <p:nvPr/>
          </p:nvSpPr>
          <p:spPr bwMode="auto">
            <a:xfrm>
              <a:off x="4191000" y="2971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2" name="Rectangle 1261"/>
            <p:cNvSpPr/>
            <p:nvPr/>
          </p:nvSpPr>
          <p:spPr bwMode="auto">
            <a:xfrm>
              <a:off x="38862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3" name="Rectangle 1262"/>
            <p:cNvSpPr/>
            <p:nvPr/>
          </p:nvSpPr>
          <p:spPr bwMode="auto">
            <a:xfrm>
              <a:off x="4191000" y="3733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4" name="Rectangle 1263"/>
            <p:cNvSpPr/>
            <p:nvPr/>
          </p:nvSpPr>
          <p:spPr bwMode="auto">
            <a:xfrm>
              <a:off x="41910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5" name="Rectangle 1264"/>
            <p:cNvSpPr/>
            <p:nvPr/>
          </p:nvSpPr>
          <p:spPr bwMode="auto">
            <a:xfrm>
              <a:off x="41148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6" name="Rectangle 1265"/>
            <p:cNvSpPr/>
            <p:nvPr/>
          </p:nvSpPr>
          <p:spPr bwMode="auto">
            <a:xfrm>
              <a:off x="33528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7" name="Rectangle 1266"/>
            <p:cNvSpPr/>
            <p:nvPr/>
          </p:nvSpPr>
          <p:spPr bwMode="auto">
            <a:xfrm>
              <a:off x="32766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8" name="Rectangle 1267"/>
            <p:cNvSpPr/>
            <p:nvPr/>
          </p:nvSpPr>
          <p:spPr bwMode="auto">
            <a:xfrm>
              <a:off x="3276600" y="4114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9" name="Rectangle 1268"/>
            <p:cNvSpPr/>
            <p:nvPr/>
          </p:nvSpPr>
          <p:spPr bwMode="auto">
            <a:xfrm>
              <a:off x="3276600" y="3429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0" name="Rectangle 1269"/>
            <p:cNvSpPr/>
            <p:nvPr/>
          </p:nvSpPr>
          <p:spPr bwMode="auto">
            <a:xfrm>
              <a:off x="32766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1" name="Rectangle 1270"/>
            <p:cNvSpPr/>
            <p:nvPr/>
          </p:nvSpPr>
          <p:spPr bwMode="auto">
            <a:xfrm>
              <a:off x="3276600" y="3200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2" name="Rectangle 1271"/>
            <p:cNvSpPr/>
            <p:nvPr/>
          </p:nvSpPr>
          <p:spPr bwMode="auto">
            <a:xfrm>
              <a:off x="3276600" y="3352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3" name="Rectangle 1272"/>
            <p:cNvSpPr/>
            <p:nvPr/>
          </p:nvSpPr>
          <p:spPr bwMode="auto">
            <a:xfrm>
              <a:off x="3276600" y="3733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4" name="Rectangle 1273"/>
            <p:cNvSpPr/>
            <p:nvPr/>
          </p:nvSpPr>
          <p:spPr bwMode="auto">
            <a:xfrm>
              <a:off x="3276600" y="3581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5" name="Rectangle 1274"/>
            <p:cNvSpPr/>
            <p:nvPr/>
          </p:nvSpPr>
          <p:spPr bwMode="auto">
            <a:xfrm>
              <a:off x="3276600" y="3505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6" name="Rectangle 1275"/>
            <p:cNvSpPr/>
            <p:nvPr/>
          </p:nvSpPr>
          <p:spPr bwMode="auto">
            <a:xfrm>
              <a:off x="32766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7" name="Rectangle 1276"/>
            <p:cNvSpPr/>
            <p:nvPr/>
          </p:nvSpPr>
          <p:spPr bwMode="auto">
            <a:xfrm>
              <a:off x="3276600" y="4038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8" name="Rectangle 1277"/>
            <p:cNvSpPr/>
            <p:nvPr/>
          </p:nvSpPr>
          <p:spPr bwMode="auto">
            <a:xfrm>
              <a:off x="32766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9" name="Rectangle 1278"/>
            <p:cNvSpPr/>
            <p:nvPr/>
          </p:nvSpPr>
          <p:spPr bwMode="auto">
            <a:xfrm>
              <a:off x="3276600" y="3810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0" name="Rectangle 1279"/>
            <p:cNvSpPr/>
            <p:nvPr/>
          </p:nvSpPr>
          <p:spPr bwMode="auto">
            <a:xfrm>
              <a:off x="3276600" y="3962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1" name="Rectangle 1280"/>
            <p:cNvSpPr/>
            <p:nvPr/>
          </p:nvSpPr>
          <p:spPr bwMode="auto">
            <a:xfrm>
              <a:off x="35052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2" name="Rectangle 1281"/>
            <p:cNvSpPr/>
            <p:nvPr/>
          </p:nvSpPr>
          <p:spPr bwMode="auto">
            <a:xfrm>
              <a:off x="34290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3" name="Rectangle 1282"/>
            <p:cNvSpPr/>
            <p:nvPr/>
          </p:nvSpPr>
          <p:spPr bwMode="auto">
            <a:xfrm>
              <a:off x="38100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4" name="Rectangle 1283"/>
            <p:cNvSpPr/>
            <p:nvPr/>
          </p:nvSpPr>
          <p:spPr bwMode="auto">
            <a:xfrm>
              <a:off x="37338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5" name="Rectangle 1284"/>
            <p:cNvSpPr/>
            <p:nvPr/>
          </p:nvSpPr>
          <p:spPr bwMode="auto">
            <a:xfrm>
              <a:off x="36576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6" name="Rectangle 1285"/>
            <p:cNvSpPr/>
            <p:nvPr/>
          </p:nvSpPr>
          <p:spPr bwMode="auto">
            <a:xfrm>
              <a:off x="35814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7" name="Rectangle 1286"/>
            <p:cNvSpPr/>
            <p:nvPr/>
          </p:nvSpPr>
          <p:spPr bwMode="auto">
            <a:xfrm>
              <a:off x="40386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8" name="Rectangle 1287"/>
            <p:cNvSpPr/>
            <p:nvPr/>
          </p:nvSpPr>
          <p:spPr bwMode="auto">
            <a:xfrm>
              <a:off x="39624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9" name="Rectangle 1288"/>
            <p:cNvSpPr/>
            <p:nvPr/>
          </p:nvSpPr>
          <p:spPr bwMode="auto">
            <a:xfrm>
              <a:off x="3886200" y="4191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0" name="Rectangle 1289"/>
            <p:cNvSpPr/>
            <p:nvPr/>
          </p:nvSpPr>
          <p:spPr bwMode="auto">
            <a:xfrm>
              <a:off x="36576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1" name="Rectangle 1290"/>
            <p:cNvSpPr/>
            <p:nvPr/>
          </p:nvSpPr>
          <p:spPr bwMode="auto">
            <a:xfrm>
              <a:off x="38100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2" name="Rectangle 1291"/>
            <p:cNvSpPr/>
            <p:nvPr/>
          </p:nvSpPr>
          <p:spPr bwMode="auto">
            <a:xfrm>
              <a:off x="37338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3" name="Rectangle 1292"/>
            <p:cNvSpPr/>
            <p:nvPr/>
          </p:nvSpPr>
          <p:spPr bwMode="auto">
            <a:xfrm>
              <a:off x="36576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4" name="Rectangle 1293"/>
            <p:cNvSpPr/>
            <p:nvPr/>
          </p:nvSpPr>
          <p:spPr bwMode="auto">
            <a:xfrm>
              <a:off x="38100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5" name="Rectangle 1294"/>
            <p:cNvSpPr/>
            <p:nvPr/>
          </p:nvSpPr>
          <p:spPr bwMode="auto">
            <a:xfrm>
              <a:off x="37338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6" name="Rectangle 1295"/>
            <p:cNvSpPr/>
            <p:nvPr/>
          </p:nvSpPr>
          <p:spPr bwMode="auto">
            <a:xfrm>
              <a:off x="39624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7" name="Rectangle 1296"/>
            <p:cNvSpPr/>
            <p:nvPr/>
          </p:nvSpPr>
          <p:spPr bwMode="auto">
            <a:xfrm>
              <a:off x="3886200" y="3276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8" name="Rectangle 1297"/>
            <p:cNvSpPr/>
            <p:nvPr/>
          </p:nvSpPr>
          <p:spPr bwMode="auto">
            <a:xfrm>
              <a:off x="3581400" y="3429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9" name="Rectangle 1298"/>
            <p:cNvSpPr/>
            <p:nvPr/>
          </p:nvSpPr>
          <p:spPr bwMode="auto">
            <a:xfrm>
              <a:off x="3581400" y="3352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0" name="Rectangle 1299"/>
            <p:cNvSpPr/>
            <p:nvPr/>
          </p:nvSpPr>
          <p:spPr bwMode="auto">
            <a:xfrm>
              <a:off x="3581400" y="37338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1" name="Rectangle 1300"/>
            <p:cNvSpPr/>
            <p:nvPr/>
          </p:nvSpPr>
          <p:spPr bwMode="auto">
            <a:xfrm>
              <a:off x="3581400" y="3581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2" name="Rectangle 1301"/>
            <p:cNvSpPr/>
            <p:nvPr/>
          </p:nvSpPr>
          <p:spPr bwMode="auto">
            <a:xfrm>
              <a:off x="3581400" y="3505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3" name="Rectangle 1302"/>
            <p:cNvSpPr/>
            <p:nvPr/>
          </p:nvSpPr>
          <p:spPr bwMode="auto">
            <a:xfrm>
              <a:off x="35814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4" name="Rectangle 1303"/>
            <p:cNvSpPr/>
            <p:nvPr/>
          </p:nvSpPr>
          <p:spPr bwMode="auto">
            <a:xfrm>
              <a:off x="3581400" y="3810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5" name="Rectangle 1304"/>
            <p:cNvSpPr/>
            <p:nvPr/>
          </p:nvSpPr>
          <p:spPr bwMode="auto">
            <a:xfrm>
              <a:off x="3886200" y="3810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6" name="Rectangle 1305"/>
            <p:cNvSpPr/>
            <p:nvPr/>
          </p:nvSpPr>
          <p:spPr bwMode="auto">
            <a:xfrm>
              <a:off x="4038600" y="3657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7" name="Rectangle 1306"/>
            <p:cNvSpPr/>
            <p:nvPr/>
          </p:nvSpPr>
          <p:spPr bwMode="auto">
            <a:xfrm>
              <a:off x="4191000" y="40386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8" name="Rectangle 1307"/>
            <p:cNvSpPr/>
            <p:nvPr/>
          </p:nvSpPr>
          <p:spPr bwMode="auto">
            <a:xfrm>
              <a:off x="4191000" y="38862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9" name="Rectangle 1308"/>
            <p:cNvSpPr/>
            <p:nvPr/>
          </p:nvSpPr>
          <p:spPr bwMode="auto">
            <a:xfrm>
              <a:off x="4191000" y="38100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10" name="Rectangle 1309"/>
            <p:cNvSpPr/>
            <p:nvPr/>
          </p:nvSpPr>
          <p:spPr bwMode="auto">
            <a:xfrm>
              <a:off x="4191000" y="3962400"/>
              <a:ext cx="76200" cy="76200"/>
            </a:xfrm>
            <a:prstGeom prst="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sp>
        <p:nvSpPr>
          <p:cNvPr id="1312" name="Rectangle 1311"/>
          <p:cNvSpPr/>
          <p:nvPr/>
        </p:nvSpPr>
        <p:spPr bwMode="auto">
          <a:xfrm>
            <a:off x="5486400" y="3505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5562600" y="3505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4724400" y="3657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4724400" y="3581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47244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5486400" y="3581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3" name="Rectangle 1322"/>
          <p:cNvSpPr/>
          <p:nvPr/>
        </p:nvSpPr>
        <p:spPr bwMode="auto">
          <a:xfrm>
            <a:off x="5562600" y="3581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0" y="4267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5410200" y="4267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55626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4724400" y="3733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4800600" y="3505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4724400" y="3505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54102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54864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5486400" y="4267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54102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54864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53340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7" name="Rectangle 1356"/>
          <p:cNvSpPr/>
          <p:nvPr/>
        </p:nvSpPr>
        <p:spPr bwMode="auto">
          <a:xfrm>
            <a:off x="51816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52578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48006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51054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49530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4876800" y="3429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47244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48006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47244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7" name="Rectangle 1376"/>
          <p:cNvSpPr/>
          <p:nvPr/>
        </p:nvSpPr>
        <p:spPr bwMode="auto">
          <a:xfrm>
            <a:off x="48006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47244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48006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48768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48768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4724400" y="3810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4724400" y="4267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4800600" y="42672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5334000" y="4191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5410200" y="4191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5486400" y="41910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54102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3" name="Rectangle 1392"/>
          <p:cNvSpPr/>
          <p:nvPr/>
        </p:nvSpPr>
        <p:spPr bwMode="auto">
          <a:xfrm>
            <a:off x="54864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5334000" y="4114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5410200" y="4114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5486400" y="4114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54102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54864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51816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52578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5334000" y="44958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5334000" y="44196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52578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5334000" y="4343400"/>
            <a:ext cx="76200" cy="762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grpSp>
        <p:nvGrpSpPr>
          <p:cNvPr id="1586" name="Group 1585"/>
          <p:cNvGrpSpPr/>
          <p:nvPr/>
        </p:nvGrpSpPr>
        <p:grpSpPr>
          <a:xfrm>
            <a:off x="990600" y="4114800"/>
            <a:ext cx="1219200" cy="1447800"/>
            <a:chOff x="990600" y="4495800"/>
            <a:chExt cx="1219200" cy="1447800"/>
          </a:xfrm>
        </p:grpSpPr>
        <p:sp>
          <p:nvSpPr>
            <p:cNvPr id="1587" name="Rectangle 1586"/>
            <p:cNvSpPr/>
            <p:nvPr/>
          </p:nvSpPr>
          <p:spPr bwMode="auto">
            <a:xfrm>
              <a:off x="14478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88" name="Rectangle 1587"/>
            <p:cNvSpPr/>
            <p:nvPr/>
          </p:nvSpPr>
          <p:spPr bwMode="auto">
            <a:xfrm>
              <a:off x="14478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89" name="Rectangle 1588"/>
            <p:cNvSpPr/>
            <p:nvPr/>
          </p:nvSpPr>
          <p:spPr bwMode="auto">
            <a:xfrm>
              <a:off x="14478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0" name="Rectangle 1589"/>
            <p:cNvSpPr/>
            <p:nvPr/>
          </p:nvSpPr>
          <p:spPr bwMode="auto">
            <a:xfrm>
              <a:off x="1447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1" name="Rectangle 1590"/>
            <p:cNvSpPr/>
            <p:nvPr/>
          </p:nvSpPr>
          <p:spPr bwMode="auto">
            <a:xfrm>
              <a:off x="14478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2" name="Rectangle 1591"/>
            <p:cNvSpPr/>
            <p:nvPr/>
          </p:nvSpPr>
          <p:spPr bwMode="auto">
            <a:xfrm>
              <a:off x="14478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3" name="Rectangle 1592"/>
            <p:cNvSpPr/>
            <p:nvPr/>
          </p:nvSpPr>
          <p:spPr bwMode="auto">
            <a:xfrm>
              <a:off x="990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4" name="Rectangle 1593"/>
            <p:cNvSpPr/>
            <p:nvPr/>
          </p:nvSpPr>
          <p:spPr bwMode="auto">
            <a:xfrm>
              <a:off x="990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5" name="Rectangle 1594"/>
            <p:cNvSpPr/>
            <p:nvPr/>
          </p:nvSpPr>
          <p:spPr bwMode="auto">
            <a:xfrm>
              <a:off x="990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6" name="Rectangle 1595"/>
            <p:cNvSpPr/>
            <p:nvPr/>
          </p:nvSpPr>
          <p:spPr bwMode="auto">
            <a:xfrm>
              <a:off x="990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7" name="Rectangle 1596"/>
            <p:cNvSpPr/>
            <p:nvPr/>
          </p:nvSpPr>
          <p:spPr bwMode="auto">
            <a:xfrm>
              <a:off x="990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8" name="Rectangle 1597"/>
            <p:cNvSpPr/>
            <p:nvPr/>
          </p:nvSpPr>
          <p:spPr bwMode="auto">
            <a:xfrm>
              <a:off x="990600" y="4876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9" name="Rectangle 1598"/>
            <p:cNvSpPr/>
            <p:nvPr/>
          </p:nvSpPr>
          <p:spPr bwMode="auto">
            <a:xfrm>
              <a:off x="990600" y="5029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0" name="Rectangle 1599"/>
            <p:cNvSpPr/>
            <p:nvPr/>
          </p:nvSpPr>
          <p:spPr bwMode="auto">
            <a:xfrm>
              <a:off x="990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1" name="Rectangle 1600"/>
            <p:cNvSpPr/>
            <p:nvPr/>
          </p:nvSpPr>
          <p:spPr bwMode="auto">
            <a:xfrm>
              <a:off x="990600" y="5105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2" name="Rectangle 1601"/>
            <p:cNvSpPr/>
            <p:nvPr/>
          </p:nvSpPr>
          <p:spPr bwMode="auto">
            <a:xfrm>
              <a:off x="990600" y="5257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3" name="Rectangle 1602"/>
            <p:cNvSpPr/>
            <p:nvPr/>
          </p:nvSpPr>
          <p:spPr bwMode="auto">
            <a:xfrm>
              <a:off x="9906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4" name="Rectangle 1603"/>
            <p:cNvSpPr/>
            <p:nvPr/>
          </p:nvSpPr>
          <p:spPr bwMode="auto">
            <a:xfrm>
              <a:off x="9906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5" name="Rectangle 1604"/>
            <p:cNvSpPr/>
            <p:nvPr/>
          </p:nvSpPr>
          <p:spPr bwMode="auto">
            <a:xfrm>
              <a:off x="2133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6" name="Rectangle 1605"/>
            <p:cNvSpPr/>
            <p:nvPr/>
          </p:nvSpPr>
          <p:spPr bwMode="auto">
            <a:xfrm>
              <a:off x="2133600" y="4648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7" name="Rectangle 1606"/>
            <p:cNvSpPr/>
            <p:nvPr/>
          </p:nvSpPr>
          <p:spPr bwMode="auto">
            <a:xfrm>
              <a:off x="2133600" y="4572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8" name="Rectangle 1607"/>
            <p:cNvSpPr/>
            <p:nvPr/>
          </p:nvSpPr>
          <p:spPr bwMode="auto">
            <a:xfrm>
              <a:off x="2133600" y="4724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9" name="Rectangle 1608"/>
            <p:cNvSpPr/>
            <p:nvPr/>
          </p:nvSpPr>
          <p:spPr bwMode="auto">
            <a:xfrm>
              <a:off x="2133600" y="4876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0" name="Rectangle 1609"/>
            <p:cNvSpPr/>
            <p:nvPr/>
          </p:nvSpPr>
          <p:spPr bwMode="auto">
            <a:xfrm>
              <a:off x="2133600" y="4800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1" name="Rectangle 1610"/>
            <p:cNvSpPr/>
            <p:nvPr/>
          </p:nvSpPr>
          <p:spPr bwMode="auto">
            <a:xfrm>
              <a:off x="9906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2" name="Rectangle 1611"/>
            <p:cNvSpPr/>
            <p:nvPr/>
          </p:nvSpPr>
          <p:spPr bwMode="auto">
            <a:xfrm>
              <a:off x="9906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3" name="Rectangle 1612"/>
            <p:cNvSpPr/>
            <p:nvPr/>
          </p:nvSpPr>
          <p:spPr bwMode="auto">
            <a:xfrm>
              <a:off x="9906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4" name="Rectangle 1613"/>
            <p:cNvSpPr/>
            <p:nvPr/>
          </p:nvSpPr>
          <p:spPr bwMode="auto">
            <a:xfrm>
              <a:off x="9906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5" name="Rectangle 1614"/>
            <p:cNvSpPr/>
            <p:nvPr/>
          </p:nvSpPr>
          <p:spPr bwMode="auto">
            <a:xfrm>
              <a:off x="9906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6" name="Rectangle 1615"/>
            <p:cNvSpPr/>
            <p:nvPr/>
          </p:nvSpPr>
          <p:spPr bwMode="auto">
            <a:xfrm>
              <a:off x="9906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7" name="Rectangle 1616"/>
            <p:cNvSpPr/>
            <p:nvPr/>
          </p:nvSpPr>
          <p:spPr bwMode="auto">
            <a:xfrm>
              <a:off x="10668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8" name="Rectangle 1617"/>
            <p:cNvSpPr/>
            <p:nvPr/>
          </p:nvSpPr>
          <p:spPr bwMode="auto">
            <a:xfrm>
              <a:off x="1143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9" name="Rectangle 1618"/>
            <p:cNvSpPr/>
            <p:nvPr/>
          </p:nvSpPr>
          <p:spPr bwMode="auto">
            <a:xfrm>
              <a:off x="1219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0" name="Rectangle 1619"/>
            <p:cNvSpPr/>
            <p:nvPr/>
          </p:nvSpPr>
          <p:spPr bwMode="auto">
            <a:xfrm>
              <a:off x="1295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1" name="Rectangle 1620"/>
            <p:cNvSpPr/>
            <p:nvPr/>
          </p:nvSpPr>
          <p:spPr bwMode="auto">
            <a:xfrm>
              <a:off x="1371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2" name="Rectangle 1621"/>
            <p:cNvSpPr/>
            <p:nvPr/>
          </p:nvSpPr>
          <p:spPr bwMode="auto">
            <a:xfrm>
              <a:off x="1447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3" name="Rectangle 1622"/>
            <p:cNvSpPr/>
            <p:nvPr/>
          </p:nvSpPr>
          <p:spPr bwMode="auto">
            <a:xfrm>
              <a:off x="1524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4" name="Rectangle 1623"/>
            <p:cNvSpPr/>
            <p:nvPr/>
          </p:nvSpPr>
          <p:spPr bwMode="auto">
            <a:xfrm>
              <a:off x="16002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5" name="Rectangle 1624"/>
            <p:cNvSpPr/>
            <p:nvPr/>
          </p:nvSpPr>
          <p:spPr bwMode="auto">
            <a:xfrm>
              <a:off x="16764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6" name="Rectangle 1625"/>
            <p:cNvSpPr/>
            <p:nvPr/>
          </p:nvSpPr>
          <p:spPr bwMode="auto">
            <a:xfrm>
              <a:off x="17526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7" name="Rectangle 1626"/>
            <p:cNvSpPr/>
            <p:nvPr/>
          </p:nvSpPr>
          <p:spPr bwMode="auto">
            <a:xfrm>
              <a:off x="18288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8" name="Rectangle 1627"/>
            <p:cNvSpPr/>
            <p:nvPr/>
          </p:nvSpPr>
          <p:spPr bwMode="auto">
            <a:xfrm>
              <a:off x="1905000" y="5867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9" name="Rectangle 1628"/>
            <p:cNvSpPr/>
            <p:nvPr/>
          </p:nvSpPr>
          <p:spPr bwMode="auto">
            <a:xfrm>
              <a:off x="19812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0" name="Rectangle 1629"/>
            <p:cNvSpPr/>
            <p:nvPr/>
          </p:nvSpPr>
          <p:spPr bwMode="auto">
            <a:xfrm>
              <a:off x="2057400" y="58674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1" name="Rectangle 1630"/>
            <p:cNvSpPr/>
            <p:nvPr/>
          </p:nvSpPr>
          <p:spPr bwMode="auto">
            <a:xfrm>
              <a:off x="20574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2" name="Rectangle 1631"/>
            <p:cNvSpPr/>
            <p:nvPr/>
          </p:nvSpPr>
          <p:spPr bwMode="auto">
            <a:xfrm>
              <a:off x="20574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3" name="Rectangle 1632"/>
            <p:cNvSpPr/>
            <p:nvPr/>
          </p:nvSpPr>
          <p:spPr bwMode="auto">
            <a:xfrm>
              <a:off x="2057400" y="5562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4" name="Rectangle 1633"/>
            <p:cNvSpPr/>
            <p:nvPr/>
          </p:nvSpPr>
          <p:spPr bwMode="auto">
            <a:xfrm>
              <a:off x="2057400" y="54864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5" name="Rectangle 1634"/>
            <p:cNvSpPr/>
            <p:nvPr/>
          </p:nvSpPr>
          <p:spPr bwMode="auto">
            <a:xfrm>
              <a:off x="2057400" y="5638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6" name="Rectangle 1635"/>
            <p:cNvSpPr/>
            <p:nvPr/>
          </p:nvSpPr>
          <p:spPr bwMode="auto">
            <a:xfrm>
              <a:off x="2057400" y="5791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7" name="Rectangle 1636"/>
            <p:cNvSpPr/>
            <p:nvPr/>
          </p:nvSpPr>
          <p:spPr bwMode="auto">
            <a:xfrm>
              <a:off x="2057400" y="5715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8" name="Rectangle 1637"/>
            <p:cNvSpPr/>
            <p:nvPr/>
          </p:nvSpPr>
          <p:spPr bwMode="auto">
            <a:xfrm>
              <a:off x="20574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9" name="Rectangle 1638"/>
            <p:cNvSpPr/>
            <p:nvPr/>
          </p:nvSpPr>
          <p:spPr bwMode="auto">
            <a:xfrm>
              <a:off x="2057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0" name="Rectangle 1639"/>
            <p:cNvSpPr/>
            <p:nvPr/>
          </p:nvSpPr>
          <p:spPr bwMode="auto">
            <a:xfrm>
              <a:off x="1600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1" name="Rectangle 1640"/>
            <p:cNvSpPr/>
            <p:nvPr/>
          </p:nvSpPr>
          <p:spPr bwMode="auto">
            <a:xfrm>
              <a:off x="16764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2" name="Rectangle 1641"/>
            <p:cNvSpPr/>
            <p:nvPr/>
          </p:nvSpPr>
          <p:spPr bwMode="auto">
            <a:xfrm>
              <a:off x="17526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3" name="Rectangle 1642"/>
            <p:cNvSpPr/>
            <p:nvPr/>
          </p:nvSpPr>
          <p:spPr bwMode="auto">
            <a:xfrm>
              <a:off x="18288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4" name="Rectangle 1643"/>
            <p:cNvSpPr/>
            <p:nvPr/>
          </p:nvSpPr>
          <p:spPr bwMode="auto">
            <a:xfrm>
              <a:off x="1905000" y="51816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5" name="Rectangle 1644"/>
            <p:cNvSpPr/>
            <p:nvPr/>
          </p:nvSpPr>
          <p:spPr bwMode="auto">
            <a:xfrm>
              <a:off x="1981200" y="51816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6" name="Rectangle 1645"/>
            <p:cNvSpPr/>
            <p:nvPr/>
          </p:nvSpPr>
          <p:spPr bwMode="auto">
            <a:xfrm>
              <a:off x="1600200" y="5334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7" name="Rectangle 1646"/>
            <p:cNvSpPr/>
            <p:nvPr/>
          </p:nvSpPr>
          <p:spPr bwMode="auto">
            <a:xfrm>
              <a:off x="16002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8" name="Rectangle 1647"/>
            <p:cNvSpPr/>
            <p:nvPr/>
          </p:nvSpPr>
          <p:spPr bwMode="auto">
            <a:xfrm>
              <a:off x="1600200" y="5257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9" name="Rectangle 1648"/>
            <p:cNvSpPr/>
            <p:nvPr/>
          </p:nvSpPr>
          <p:spPr bwMode="auto">
            <a:xfrm>
              <a:off x="1447800" y="54102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0" name="Rectangle 1649"/>
            <p:cNvSpPr/>
            <p:nvPr/>
          </p:nvSpPr>
          <p:spPr bwMode="auto">
            <a:xfrm>
              <a:off x="1524000" y="54102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1" name="Rectangle 1650"/>
            <p:cNvSpPr/>
            <p:nvPr/>
          </p:nvSpPr>
          <p:spPr bwMode="auto">
            <a:xfrm>
              <a:off x="1981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2" name="Rectangle 1651"/>
            <p:cNvSpPr/>
            <p:nvPr/>
          </p:nvSpPr>
          <p:spPr bwMode="auto">
            <a:xfrm>
              <a:off x="1524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3" name="Rectangle 1652"/>
            <p:cNvSpPr/>
            <p:nvPr/>
          </p:nvSpPr>
          <p:spPr bwMode="auto">
            <a:xfrm>
              <a:off x="16002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4" name="Rectangle 1653"/>
            <p:cNvSpPr/>
            <p:nvPr/>
          </p:nvSpPr>
          <p:spPr bwMode="auto">
            <a:xfrm>
              <a:off x="16764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5" name="Rectangle 1654"/>
            <p:cNvSpPr/>
            <p:nvPr/>
          </p:nvSpPr>
          <p:spPr bwMode="auto">
            <a:xfrm>
              <a:off x="17526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6" name="Rectangle 1655"/>
            <p:cNvSpPr/>
            <p:nvPr/>
          </p:nvSpPr>
          <p:spPr bwMode="auto">
            <a:xfrm>
              <a:off x="18288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7" name="Rectangle 1656"/>
            <p:cNvSpPr/>
            <p:nvPr/>
          </p:nvSpPr>
          <p:spPr bwMode="auto">
            <a:xfrm>
              <a:off x="1905000" y="49530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8" name="Rectangle 1657"/>
            <p:cNvSpPr/>
            <p:nvPr/>
          </p:nvSpPr>
          <p:spPr bwMode="auto">
            <a:xfrm>
              <a:off x="21336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9" name="Rectangle 1658"/>
            <p:cNvSpPr/>
            <p:nvPr/>
          </p:nvSpPr>
          <p:spPr bwMode="auto">
            <a:xfrm>
              <a:off x="2057400" y="49530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0" name="Rectangle 1659"/>
            <p:cNvSpPr/>
            <p:nvPr/>
          </p:nvSpPr>
          <p:spPr bwMode="auto">
            <a:xfrm>
              <a:off x="9906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1" name="Rectangle 1660"/>
            <p:cNvSpPr/>
            <p:nvPr/>
          </p:nvSpPr>
          <p:spPr bwMode="auto">
            <a:xfrm>
              <a:off x="10668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2" name="Rectangle 1661"/>
            <p:cNvSpPr/>
            <p:nvPr/>
          </p:nvSpPr>
          <p:spPr bwMode="auto">
            <a:xfrm>
              <a:off x="1143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3" name="Rectangle 1662"/>
            <p:cNvSpPr/>
            <p:nvPr/>
          </p:nvSpPr>
          <p:spPr bwMode="auto">
            <a:xfrm>
              <a:off x="1219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4" name="Rectangle 1663"/>
            <p:cNvSpPr/>
            <p:nvPr/>
          </p:nvSpPr>
          <p:spPr bwMode="auto">
            <a:xfrm>
              <a:off x="1295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5" name="Rectangle 1664"/>
            <p:cNvSpPr/>
            <p:nvPr/>
          </p:nvSpPr>
          <p:spPr bwMode="auto">
            <a:xfrm>
              <a:off x="1371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6" name="Rectangle 1665"/>
            <p:cNvSpPr/>
            <p:nvPr/>
          </p:nvSpPr>
          <p:spPr bwMode="auto">
            <a:xfrm>
              <a:off x="1447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7" name="Rectangle 1666"/>
            <p:cNvSpPr/>
            <p:nvPr/>
          </p:nvSpPr>
          <p:spPr bwMode="auto">
            <a:xfrm>
              <a:off x="1524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8" name="Rectangle 1667"/>
            <p:cNvSpPr/>
            <p:nvPr/>
          </p:nvSpPr>
          <p:spPr bwMode="auto">
            <a:xfrm>
              <a:off x="1600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9" name="Rectangle 1668"/>
            <p:cNvSpPr/>
            <p:nvPr/>
          </p:nvSpPr>
          <p:spPr bwMode="auto">
            <a:xfrm>
              <a:off x="16764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0" name="Rectangle 1669"/>
            <p:cNvSpPr/>
            <p:nvPr/>
          </p:nvSpPr>
          <p:spPr bwMode="auto">
            <a:xfrm>
              <a:off x="17526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1" name="Rectangle 1670"/>
            <p:cNvSpPr/>
            <p:nvPr/>
          </p:nvSpPr>
          <p:spPr bwMode="auto">
            <a:xfrm>
              <a:off x="18288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2" name="Rectangle 1671"/>
            <p:cNvSpPr/>
            <p:nvPr/>
          </p:nvSpPr>
          <p:spPr bwMode="auto">
            <a:xfrm>
              <a:off x="19050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3" name="Rectangle 1672"/>
            <p:cNvSpPr/>
            <p:nvPr/>
          </p:nvSpPr>
          <p:spPr bwMode="auto">
            <a:xfrm>
              <a:off x="1981200" y="4495800"/>
              <a:ext cx="76200" cy="76200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4" name="Rectangle 1673"/>
            <p:cNvSpPr/>
            <p:nvPr/>
          </p:nvSpPr>
          <p:spPr bwMode="auto">
            <a:xfrm>
              <a:off x="2057400" y="4495800"/>
              <a:ext cx="76200" cy="762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grpSp>
        <p:nvGrpSpPr>
          <p:cNvPr id="1910" name="Group 1909"/>
          <p:cNvGrpSpPr/>
          <p:nvPr/>
        </p:nvGrpSpPr>
        <p:grpSpPr>
          <a:xfrm>
            <a:off x="990600" y="1370012"/>
            <a:ext cx="914400" cy="1146176"/>
            <a:chOff x="990600" y="1217612"/>
            <a:chExt cx="914400" cy="1146176"/>
          </a:xfrm>
        </p:grpSpPr>
        <p:grpSp>
          <p:nvGrpSpPr>
            <p:cNvPr id="1134" name="Group 1133"/>
            <p:cNvGrpSpPr/>
            <p:nvPr/>
          </p:nvGrpSpPr>
          <p:grpSpPr>
            <a:xfrm>
              <a:off x="990600" y="1219200"/>
              <a:ext cx="914400" cy="1143000"/>
              <a:chOff x="1066800" y="3505200"/>
              <a:chExt cx="914400" cy="1143000"/>
            </a:xfrm>
          </p:grpSpPr>
          <p:sp>
            <p:nvSpPr>
              <p:cNvPr id="41" name="Rectangle 40"/>
              <p:cNvSpPr/>
              <p:nvPr/>
            </p:nvSpPr>
            <p:spPr bwMode="auto">
              <a:xfrm>
                <a:off x="1828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2" name="Rectangle 41"/>
              <p:cNvSpPr/>
              <p:nvPr/>
            </p:nvSpPr>
            <p:spPr bwMode="auto">
              <a:xfrm>
                <a:off x="1905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3" name="Rectangle 42"/>
              <p:cNvSpPr/>
              <p:nvPr/>
            </p:nvSpPr>
            <p:spPr bwMode="auto">
              <a:xfrm>
                <a:off x="1066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4" name="Rectangle 43"/>
              <p:cNvSpPr/>
              <p:nvPr/>
            </p:nvSpPr>
            <p:spPr bwMode="auto">
              <a:xfrm>
                <a:off x="1143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5" name="Rectangle 44"/>
              <p:cNvSpPr/>
              <p:nvPr/>
            </p:nvSpPr>
            <p:spPr bwMode="auto">
              <a:xfrm>
                <a:off x="1066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 bwMode="auto">
              <a:xfrm>
                <a:off x="1066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7" name="Rectangle 46"/>
              <p:cNvSpPr/>
              <p:nvPr/>
            </p:nvSpPr>
            <p:spPr bwMode="auto">
              <a:xfrm>
                <a:off x="1143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8" name="Rectangle 47"/>
              <p:cNvSpPr/>
              <p:nvPr/>
            </p:nvSpPr>
            <p:spPr bwMode="auto">
              <a:xfrm>
                <a:off x="1752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49" name="Rectangle 48"/>
              <p:cNvSpPr/>
              <p:nvPr/>
            </p:nvSpPr>
            <p:spPr bwMode="auto">
              <a:xfrm>
                <a:off x="1752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 bwMode="auto">
              <a:xfrm>
                <a:off x="1828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1" name="Rectangle 50"/>
              <p:cNvSpPr/>
              <p:nvPr/>
            </p:nvSpPr>
            <p:spPr bwMode="auto">
              <a:xfrm>
                <a:off x="1828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2" name="Rectangle 51"/>
              <p:cNvSpPr/>
              <p:nvPr/>
            </p:nvSpPr>
            <p:spPr bwMode="auto">
              <a:xfrm>
                <a:off x="1905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 bwMode="auto">
              <a:xfrm>
                <a:off x="1905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4" name="Rectangle 53"/>
              <p:cNvSpPr/>
              <p:nvPr/>
            </p:nvSpPr>
            <p:spPr bwMode="auto">
              <a:xfrm>
                <a:off x="1066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5" name="Rectangle 54"/>
              <p:cNvSpPr/>
              <p:nvPr/>
            </p:nvSpPr>
            <p:spPr bwMode="auto">
              <a:xfrm>
                <a:off x="16764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 bwMode="auto">
              <a:xfrm>
                <a:off x="17526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7" name="Rectangle 56"/>
              <p:cNvSpPr/>
              <p:nvPr/>
            </p:nvSpPr>
            <p:spPr bwMode="auto">
              <a:xfrm>
                <a:off x="1752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8" name="Rectangle 57"/>
              <p:cNvSpPr/>
              <p:nvPr/>
            </p:nvSpPr>
            <p:spPr bwMode="auto">
              <a:xfrm>
                <a:off x="1066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59" name="Rectangle 58"/>
              <p:cNvSpPr/>
              <p:nvPr/>
            </p:nvSpPr>
            <p:spPr bwMode="auto">
              <a:xfrm>
                <a:off x="11430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0" name="Rectangle 59"/>
              <p:cNvSpPr/>
              <p:nvPr/>
            </p:nvSpPr>
            <p:spPr bwMode="auto">
              <a:xfrm>
                <a:off x="12192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1" name="Rectangle 60"/>
              <p:cNvSpPr/>
              <p:nvPr/>
            </p:nvSpPr>
            <p:spPr bwMode="auto">
              <a:xfrm>
                <a:off x="1143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2" name="Rectangle 61"/>
              <p:cNvSpPr/>
              <p:nvPr/>
            </p:nvSpPr>
            <p:spPr bwMode="auto">
              <a:xfrm>
                <a:off x="1219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 bwMode="auto">
              <a:xfrm>
                <a:off x="1295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 bwMode="auto">
              <a:xfrm>
                <a:off x="1066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5" name="Rectangle 64"/>
              <p:cNvSpPr/>
              <p:nvPr/>
            </p:nvSpPr>
            <p:spPr bwMode="auto">
              <a:xfrm>
                <a:off x="1066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 bwMode="auto">
              <a:xfrm>
                <a:off x="1143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7" name="Rectangle 66"/>
              <p:cNvSpPr/>
              <p:nvPr/>
            </p:nvSpPr>
            <p:spPr bwMode="auto">
              <a:xfrm>
                <a:off x="1219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8" name="Rectangle 67"/>
              <p:cNvSpPr/>
              <p:nvPr/>
            </p:nvSpPr>
            <p:spPr bwMode="auto">
              <a:xfrm>
                <a:off x="1600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69" name="Rectangle 68"/>
              <p:cNvSpPr/>
              <p:nvPr/>
            </p:nvSpPr>
            <p:spPr bwMode="auto">
              <a:xfrm>
                <a:off x="1676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0" name="Rectangle 69"/>
              <p:cNvSpPr/>
              <p:nvPr/>
            </p:nvSpPr>
            <p:spPr bwMode="auto">
              <a:xfrm>
                <a:off x="1371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1" name="Rectangle 70"/>
              <p:cNvSpPr/>
              <p:nvPr/>
            </p:nvSpPr>
            <p:spPr bwMode="auto">
              <a:xfrm>
                <a:off x="1447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2" name="Rectangle 71"/>
              <p:cNvSpPr/>
              <p:nvPr/>
            </p:nvSpPr>
            <p:spPr bwMode="auto">
              <a:xfrm>
                <a:off x="1524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3" name="Rectangle 72"/>
              <p:cNvSpPr/>
              <p:nvPr/>
            </p:nvSpPr>
            <p:spPr bwMode="auto">
              <a:xfrm>
                <a:off x="1600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4" name="Rectangle 73"/>
              <p:cNvSpPr/>
              <p:nvPr/>
            </p:nvSpPr>
            <p:spPr bwMode="auto">
              <a:xfrm>
                <a:off x="1676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5" name="Rectangle 74"/>
              <p:cNvSpPr/>
              <p:nvPr/>
            </p:nvSpPr>
            <p:spPr bwMode="auto">
              <a:xfrm>
                <a:off x="1371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6" name="Rectangle 75"/>
              <p:cNvSpPr/>
              <p:nvPr/>
            </p:nvSpPr>
            <p:spPr bwMode="auto">
              <a:xfrm>
                <a:off x="1447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" name="Rectangle 76"/>
              <p:cNvSpPr/>
              <p:nvPr/>
            </p:nvSpPr>
            <p:spPr bwMode="auto">
              <a:xfrm>
                <a:off x="1524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" name="Rectangle 77"/>
              <p:cNvSpPr/>
              <p:nvPr/>
            </p:nvSpPr>
            <p:spPr bwMode="auto">
              <a:xfrm>
                <a:off x="1600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" name="Rectangle 78"/>
              <p:cNvSpPr/>
              <p:nvPr/>
            </p:nvSpPr>
            <p:spPr bwMode="auto">
              <a:xfrm>
                <a:off x="1676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" name="Rectangle 79"/>
              <p:cNvSpPr/>
              <p:nvPr/>
            </p:nvSpPr>
            <p:spPr bwMode="auto">
              <a:xfrm>
                <a:off x="1219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" name="Rectangle 80"/>
              <p:cNvSpPr/>
              <p:nvPr/>
            </p:nvSpPr>
            <p:spPr bwMode="auto">
              <a:xfrm>
                <a:off x="1219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" name="Rectangle 81"/>
              <p:cNvSpPr/>
              <p:nvPr/>
            </p:nvSpPr>
            <p:spPr bwMode="auto">
              <a:xfrm>
                <a:off x="1828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" name="Rectangle 82"/>
              <p:cNvSpPr/>
              <p:nvPr/>
            </p:nvSpPr>
            <p:spPr bwMode="auto">
              <a:xfrm>
                <a:off x="1752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" name="Rectangle 83"/>
              <p:cNvSpPr/>
              <p:nvPr/>
            </p:nvSpPr>
            <p:spPr bwMode="auto">
              <a:xfrm>
                <a:off x="1828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" name="Rectangle 84"/>
              <p:cNvSpPr/>
              <p:nvPr/>
            </p:nvSpPr>
            <p:spPr bwMode="auto">
              <a:xfrm>
                <a:off x="1524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6" name="Rectangle 85"/>
              <p:cNvSpPr/>
              <p:nvPr/>
            </p:nvSpPr>
            <p:spPr bwMode="auto">
              <a:xfrm>
                <a:off x="1371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7" name="Rectangle 86"/>
              <p:cNvSpPr/>
              <p:nvPr/>
            </p:nvSpPr>
            <p:spPr bwMode="auto">
              <a:xfrm>
                <a:off x="1447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8" name="Rectangle 87"/>
              <p:cNvSpPr/>
              <p:nvPr/>
            </p:nvSpPr>
            <p:spPr bwMode="auto">
              <a:xfrm>
                <a:off x="1143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9" name="Rectangle 88"/>
              <p:cNvSpPr/>
              <p:nvPr/>
            </p:nvSpPr>
            <p:spPr bwMode="auto">
              <a:xfrm>
                <a:off x="1219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0" name="Rectangle 89"/>
              <p:cNvSpPr/>
              <p:nvPr/>
            </p:nvSpPr>
            <p:spPr bwMode="auto">
              <a:xfrm>
                <a:off x="1295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" name="Rectangle 90"/>
              <p:cNvSpPr/>
              <p:nvPr/>
            </p:nvSpPr>
            <p:spPr bwMode="auto">
              <a:xfrm>
                <a:off x="1295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" name="Rectangle 91"/>
              <p:cNvSpPr/>
              <p:nvPr/>
            </p:nvSpPr>
            <p:spPr bwMode="auto">
              <a:xfrm>
                <a:off x="1143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" name="Rectangle 92"/>
              <p:cNvSpPr/>
              <p:nvPr/>
            </p:nvSpPr>
            <p:spPr bwMode="auto">
              <a:xfrm>
                <a:off x="1219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" name="Rectangle 124"/>
              <p:cNvSpPr/>
              <p:nvPr/>
            </p:nvSpPr>
            <p:spPr bwMode="auto">
              <a:xfrm>
                <a:off x="1066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" name="Rectangle 125"/>
              <p:cNvSpPr/>
              <p:nvPr/>
            </p:nvSpPr>
            <p:spPr bwMode="auto">
              <a:xfrm>
                <a:off x="1143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" name="Rectangle 126"/>
              <p:cNvSpPr/>
              <p:nvPr/>
            </p:nvSpPr>
            <p:spPr bwMode="auto">
              <a:xfrm>
                <a:off x="1066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" name="Rectangle 127"/>
              <p:cNvSpPr/>
              <p:nvPr/>
            </p:nvSpPr>
            <p:spPr bwMode="auto">
              <a:xfrm>
                <a:off x="1143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" name="Rectangle 128"/>
              <p:cNvSpPr/>
              <p:nvPr/>
            </p:nvSpPr>
            <p:spPr bwMode="auto">
              <a:xfrm>
                <a:off x="1219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" name="Rectangle 129"/>
              <p:cNvSpPr/>
              <p:nvPr/>
            </p:nvSpPr>
            <p:spPr bwMode="auto">
              <a:xfrm>
                <a:off x="1219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" name="Rectangle 130"/>
              <p:cNvSpPr/>
              <p:nvPr/>
            </p:nvSpPr>
            <p:spPr bwMode="auto">
              <a:xfrm>
                <a:off x="1066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" name="Rectangle 131"/>
              <p:cNvSpPr/>
              <p:nvPr/>
            </p:nvSpPr>
            <p:spPr bwMode="auto">
              <a:xfrm>
                <a:off x="1143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" name="Rectangle 132"/>
              <p:cNvSpPr/>
              <p:nvPr/>
            </p:nvSpPr>
            <p:spPr bwMode="auto">
              <a:xfrm>
                <a:off x="1219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" name="Rectangle 133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" name="Rectangle 134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" name="Rectangle 135"/>
              <p:cNvSpPr/>
              <p:nvPr/>
            </p:nvSpPr>
            <p:spPr bwMode="auto">
              <a:xfrm>
                <a:off x="1066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" name="Rectangle 136"/>
              <p:cNvSpPr/>
              <p:nvPr/>
            </p:nvSpPr>
            <p:spPr bwMode="auto">
              <a:xfrm>
                <a:off x="1143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" name="Rectangle 137"/>
              <p:cNvSpPr/>
              <p:nvPr/>
            </p:nvSpPr>
            <p:spPr bwMode="auto">
              <a:xfrm>
                <a:off x="1066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" name="Rectangle 138"/>
              <p:cNvSpPr/>
              <p:nvPr/>
            </p:nvSpPr>
            <p:spPr bwMode="auto">
              <a:xfrm>
                <a:off x="1143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" name="Rectangle 139"/>
              <p:cNvSpPr/>
              <p:nvPr/>
            </p:nvSpPr>
            <p:spPr bwMode="auto">
              <a:xfrm>
                <a:off x="1219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" name="Rectangle 140"/>
              <p:cNvSpPr/>
              <p:nvPr/>
            </p:nvSpPr>
            <p:spPr bwMode="auto">
              <a:xfrm>
                <a:off x="1219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" name="Rectangle 141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" name="Rectangle 142"/>
              <p:cNvSpPr/>
              <p:nvPr/>
            </p:nvSpPr>
            <p:spPr bwMode="auto">
              <a:xfrm>
                <a:off x="1066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" name="Rectangle 143"/>
              <p:cNvSpPr/>
              <p:nvPr/>
            </p:nvSpPr>
            <p:spPr bwMode="auto">
              <a:xfrm>
                <a:off x="11430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" name="Rectangle 144"/>
              <p:cNvSpPr/>
              <p:nvPr/>
            </p:nvSpPr>
            <p:spPr bwMode="auto">
              <a:xfrm>
                <a:off x="12192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" name="Rectangle 145"/>
              <p:cNvSpPr/>
              <p:nvPr/>
            </p:nvSpPr>
            <p:spPr bwMode="auto">
              <a:xfrm>
                <a:off x="1066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" name="Rectangle 146"/>
              <p:cNvSpPr/>
              <p:nvPr/>
            </p:nvSpPr>
            <p:spPr bwMode="auto">
              <a:xfrm>
                <a:off x="11430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" name="Rectangle 147"/>
              <p:cNvSpPr/>
              <p:nvPr/>
            </p:nvSpPr>
            <p:spPr bwMode="auto">
              <a:xfrm>
                <a:off x="12192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" name="Rectangle 148"/>
              <p:cNvSpPr/>
              <p:nvPr/>
            </p:nvSpPr>
            <p:spPr bwMode="auto">
              <a:xfrm>
                <a:off x="16764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" name="Rectangle 149"/>
              <p:cNvSpPr/>
              <p:nvPr/>
            </p:nvSpPr>
            <p:spPr bwMode="auto">
              <a:xfrm>
                <a:off x="17526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" name="Rectangle 150"/>
              <p:cNvSpPr/>
              <p:nvPr/>
            </p:nvSpPr>
            <p:spPr bwMode="auto">
              <a:xfrm>
                <a:off x="1828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" name="Rectangle 151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" name="Rectangle 152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" name="Rectangle 153"/>
              <p:cNvSpPr/>
              <p:nvPr/>
            </p:nvSpPr>
            <p:spPr bwMode="auto">
              <a:xfrm>
                <a:off x="16764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" name="Rectangle 154"/>
              <p:cNvSpPr/>
              <p:nvPr/>
            </p:nvSpPr>
            <p:spPr bwMode="auto">
              <a:xfrm>
                <a:off x="17526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" name="Rectangle 155"/>
              <p:cNvSpPr/>
              <p:nvPr/>
            </p:nvSpPr>
            <p:spPr bwMode="auto">
              <a:xfrm>
                <a:off x="1828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" name="Rectangle 156"/>
              <p:cNvSpPr/>
              <p:nvPr/>
            </p:nvSpPr>
            <p:spPr bwMode="auto">
              <a:xfrm>
                <a:off x="1752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" name="Rectangle 157"/>
              <p:cNvSpPr/>
              <p:nvPr/>
            </p:nvSpPr>
            <p:spPr bwMode="auto">
              <a:xfrm>
                <a:off x="1828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" name="Rectangle 158"/>
              <p:cNvSpPr/>
              <p:nvPr/>
            </p:nvSpPr>
            <p:spPr bwMode="auto">
              <a:xfrm>
                <a:off x="1295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" name="Rectangle 159"/>
              <p:cNvSpPr/>
              <p:nvPr/>
            </p:nvSpPr>
            <p:spPr bwMode="auto">
              <a:xfrm>
                <a:off x="1371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" name="Rectangle 160"/>
              <p:cNvSpPr/>
              <p:nvPr/>
            </p:nvSpPr>
            <p:spPr bwMode="auto">
              <a:xfrm>
                <a:off x="1447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" name="Rectangle 161"/>
              <p:cNvSpPr/>
              <p:nvPr/>
            </p:nvSpPr>
            <p:spPr bwMode="auto">
              <a:xfrm>
                <a:off x="1524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" name="Rectangle 162"/>
              <p:cNvSpPr/>
              <p:nvPr/>
            </p:nvSpPr>
            <p:spPr bwMode="auto">
              <a:xfrm>
                <a:off x="1600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" name="Rectangle 163"/>
              <p:cNvSpPr/>
              <p:nvPr/>
            </p:nvSpPr>
            <p:spPr bwMode="auto">
              <a:xfrm>
                <a:off x="1676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" name="Rectangle 164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" name="Rectangle 165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" name="Rectangle 166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" name="Rectangle 167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9" name="Rectangle 168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0" name="Rectangle 169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1" name="Rectangle 170"/>
              <p:cNvSpPr/>
              <p:nvPr/>
            </p:nvSpPr>
            <p:spPr bwMode="auto">
              <a:xfrm>
                <a:off x="1295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2" name="Rectangle 171"/>
              <p:cNvSpPr/>
              <p:nvPr/>
            </p:nvSpPr>
            <p:spPr bwMode="auto">
              <a:xfrm>
                <a:off x="1371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3" name="Rectangle 172"/>
              <p:cNvSpPr/>
              <p:nvPr/>
            </p:nvSpPr>
            <p:spPr bwMode="auto">
              <a:xfrm>
                <a:off x="1447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" name="Rectangle 173"/>
              <p:cNvSpPr/>
              <p:nvPr/>
            </p:nvSpPr>
            <p:spPr bwMode="auto">
              <a:xfrm>
                <a:off x="1524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" name="Rectangle 174"/>
              <p:cNvSpPr/>
              <p:nvPr/>
            </p:nvSpPr>
            <p:spPr bwMode="auto">
              <a:xfrm>
                <a:off x="1600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" name="Rectangle 175"/>
              <p:cNvSpPr/>
              <p:nvPr/>
            </p:nvSpPr>
            <p:spPr bwMode="auto">
              <a:xfrm>
                <a:off x="1676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909" name="Group 1908"/>
            <p:cNvGrpSpPr/>
            <p:nvPr/>
          </p:nvGrpSpPr>
          <p:grpSpPr>
            <a:xfrm>
              <a:off x="990600" y="1217612"/>
              <a:ext cx="914400" cy="1146176"/>
              <a:chOff x="990600" y="1217612"/>
              <a:chExt cx="914400" cy="1146176"/>
            </a:xfrm>
          </p:grpSpPr>
          <p:cxnSp>
            <p:nvCxnSpPr>
              <p:cNvPr id="1890" name="Straight Connector 1889"/>
              <p:cNvCxnSpPr/>
              <p:nvPr/>
            </p:nvCxnSpPr>
            <p:spPr bwMode="auto">
              <a:xfrm rot="16200000" flipH="1">
                <a:off x="419894" y="1790700"/>
                <a:ext cx="1143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92" name="Straight Connector 1891"/>
              <p:cNvCxnSpPr/>
              <p:nvPr/>
            </p:nvCxnSpPr>
            <p:spPr bwMode="auto">
              <a:xfrm>
                <a:off x="990600" y="2362200"/>
                <a:ext cx="838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94" name="Straight Connector 1893"/>
              <p:cNvCxnSpPr/>
              <p:nvPr/>
            </p:nvCxnSpPr>
            <p:spPr bwMode="auto">
              <a:xfrm rot="5400000">
                <a:off x="1600994" y="2133600"/>
                <a:ext cx="457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96" name="Straight Connector 1895"/>
              <p:cNvCxnSpPr/>
              <p:nvPr/>
            </p:nvCxnSpPr>
            <p:spPr bwMode="auto">
              <a:xfrm>
                <a:off x="1600200" y="1903412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98" name="Straight Connector 1897"/>
              <p:cNvCxnSpPr/>
              <p:nvPr/>
            </p:nvCxnSpPr>
            <p:spPr bwMode="auto">
              <a:xfrm rot="5400000">
                <a:off x="1485106" y="20193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00" name="Straight Connector 1899"/>
              <p:cNvCxnSpPr/>
              <p:nvPr/>
            </p:nvCxnSpPr>
            <p:spPr bwMode="auto">
              <a:xfrm rot="5400000">
                <a:off x="875506" y="17907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02" name="Straight Connector 1901"/>
              <p:cNvCxnSpPr/>
              <p:nvPr/>
            </p:nvCxnSpPr>
            <p:spPr bwMode="auto">
              <a:xfrm>
                <a:off x="1219200" y="2132012"/>
                <a:ext cx="381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04" name="Straight Connector 1903"/>
              <p:cNvCxnSpPr/>
              <p:nvPr/>
            </p:nvCxnSpPr>
            <p:spPr bwMode="auto">
              <a:xfrm rot="10800000">
                <a:off x="1219200" y="14478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06" name="Straight Connector 1905"/>
              <p:cNvCxnSpPr/>
              <p:nvPr/>
            </p:nvCxnSpPr>
            <p:spPr bwMode="auto">
              <a:xfrm rot="5400000">
                <a:off x="1789905" y="13335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08" name="Straight Connector 1907"/>
              <p:cNvCxnSpPr/>
              <p:nvPr/>
            </p:nvCxnSpPr>
            <p:spPr bwMode="auto">
              <a:xfrm>
                <a:off x="990600" y="1217612"/>
                <a:ext cx="9144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911" name="Group 1910"/>
          <p:cNvGrpSpPr/>
          <p:nvPr/>
        </p:nvGrpSpPr>
        <p:grpSpPr>
          <a:xfrm>
            <a:off x="7315200" y="4953000"/>
            <a:ext cx="914400" cy="1146176"/>
            <a:chOff x="990600" y="1217612"/>
            <a:chExt cx="914400" cy="1146176"/>
          </a:xfrm>
        </p:grpSpPr>
        <p:grpSp>
          <p:nvGrpSpPr>
            <p:cNvPr id="1912" name="Group 1133"/>
            <p:cNvGrpSpPr/>
            <p:nvPr/>
          </p:nvGrpSpPr>
          <p:grpSpPr>
            <a:xfrm>
              <a:off x="990600" y="1219200"/>
              <a:ext cx="914400" cy="1143000"/>
              <a:chOff x="1066800" y="3505200"/>
              <a:chExt cx="914400" cy="1143000"/>
            </a:xfrm>
          </p:grpSpPr>
          <p:sp>
            <p:nvSpPr>
              <p:cNvPr id="1924" name="Rectangle 1923"/>
              <p:cNvSpPr/>
              <p:nvPr/>
            </p:nvSpPr>
            <p:spPr bwMode="auto">
              <a:xfrm>
                <a:off x="1828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25" name="Rectangle 1924"/>
              <p:cNvSpPr/>
              <p:nvPr/>
            </p:nvSpPr>
            <p:spPr bwMode="auto">
              <a:xfrm>
                <a:off x="1905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26" name="Rectangle 1925"/>
              <p:cNvSpPr/>
              <p:nvPr/>
            </p:nvSpPr>
            <p:spPr bwMode="auto">
              <a:xfrm>
                <a:off x="1066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27" name="Rectangle 1926"/>
              <p:cNvSpPr/>
              <p:nvPr/>
            </p:nvSpPr>
            <p:spPr bwMode="auto">
              <a:xfrm>
                <a:off x="1143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28" name="Rectangle 1927"/>
              <p:cNvSpPr/>
              <p:nvPr/>
            </p:nvSpPr>
            <p:spPr bwMode="auto">
              <a:xfrm>
                <a:off x="1066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29" name="Rectangle 1928"/>
              <p:cNvSpPr/>
              <p:nvPr/>
            </p:nvSpPr>
            <p:spPr bwMode="auto">
              <a:xfrm>
                <a:off x="1066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0" name="Rectangle 1929"/>
              <p:cNvSpPr/>
              <p:nvPr/>
            </p:nvSpPr>
            <p:spPr bwMode="auto">
              <a:xfrm>
                <a:off x="1143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1" name="Rectangle 1930"/>
              <p:cNvSpPr/>
              <p:nvPr/>
            </p:nvSpPr>
            <p:spPr bwMode="auto">
              <a:xfrm>
                <a:off x="1752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2" name="Rectangle 1931"/>
              <p:cNvSpPr/>
              <p:nvPr/>
            </p:nvSpPr>
            <p:spPr bwMode="auto">
              <a:xfrm>
                <a:off x="1752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3" name="Rectangle 1932"/>
              <p:cNvSpPr/>
              <p:nvPr/>
            </p:nvSpPr>
            <p:spPr bwMode="auto">
              <a:xfrm>
                <a:off x="1828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4" name="Rectangle 1933"/>
              <p:cNvSpPr/>
              <p:nvPr/>
            </p:nvSpPr>
            <p:spPr bwMode="auto">
              <a:xfrm>
                <a:off x="1828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5" name="Rectangle 1934"/>
              <p:cNvSpPr/>
              <p:nvPr/>
            </p:nvSpPr>
            <p:spPr bwMode="auto">
              <a:xfrm>
                <a:off x="1905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6" name="Rectangle 1935"/>
              <p:cNvSpPr/>
              <p:nvPr/>
            </p:nvSpPr>
            <p:spPr bwMode="auto">
              <a:xfrm>
                <a:off x="1905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7" name="Rectangle 1936"/>
              <p:cNvSpPr/>
              <p:nvPr/>
            </p:nvSpPr>
            <p:spPr bwMode="auto">
              <a:xfrm>
                <a:off x="1066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8" name="Rectangle 1937"/>
              <p:cNvSpPr/>
              <p:nvPr/>
            </p:nvSpPr>
            <p:spPr bwMode="auto">
              <a:xfrm>
                <a:off x="16764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39" name="Rectangle 1938"/>
              <p:cNvSpPr/>
              <p:nvPr/>
            </p:nvSpPr>
            <p:spPr bwMode="auto">
              <a:xfrm>
                <a:off x="17526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0" name="Rectangle 1939"/>
              <p:cNvSpPr/>
              <p:nvPr/>
            </p:nvSpPr>
            <p:spPr bwMode="auto">
              <a:xfrm>
                <a:off x="1752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1" name="Rectangle 1940"/>
              <p:cNvSpPr/>
              <p:nvPr/>
            </p:nvSpPr>
            <p:spPr bwMode="auto">
              <a:xfrm>
                <a:off x="1066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2" name="Rectangle 1941"/>
              <p:cNvSpPr/>
              <p:nvPr/>
            </p:nvSpPr>
            <p:spPr bwMode="auto">
              <a:xfrm>
                <a:off x="11430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3" name="Rectangle 1942"/>
              <p:cNvSpPr/>
              <p:nvPr/>
            </p:nvSpPr>
            <p:spPr bwMode="auto">
              <a:xfrm>
                <a:off x="12192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4" name="Rectangle 1943"/>
              <p:cNvSpPr/>
              <p:nvPr/>
            </p:nvSpPr>
            <p:spPr bwMode="auto">
              <a:xfrm>
                <a:off x="1143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5" name="Rectangle 1944"/>
              <p:cNvSpPr/>
              <p:nvPr/>
            </p:nvSpPr>
            <p:spPr bwMode="auto">
              <a:xfrm>
                <a:off x="1219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6" name="Rectangle 1945"/>
              <p:cNvSpPr/>
              <p:nvPr/>
            </p:nvSpPr>
            <p:spPr bwMode="auto">
              <a:xfrm>
                <a:off x="1295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7" name="Rectangle 1946"/>
              <p:cNvSpPr/>
              <p:nvPr/>
            </p:nvSpPr>
            <p:spPr bwMode="auto">
              <a:xfrm>
                <a:off x="1066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8" name="Rectangle 1947"/>
              <p:cNvSpPr/>
              <p:nvPr/>
            </p:nvSpPr>
            <p:spPr bwMode="auto">
              <a:xfrm>
                <a:off x="1066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49" name="Rectangle 1948"/>
              <p:cNvSpPr/>
              <p:nvPr/>
            </p:nvSpPr>
            <p:spPr bwMode="auto">
              <a:xfrm>
                <a:off x="1143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0" name="Rectangle 1949"/>
              <p:cNvSpPr/>
              <p:nvPr/>
            </p:nvSpPr>
            <p:spPr bwMode="auto">
              <a:xfrm>
                <a:off x="1219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1" name="Rectangle 1950"/>
              <p:cNvSpPr/>
              <p:nvPr/>
            </p:nvSpPr>
            <p:spPr bwMode="auto">
              <a:xfrm>
                <a:off x="1600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2" name="Rectangle 1951"/>
              <p:cNvSpPr/>
              <p:nvPr/>
            </p:nvSpPr>
            <p:spPr bwMode="auto">
              <a:xfrm>
                <a:off x="1676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3" name="Rectangle 1952"/>
              <p:cNvSpPr/>
              <p:nvPr/>
            </p:nvSpPr>
            <p:spPr bwMode="auto">
              <a:xfrm>
                <a:off x="1371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4" name="Rectangle 1953"/>
              <p:cNvSpPr/>
              <p:nvPr/>
            </p:nvSpPr>
            <p:spPr bwMode="auto">
              <a:xfrm>
                <a:off x="1447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5" name="Rectangle 1954"/>
              <p:cNvSpPr/>
              <p:nvPr/>
            </p:nvSpPr>
            <p:spPr bwMode="auto">
              <a:xfrm>
                <a:off x="1524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6" name="Rectangle 1955"/>
              <p:cNvSpPr/>
              <p:nvPr/>
            </p:nvSpPr>
            <p:spPr bwMode="auto">
              <a:xfrm>
                <a:off x="1600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7" name="Rectangle 1956"/>
              <p:cNvSpPr/>
              <p:nvPr/>
            </p:nvSpPr>
            <p:spPr bwMode="auto">
              <a:xfrm>
                <a:off x="1676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8" name="Rectangle 1957"/>
              <p:cNvSpPr/>
              <p:nvPr/>
            </p:nvSpPr>
            <p:spPr bwMode="auto">
              <a:xfrm>
                <a:off x="1371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59" name="Rectangle 1958"/>
              <p:cNvSpPr/>
              <p:nvPr/>
            </p:nvSpPr>
            <p:spPr bwMode="auto">
              <a:xfrm>
                <a:off x="1447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0" name="Rectangle 1959"/>
              <p:cNvSpPr/>
              <p:nvPr/>
            </p:nvSpPr>
            <p:spPr bwMode="auto">
              <a:xfrm>
                <a:off x="1524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1" name="Rectangle 1960"/>
              <p:cNvSpPr/>
              <p:nvPr/>
            </p:nvSpPr>
            <p:spPr bwMode="auto">
              <a:xfrm>
                <a:off x="1600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2" name="Rectangle 1961"/>
              <p:cNvSpPr/>
              <p:nvPr/>
            </p:nvSpPr>
            <p:spPr bwMode="auto">
              <a:xfrm>
                <a:off x="1676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3" name="Rectangle 1962"/>
              <p:cNvSpPr/>
              <p:nvPr/>
            </p:nvSpPr>
            <p:spPr bwMode="auto">
              <a:xfrm>
                <a:off x="1219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4" name="Rectangle 1963"/>
              <p:cNvSpPr/>
              <p:nvPr/>
            </p:nvSpPr>
            <p:spPr bwMode="auto">
              <a:xfrm>
                <a:off x="1219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5" name="Rectangle 1964"/>
              <p:cNvSpPr/>
              <p:nvPr/>
            </p:nvSpPr>
            <p:spPr bwMode="auto">
              <a:xfrm>
                <a:off x="1828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6" name="Rectangle 1965"/>
              <p:cNvSpPr/>
              <p:nvPr/>
            </p:nvSpPr>
            <p:spPr bwMode="auto">
              <a:xfrm>
                <a:off x="1752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7" name="Rectangle 1966"/>
              <p:cNvSpPr/>
              <p:nvPr/>
            </p:nvSpPr>
            <p:spPr bwMode="auto">
              <a:xfrm>
                <a:off x="1828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8" name="Rectangle 1967"/>
              <p:cNvSpPr/>
              <p:nvPr/>
            </p:nvSpPr>
            <p:spPr bwMode="auto">
              <a:xfrm>
                <a:off x="1524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69" name="Rectangle 1968"/>
              <p:cNvSpPr/>
              <p:nvPr/>
            </p:nvSpPr>
            <p:spPr bwMode="auto">
              <a:xfrm>
                <a:off x="1371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0" name="Rectangle 1969"/>
              <p:cNvSpPr/>
              <p:nvPr/>
            </p:nvSpPr>
            <p:spPr bwMode="auto">
              <a:xfrm>
                <a:off x="1447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1" name="Rectangle 1970"/>
              <p:cNvSpPr/>
              <p:nvPr/>
            </p:nvSpPr>
            <p:spPr bwMode="auto">
              <a:xfrm>
                <a:off x="1143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2" name="Rectangle 1971"/>
              <p:cNvSpPr/>
              <p:nvPr/>
            </p:nvSpPr>
            <p:spPr bwMode="auto">
              <a:xfrm>
                <a:off x="1219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3" name="Rectangle 1972"/>
              <p:cNvSpPr/>
              <p:nvPr/>
            </p:nvSpPr>
            <p:spPr bwMode="auto">
              <a:xfrm>
                <a:off x="1295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4" name="Rectangle 1973"/>
              <p:cNvSpPr/>
              <p:nvPr/>
            </p:nvSpPr>
            <p:spPr bwMode="auto">
              <a:xfrm>
                <a:off x="1295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5" name="Rectangle 1974"/>
              <p:cNvSpPr/>
              <p:nvPr/>
            </p:nvSpPr>
            <p:spPr bwMode="auto">
              <a:xfrm>
                <a:off x="1143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6" name="Rectangle 1975"/>
              <p:cNvSpPr/>
              <p:nvPr/>
            </p:nvSpPr>
            <p:spPr bwMode="auto">
              <a:xfrm>
                <a:off x="1219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7" name="Rectangle 1976"/>
              <p:cNvSpPr/>
              <p:nvPr/>
            </p:nvSpPr>
            <p:spPr bwMode="auto">
              <a:xfrm>
                <a:off x="1066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8" name="Rectangle 1977"/>
              <p:cNvSpPr/>
              <p:nvPr/>
            </p:nvSpPr>
            <p:spPr bwMode="auto">
              <a:xfrm>
                <a:off x="1143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79" name="Rectangle 1978"/>
              <p:cNvSpPr/>
              <p:nvPr/>
            </p:nvSpPr>
            <p:spPr bwMode="auto">
              <a:xfrm>
                <a:off x="1066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0" name="Rectangle 1979"/>
              <p:cNvSpPr/>
              <p:nvPr/>
            </p:nvSpPr>
            <p:spPr bwMode="auto">
              <a:xfrm>
                <a:off x="1143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1" name="Rectangle 1980"/>
              <p:cNvSpPr/>
              <p:nvPr/>
            </p:nvSpPr>
            <p:spPr bwMode="auto">
              <a:xfrm>
                <a:off x="1219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2" name="Rectangle 1981"/>
              <p:cNvSpPr/>
              <p:nvPr/>
            </p:nvSpPr>
            <p:spPr bwMode="auto">
              <a:xfrm>
                <a:off x="1219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3" name="Rectangle 1982"/>
              <p:cNvSpPr/>
              <p:nvPr/>
            </p:nvSpPr>
            <p:spPr bwMode="auto">
              <a:xfrm>
                <a:off x="1066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4" name="Rectangle 1983"/>
              <p:cNvSpPr/>
              <p:nvPr/>
            </p:nvSpPr>
            <p:spPr bwMode="auto">
              <a:xfrm>
                <a:off x="1143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5" name="Rectangle 1984"/>
              <p:cNvSpPr/>
              <p:nvPr/>
            </p:nvSpPr>
            <p:spPr bwMode="auto">
              <a:xfrm>
                <a:off x="1219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6" name="Rectangle 1985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7" name="Rectangle 1986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8" name="Rectangle 1987"/>
              <p:cNvSpPr/>
              <p:nvPr/>
            </p:nvSpPr>
            <p:spPr bwMode="auto">
              <a:xfrm>
                <a:off x="1066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89" name="Rectangle 1988"/>
              <p:cNvSpPr/>
              <p:nvPr/>
            </p:nvSpPr>
            <p:spPr bwMode="auto">
              <a:xfrm>
                <a:off x="1143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0" name="Rectangle 1989"/>
              <p:cNvSpPr/>
              <p:nvPr/>
            </p:nvSpPr>
            <p:spPr bwMode="auto">
              <a:xfrm>
                <a:off x="1066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1" name="Rectangle 1990"/>
              <p:cNvSpPr/>
              <p:nvPr/>
            </p:nvSpPr>
            <p:spPr bwMode="auto">
              <a:xfrm>
                <a:off x="1143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2" name="Rectangle 1991"/>
              <p:cNvSpPr/>
              <p:nvPr/>
            </p:nvSpPr>
            <p:spPr bwMode="auto">
              <a:xfrm>
                <a:off x="1219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3" name="Rectangle 1992"/>
              <p:cNvSpPr/>
              <p:nvPr/>
            </p:nvSpPr>
            <p:spPr bwMode="auto">
              <a:xfrm>
                <a:off x="1219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4" name="Rectangle 1993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5" name="Rectangle 1994"/>
              <p:cNvSpPr/>
              <p:nvPr/>
            </p:nvSpPr>
            <p:spPr bwMode="auto">
              <a:xfrm>
                <a:off x="1066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6" name="Rectangle 1995"/>
              <p:cNvSpPr/>
              <p:nvPr/>
            </p:nvSpPr>
            <p:spPr bwMode="auto">
              <a:xfrm>
                <a:off x="11430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7" name="Rectangle 1996"/>
              <p:cNvSpPr/>
              <p:nvPr/>
            </p:nvSpPr>
            <p:spPr bwMode="auto">
              <a:xfrm>
                <a:off x="12192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8" name="Rectangle 1997"/>
              <p:cNvSpPr/>
              <p:nvPr/>
            </p:nvSpPr>
            <p:spPr bwMode="auto">
              <a:xfrm>
                <a:off x="1066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999" name="Rectangle 1998"/>
              <p:cNvSpPr/>
              <p:nvPr/>
            </p:nvSpPr>
            <p:spPr bwMode="auto">
              <a:xfrm>
                <a:off x="11430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0" name="Rectangle 1999"/>
              <p:cNvSpPr/>
              <p:nvPr/>
            </p:nvSpPr>
            <p:spPr bwMode="auto">
              <a:xfrm>
                <a:off x="12192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1" name="Rectangle 2000"/>
              <p:cNvSpPr/>
              <p:nvPr/>
            </p:nvSpPr>
            <p:spPr bwMode="auto">
              <a:xfrm>
                <a:off x="16764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2" name="Rectangle 2001"/>
              <p:cNvSpPr/>
              <p:nvPr/>
            </p:nvSpPr>
            <p:spPr bwMode="auto">
              <a:xfrm>
                <a:off x="17526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3" name="Rectangle 2002"/>
              <p:cNvSpPr/>
              <p:nvPr/>
            </p:nvSpPr>
            <p:spPr bwMode="auto">
              <a:xfrm>
                <a:off x="1828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4" name="Rectangle 2003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5" name="Rectangle 2004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6" name="Rectangle 2005"/>
              <p:cNvSpPr/>
              <p:nvPr/>
            </p:nvSpPr>
            <p:spPr bwMode="auto">
              <a:xfrm>
                <a:off x="16764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7" name="Rectangle 2006"/>
              <p:cNvSpPr/>
              <p:nvPr/>
            </p:nvSpPr>
            <p:spPr bwMode="auto">
              <a:xfrm>
                <a:off x="17526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8" name="Rectangle 2007"/>
              <p:cNvSpPr/>
              <p:nvPr/>
            </p:nvSpPr>
            <p:spPr bwMode="auto">
              <a:xfrm>
                <a:off x="1828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09" name="Rectangle 2008"/>
              <p:cNvSpPr/>
              <p:nvPr/>
            </p:nvSpPr>
            <p:spPr bwMode="auto">
              <a:xfrm>
                <a:off x="1752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0" name="Rectangle 2009"/>
              <p:cNvSpPr/>
              <p:nvPr/>
            </p:nvSpPr>
            <p:spPr bwMode="auto">
              <a:xfrm>
                <a:off x="1828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1" name="Rectangle 2010"/>
              <p:cNvSpPr/>
              <p:nvPr/>
            </p:nvSpPr>
            <p:spPr bwMode="auto">
              <a:xfrm>
                <a:off x="1295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2" name="Rectangle 2011"/>
              <p:cNvSpPr/>
              <p:nvPr/>
            </p:nvSpPr>
            <p:spPr bwMode="auto">
              <a:xfrm>
                <a:off x="1371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3" name="Rectangle 2012"/>
              <p:cNvSpPr/>
              <p:nvPr/>
            </p:nvSpPr>
            <p:spPr bwMode="auto">
              <a:xfrm>
                <a:off x="1447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4" name="Rectangle 2013"/>
              <p:cNvSpPr/>
              <p:nvPr/>
            </p:nvSpPr>
            <p:spPr bwMode="auto">
              <a:xfrm>
                <a:off x="1524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5" name="Rectangle 2014"/>
              <p:cNvSpPr/>
              <p:nvPr/>
            </p:nvSpPr>
            <p:spPr bwMode="auto">
              <a:xfrm>
                <a:off x="1600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6" name="Rectangle 2015"/>
              <p:cNvSpPr/>
              <p:nvPr/>
            </p:nvSpPr>
            <p:spPr bwMode="auto">
              <a:xfrm>
                <a:off x="1676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7" name="Rectangle 2016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8" name="Rectangle 2017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19" name="Rectangle 2018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0" name="Rectangle 2019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1" name="Rectangle 2020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2" name="Rectangle 2021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3" name="Rectangle 2022"/>
              <p:cNvSpPr/>
              <p:nvPr/>
            </p:nvSpPr>
            <p:spPr bwMode="auto">
              <a:xfrm>
                <a:off x="1295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4" name="Rectangle 2023"/>
              <p:cNvSpPr/>
              <p:nvPr/>
            </p:nvSpPr>
            <p:spPr bwMode="auto">
              <a:xfrm>
                <a:off x="1371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5" name="Rectangle 2024"/>
              <p:cNvSpPr/>
              <p:nvPr/>
            </p:nvSpPr>
            <p:spPr bwMode="auto">
              <a:xfrm>
                <a:off x="1447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6" name="Rectangle 2025"/>
              <p:cNvSpPr/>
              <p:nvPr/>
            </p:nvSpPr>
            <p:spPr bwMode="auto">
              <a:xfrm>
                <a:off x="1524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7" name="Rectangle 2026"/>
              <p:cNvSpPr/>
              <p:nvPr/>
            </p:nvSpPr>
            <p:spPr bwMode="auto">
              <a:xfrm>
                <a:off x="1600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28" name="Rectangle 2027"/>
              <p:cNvSpPr/>
              <p:nvPr/>
            </p:nvSpPr>
            <p:spPr bwMode="auto">
              <a:xfrm>
                <a:off x="1676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913" name="Group 1908"/>
            <p:cNvGrpSpPr/>
            <p:nvPr/>
          </p:nvGrpSpPr>
          <p:grpSpPr>
            <a:xfrm>
              <a:off x="990600" y="1217612"/>
              <a:ext cx="914400" cy="1146176"/>
              <a:chOff x="990600" y="1217612"/>
              <a:chExt cx="914400" cy="1146176"/>
            </a:xfrm>
          </p:grpSpPr>
          <p:cxnSp>
            <p:nvCxnSpPr>
              <p:cNvPr id="1914" name="Straight Connector 1913"/>
              <p:cNvCxnSpPr/>
              <p:nvPr/>
            </p:nvCxnSpPr>
            <p:spPr bwMode="auto">
              <a:xfrm rot="16200000" flipH="1">
                <a:off x="419894" y="1790700"/>
                <a:ext cx="1143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15" name="Straight Connector 1914"/>
              <p:cNvCxnSpPr/>
              <p:nvPr/>
            </p:nvCxnSpPr>
            <p:spPr bwMode="auto">
              <a:xfrm>
                <a:off x="990600" y="2362200"/>
                <a:ext cx="838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16" name="Straight Connector 1915"/>
              <p:cNvCxnSpPr/>
              <p:nvPr/>
            </p:nvCxnSpPr>
            <p:spPr bwMode="auto">
              <a:xfrm rot="5400000">
                <a:off x="1600994" y="2133600"/>
                <a:ext cx="457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17" name="Straight Connector 1916"/>
              <p:cNvCxnSpPr/>
              <p:nvPr/>
            </p:nvCxnSpPr>
            <p:spPr bwMode="auto">
              <a:xfrm>
                <a:off x="1600200" y="1903412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18" name="Straight Connector 1917"/>
              <p:cNvCxnSpPr/>
              <p:nvPr/>
            </p:nvCxnSpPr>
            <p:spPr bwMode="auto">
              <a:xfrm rot="5400000">
                <a:off x="1485106" y="20193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19" name="Straight Connector 1918"/>
              <p:cNvCxnSpPr/>
              <p:nvPr/>
            </p:nvCxnSpPr>
            <p:spPr bwMode="auto">
              <a:xfrm rot="5400000">
                <a:off x="875506" y="17907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20" name="Straight Connector 1919"/>
              <p:cNvCxnSpPr/>
              <p:nvPr/>
            </p:nvCxnSpPr>
            <p:spPr bwMode="auto">
              <a:xfrm>
                <a:off x="1219200" y="2132012"/>
                <a:ext cx="381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21" name="Straight Connector 1920"/>
              <p:cNvCxnSpPr/>
              <p:nvPr/>
            </p:nvCxnSpPr>
            <p:spPr bwMode="auto">
              <a:xfrm rot="10800000">
                <a:off x="1219200" y="14478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22" name="Straight Connector 1921"/>
              <p:cNvCxnSpPr/>
              <p:nvPr/>
            </p:nvCxnSpPr>
            <p:spPr bwMode="auto">
              <a:xfrm rot="5400000">
                <a:off x="1789905" y="13335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23" name="Straight Connector 1922"/>
              <p:cNvCxnSpPr/>
              <p:nvPr/>
            </p:nvCxnSpPr>
            <p:spPr bwMode="auto">
              <a:xfrm>
                <a:off x="990600" y="1217612"/>
                <a:ext cx="9144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029" name="Group 2028"/>
          <p:cNvGrpSpPr/>
          <p:nvPr/>
        </p:nvGrpSpPr>
        <p:grpSpPr>
          <a:xfrm>
            <a:off x="2438400" y="3505200"/>
            <a:ext cx="914400" cy="1146176"/>
            <a:chOff x="990600" y="1217612"/>
            <a:chExt cx="914400" cy="1146176"/>
          </a:xfrm>
        </p:grpSpPr>
        <p:grpSp>
          <p:nvGrpSpPr>
            <p:cNvPr id="2030" name="Group 1133"/>
            <p:cNvGrpSpPr/>
            <p:nvPr/>
          </p:nvGrpSpPr>
          <p:grpSpPr>
            <a:xfrm>
              <a:off x="990600" y="1219200"/>
              <a:ext cx="914400" cy="1143000"/>
              <a:chOff x="1066800" y="3505200"/>
              <a:chExt cx="914400" cy="1143000"/>
            </a:xfrm>
          </p:grpSpPr>
          <p:sp>
            <p:nvSpPr>
              <p:cNvPr id="2042" name="Rectangle 2041"/>
              <p:cNvSpPr/>
              <p:nvPr/>
            </p:nvSpPr>
            <p:spPr bwMode="auto">
              <a:xfrm>
                <a:off x="1828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3" name="Rectangle 2042"/>
              <p:cNvSpPr/>
              <p:nvPr/>
            </p:nvSpPr>
            <p:spPr bwMode="auto">
              <a:xfrm>
                <a:off x="1905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4" name="Rectangle 2043"/>
              <p:cNvSpPr/>
              <p:nvPr/>
            </p:nvSpPr>
            <p:spPr bwMode="auto">
              <a:xfrm>
                <a:off x="1066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5" name="Rectangle 2044"/>
              <p:cNvSpPr/>
              <p:nvPr/>
            </p:nvSpPr>
            <p:spPr bwMode="auto">
              <a:xfrm>
                <a:off x="1143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6" name="Rectangle 2045"/>
              <p:cNvSpPr/>
              <p:nvPr/>
            </p:nvSpPr>
            <p:spPr bwMode="auto">
              <a:xfrm>
                <a:off x="1066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7" name="Rectangle 2046"/>
              <p:cNvSpPr/>
              <p:nvPr/>
            </p:nvSpPr>
            <p:spPr bwMode="auto">
              <a:xfrm>
                <a:off x="1066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8" name="Rectangle 2047"/>
              <p:cNvSpPr/>
              <p:nvPr/>
            </p:nvSpPr>
            <p:spPr bwMode="auto">
              <a:xfrm>
                <a:off x="1143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49" name="Rectangle 2048"/>
              <p:cNvSpPr/>
              <p:nvPr/>
            </p:nvSpPr>
            <p:spPr bwMode="auto">
              <a:xfrm>
                <a:off x="1752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0" name="Rectangle 2049"/>
              <p:cNvSpPr/>
              <p:nvPr/>
            </p:nvSpPr>
            <p:spPr bwMode="auto">
              <a:xfrm>
                <a:off x="1752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1" name="Rectangle 2050"/>
              <p:cNvSpPr/>
              <p:nvPr/>
            </p:nvSpPr>
            <p:spPr bwMode="auto">
              <a:xfrm>
                <a:off x="1828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2" name="Rectangle 2051"/>
              <p:cNvSpPr/>
              <p:nvPr/>
            </p:nvSpPr>
            <p:spPr bwMode="auto">
              <a:xfrm>
                <a:off x="1828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3" name="Rectangle 2052"/>
              <p:cNvSpPr/>
              <p:nvPr/>
            </p:nvSpPr>
            <p:spPr bwMode="auto">
              <a:xfrm>
                <a:off x="1905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4" name="Rectangle 2053"/>
              <p:cNvSpPr/>
              <p:nvPr/>
            </p:nvSpPr>
            <p:spPr bwMode="auto">
              <a:xfrm>
                <a:off x="1905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5" name="Rectangle 2054"/>
              <p:cNvSpPr/>
              <p:nvPr/>
            </p:nvSpPr>
            <p:spPr bwMode="auto">
              <a:xfrm>
                <a:off x="1066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6" name="Rectangle 2055"/>
              <p:cNvSpPr/>
              <p:nvPr/>
            </p:nvSpPr>
            <p:spPr bwMode="auto">
              <a:xfrm>
                <a:off x="16764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7" name="Rectangle 2056"/>
              <p:cNvSpPr/>
              <p:nvPr/>
            </p:nvSpPr>
            <p:spPr bwMode="auto">
              <a:xfrm>
                <a:off x="17526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8" name="Rectangle 2057"/>
              <p:cNvSpPr/>
              <p:nvPr/>
            </p:nvSpPr>
            <p:spPr bwMode="auto">
              <a:xfrm>
                <a:off x="1752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59" name="Rectangle 2058"/>
              <p:cNvSpPr/>
              <p:nvPr/>
            </p:nvSpPr>
            <p:spPr bwMode="auto">
              <a:xfrm>
                <a:off x="1066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0" name="Rectangle 2059"/>
              <p:cNvSpPr/>
              <p:nvPr/>
            </p:nvSpPr>
            <p:spPr bwMode="auto">
              <a:xfrm>
                <a:off x="11430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1" name="Rectangle 2060"/>
              <p:cNvSpPr/>
              <p:nvPr/>
            </p:nvSpPr>
            <p:spPr bwMode="auto">
              <a:xfrm>
                <a:off x="12192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2" name="Rectangle 2061"/>
              <p:cNvSpPr/>
              <p:nvPr/>
            </p:nvSpPr>
            <p:spPr bwMode="auto">
              <a:xfrm>
                <a:off x="1143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3" name="Rectangle 2062"/>
              <p:cNvSpPr/>
              <p:nvPr/>
            </p:nvSpPr>
            <p:spPr bwMode="auto">
              <a:xfrm>
                <a:off x="1219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4" name="Rectangle 2063"/>
              <p:cNvSpPr/>
              <p:nvPr/>
            </p:nvSpPr>
            <p:spPr bwMode="auto">
              <a:xfrm>
                <a:off x="1295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5" name="Rectangle 2064"/>
              <p:cNvSpPr/>
              <p:nvPr/>
            </p:nvSpPr>
            <p:spPr bwMode="auto">
              <a:xfrm>
                <a:off x="1066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6" name="Rectangle 2065"/>
              <p:cNvSpPr/>
              <p:nvPr/>
            </p:nvSpPr>
            <p:spPr bwMode="auto">
              <a:xfrm>
                <a:off x="1066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7" name="Rectangle 2066"/>
              <p:cNvSpPr/>
              <p:nvPr/>
            </p:nvSpPr>
            <p:spPr bwMode="auto">
              <a:xfrm>
                <a:off x="1143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8" name="Rectangle 2067"/>
              <p:cNvSpPr/>
              <p:nvPr/>
            </p:nvSpPr>
            <p:spPr bwMode="auto">
              <a:xfrm>
                <a:off x="1219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69" name="Rectangle 2068"/>
              <p:cNvSpPr/>
              <p:nvPr/>
            </p:nvSpPr>
            <p:spPr bwMode="auto">
              <a:xfrm>
                <a:off x="1600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0" name="Rectangle 2069"/>
              <p:cNvSpPr/>
              <p:nvPr/>
            </p:nvSpPr>
            <p:spPr bwMode="auto">
              <a:xfrm>
                <a:off x="1676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1" name="Rectangle 2070"/>
              <p:cNvSpPr/>
              <p:nvPr/>
            </p:nvSpPr>
            <p:spPr bwMode="auto">
              <a:xfrm>
                <a:off x="1371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2" name="Rectangle 2071"/>
              <p:cNvSpPr/>
              <p:nvPr/>
            </p:nvSpPr>
            <p:spPr bwMode="auto">
              <a:xfrm>
                <a:off x="1447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3" name="Rectangle 2072"/>
              <p:cNvSpPr/>
              <p:nvPr/>
            </p:nvSpPr>
            <p:spPr bwMode="auto">
              <a:xfrm>
                <a:off x="1524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4" name="Rectangle 2073"/>
              <p:cNvSpPr/>
              <p:nvPr/>
            </p:nvSpPr>
            <p:spPr bwMode="auto">
              <a:xfrm>
                <a:off x="1600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5" name="Rectangle 2074"/>
              <p:cNvSpPr/>
              <p:nvPr/>
            </p:nvSpPr>
            <p:spPr bwMode="auto">
              <a:xfrm>
                <a:off x="1676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6" name="Rectangle 2075"/>
              <p:cNvSpPr/>
              <p:nvPr/>
            </p:nvSpPr>
            <p:spPr bwMode="auto">
              <a:xfrm>
                <a:off x="1371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7" name="Rectangle 2076"/>
              <p:cNvSpPr/>
              <p:nvPr/>
            </p:nvSpPr>
            <p:spPr bwMode="auto">
              <a:xfrm>
                <a:off x="1447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8" name="Rectangle 2077"/>
              <p:cNvSpPr/>
              <p:nvPr/>
            </p:nvSpPr>
            <p:spPr bwMode="auto">
              <a:xfrm>
                <a:off x="1524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79" name="Rectangle 2078"/>
              <p:cNvSpPr/>
              <p:nvPr/>
            </p:nvSpPr>
            <p:spPr bwMode="auto">
              <a:xfrm>
                <a:off x="1600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0" name="Rectangle 2079"/>
              <p:cNvSpPr/>
              <p:nvPr/>
            </p:nvSpPr>
            <p:spPr bwMode="auto">
              <a:xfrm>
                <a:off x="1676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1" name="Rectangle 2080"/>
              <p:cNvSpPr/>
              <p:nvPr/>
            </p:nvSpPr>
            <p:spPr bwMode="auto">
              <a:xfrm>
                <a:off x="1219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2" name="Rectangle 2081"/>
              <p:cNvSpPr/>
              <p:nvPr/>
            </p:nvSpPr>
            <p:spPr bwMode="auto">
              <a:xfrm>
                <a:off x="1219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3" name="Rectangle 2082"/>
              <p:cNvSpPr/>
              <p:nvPr/>
            </p:nvSpPr>
            <p:spPr bwMode="auto">
              <a:xfrm>
                <a:off x="1828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4" name="Rectangle 2083"/>
              <p:cNvSpPr/>
              <p:nvPr/>
            </p:nvSpPr>
            <p:spPr bwMode="auto">
              <a:xfrm>
                <a:off x="1752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5" name="Rectangle 2084"/>
              <p:cNvSpPr/>
              <p:nvPr/>
            </p:nvSpPr>
            <p:spPr bwMode="auto">
              <a:xfrm>
                <a:off x="1828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6" name="Rectangle 2085"/>
              <p:cNvSpPr/>
              <p:nvPr/>
            </p:nvSpPr>
            <p:spPr bwMode="auto">
              <a:xfrm>
                <a:off x="1524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7" name="Rectangle 2086"/>
              <p:cNvSpPr/>
              <p:nvPr/>
            </p:nvSpPr>
            <p:spPr bwMode="auto">
              <a:xfrm>
                <a:off x="1371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8" name="Rectangle 2087"/>
              <p:cNvSpPr/>
              <p:nvPr/>
            </p:nvSpPr>
            <p:spPr bwMode="auto">
              <a:xfrm>
                <a:off x="1447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89" name="Rectangle 2088"/>
              <p:cNvSpPr/>
              <p:nvPr/>
            </p:nvSpPr>
            <p:spPr bwMode="auto">
              <a:xfrm>
                <a:off x="1143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0" name="Rectangle 2089"/>
              <p:cNvSpPr/>
              <p:nvPr/>
            </p:nvSpPr>
            <p:spPr bwMode="auto">
              <a:xfrm>
                <a:off x="1219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1" name="Rectangle 2090"/>
              <p:cNvSpPr/>
              <p:nvPr/>
            </p:nvSpPr>
            <p:spPr bwMode="auto">
              <a:xfrm>
                <a:off x="1295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2" name="Rectangle 2091"/>
              <p:cNvSpPr/>
              <p:nvPr/>
            </p:nvSpPr>
            <p:spPr bwMode="auto">
              <a:xfrm>
                <a:off x="1295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3" name="Rectangle 2092"/>
              <p:cNvSpPr/>
              <p:nvPr/>
            </p:nvSpPr>
            <p:spPr bwMode="auto">
              <a:xfrm>
                <a:off x="1143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4" name="Rectangle 2093"/>
              <p:cNvSpPr/>
              <p:nvPr/>
            </p:nvSpPr>
            <p:spPr bwMode="auto">
              <a:xfrm>
                <a:off x="1219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5" name="Rectangle 2094"/>
              <p:cNvSpPr/>
              <p:nvPr/>
            </p:nvSpPr>
            <p:spPr bwMode="auto">
              <a:xfrm>
                <a:off x="1066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6" name="Rectangle 2095"/>
              <p:cNvSpPr/>
              <p:nvPr/>
            </p:nvSpPr>
            <p:spPr bwMode="auto">
              <a:xfrm>
                <a:off x="1143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7" name="Rectangle 2096"/>
              <p:cNvSpPr/>
              <p:nvPr/>
            </p:nvSpPr>
            <p:spPr bwMode="auto">
              <a:xfrm>
                <a:off x="1066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8" name="Rectangle 2097"/>
              <p:cNvSpPr/>
              <p:nvPr/>
            </p:nvSpPr>
            <p:spPr bwMode="auto">
              <a:xfrm>
                <a:off x="1143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099" name="Rectangle 2098"/>
              <p:cNvSpPr/>
              <p:nvPr/>
            </p:nvSpPr>
            <p:spPr bwMode="auto">
              <a:xfrm>
                <a:off x="1219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0" name="Rectangle 2099"/>
              <p:cNvSpPr/>
              <p:nvPr/>
            </p:nvSpPr>
            <p:spPr bwMode="auto">
              <a:xfrm>
                <a:off x="1219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1" name="Rectangle 2100"/>
              <p:cNvSpPr/>
              <p:nvPr/>
            </p:nvSpPr>
            <p:spPr bwMode="auto">
              <a:xfrm>
                <a:off x="1066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2" name="Rectangle 2101"/>
              <p:cNvSpPr/>
              <p:nvPr/>
            </p:nvSpPr>
            <p:spPr bwMode="auto">
              <a:xfrm>
                <a:off x="1143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3" name="Rectangle 2102"/>
              <p:cNvSpPr/>
              <p:nvPr/>
            </p:nvSpPr>
            <p:spPr bwMode="auto">
              <a:xfrm>
                <a:off x="1219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4" name="Rectangle 2103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5" name="Rectangle 2104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6" name="Rectangle 2105"/>
              <p:cNvSpPr/>
              <p:nvPr/>
            </p:nvSpPr>
            <p:spPr bwMode="auto">
              <a:xfrm>
                <a:off x="1066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7" name="Rectangle 2106"/>
              <p:cNvSpPr/>
              <p:nvPr/>
            </p:nvSpPr>
            <p:spPr bwMode="auto">
              <a:xfrm>
                <a:off x="1143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8" name="Rectangle 2107"/>
              <p:cNvSpPr/>
              <p:nvPr/>
            </p:nvSpPr>
            <p:spPr bwMode="auto">
              <a:xfrm>
                <a:off x="1066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09" name="Rectangle 2108"/>
              <p:cNvSpPr/>
              <p:nvPr/>
            </p:nvSpPr>
            <p:spPr bwMode="auto">
              <a:xfrm>
                <a:off x="1143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0" name="Rectangle 2109"/>
              <p:cNvSpPr/>
              <p:nvPr/>
            </p:nvSpPr>
            <p:spPr bwMode="auto">
              <a:xfrm>
                <a:off x="1219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1" name="Rectangle 2110"/>
              <p:cNvSpPr/>
              <p:nvPr/>
            </p:nvSpPr>
            <p:spPr bwMode="auto">
              <a:xfrm>
                <a:off x="1219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2" name="Rectangle 2111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3" name="Rectangle 2112"/>
              <p:cNvSpPr/>
              <p:nvPr/>
            </p:nvSpPr>
            <p:spPr bwMode="auto">
              <a:xfrm>
                <a:off x="1066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4" name="Rectangle 2113"/>
              <p:cNvSpPr/>
              <p:nvPr/>
            </p:nvSpPr>
            <p:spPr bwMode="auto">
              <a:xfrm>
                <a:off x="11430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5" name="Rectangle 2114"/>
              <p:cNvSpPr/>
              <p:nvPr/>
            </p:nvSpPr>
            <p:spPr bwMode="auto">
              <a:xfrm>
                <a:off x="12192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6" name="Rectangle 2115"/>
              <p:cNvSpPr/>
              <p:nvPr/>
            </p:nvSpPr>
            <p:spPr bwMode="auto">
              <a:xfrm>
                <a:off x="1066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7" name="Rectangle 2116"/>
              <p:cNvSpPr/>
              <p:nvPr/>
            </p:nvSpPr>
            <p:spPr bwMode="auto">
              <a:xfrm>
                <a:off x="11430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8" name="Rectangle 2117"/>
              <p:cNvSpPr/>
              <p:nvPr/>
            </p:nvSpPr>
            <p:spPr bwMode="auto">
              <a:xfrm>
                <a:off x="12192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19" name="Rectangle 2118"/>
              <p:cNvSpPr/>
              <p:nvPr/>
            </p:nvSpPr>
            <p:spPr bwMode="auto">
              <a:xfrm>
                <a:off x="16764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0" name="Rectangle 2119"/>
              <p:cNvSpPr/>
              <p:nvPr/>
            </p:nvSpPr>
            <p:spPr bwMode="auto">
              <a:xfrm>
                <a:off x="17526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1" name="Rectangle 2120"/>
              <p:cNvSpPr/>
              <p:nvPr/>
            </p:nvSpPr>
            <p:spPr bwMode="auto">
              <a:xfrm>
                <a:off x="1828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2" name="Rectangle 2121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3" name="Rectangle 2122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4" name="Rectangle 2123"/>
              <p:cNvSpPr/>
              <p:nvPr/>
            </p:nvSpPr>
            <p:spPr bwMode="auto">
              <a:xfrm>
                <a:off x="16764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5" name="Rectangle 2124"/>
              <p:cNvSpPr/>
              <p:nvPr/>
            </p:nvSpPr>
            <p:spPr bwMode="auto">
              <a:xfrm>
                <a:off x="17526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6" name="Rectangle 2125"/>
              <p:cNvSpPr/>
              <p:nvPr/>
            </p:nvSpPr>
            <p:spPr bwMode="auto">
              <a:xfrm>
                <a:off x="1828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7" name="Rectangle 2126"/>
              <p:cNvSpPr/>
              <p:nvPr/>
            </p:nvSpPr>
            <p:spPr bwMode="auto">
              <a:xfrm>
                <a:off x="1752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8" name="Rectangle 2127"/>
              <p:cNvSpPr/>
              <p:nvPr/>
            </p:nvSpPr>
            <p:spPr bwMode="auto">
              <a:xfrm>
                <a:off x="1828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29" name="Rectangle 2128"/>
              <p:cNvSpPr/>
              <p:nvPr/>
            </p:nvSpPr>
            <p:spPr bwMode="auto">
              <a:xfrm>
                <a:off x="1295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0" name="Rectangle 2129"/>
              <p:cNvSpPr/>
              <p:nvPr/>
            </p:nvSpPr>
            <p:spPr bwMode="auto">
              <a:xfrm>
                <a:off x="1371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1" name="Rectangle 2130"/>
              <p:cNvSpPr/>
              <p:nvPr/>
            </p:nvSpPr>
            <p:spPr bwMode="auto">
              <a:xfrm>
                <a:off x="1447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2" name="Rectangle 2131"/>
              <p:cNvSpPr/>
              <p:nvPr/>
            </p:nvSpPr>
            <p:spPr bwMode="auto">
              <a:xfrm>
                <a:off x="1524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3" name="Rectangle 2132"/>
              <p:cNvSpPr/>
              <p:nvPr/>
            </p:nvSpPr>
            <p:spPr bwMode="auto">
              <a:xfrm>
                <a:off x="1600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4" name="Rectangle 2133"/>
              <p:cNvSpPr/>
              <p:nvPr/>
            </p:nvSpPr>
            <p:spPr bwMode="auto">
              <a:xfrm>
                <a:off x="1676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5" name="Rectangle 2134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6" name="Rectangle 2135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7" name="Rectangle 2136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8" name="Rectangle 2137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39" name="Rectangle 2138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0" name="Rectangle 2139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1" name="Rectangle 2140"/>
              <p:cNvSpPr/>
              <p:nvPr/>
            </p:nvSpPr>
            <p:spPr bwMode="auto">
              <a:xfrm>
                <a:off x="1295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2" name="Rectangle 2141"/>
              <p:cNvSpPr/>
              <p:nvPr/>
            </p:nvSpPr>
            <p:spPr bwMode="auto">
              <a:xfrm>
                <a:off x="1371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3" name="Rectangle 2142"/>
              <p:cNvSpPr/>
              <p:nvPr/>
            </p:nvSpPr>
            <p:spPr bwMode="auto">
              <a:xfrm>
                <a:off x="1447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4" name="Rectangle 2143"/>
              <p:cNvSpPr/>
              <p:nvPr/>
            </p:nvSpPr>
            <p:spPr bwMode="auto">
              <a:xfrm>
                <a:off x="1524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5" name="Rectangle 2144"/>
              <p:cNvSpPr/>
              <p:nvPr/>
            </p:nvSpPr>
            <p:spPr bwMode="auto">
              <a:xfrm>
                <a:off x="1600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46" name="Rectangle 2145"/>
              <p:cNvSpPr/>
              <p:nvPr/>
            </p:nvSpPr>
            <p:spPr bwMode="auto">
              <a:xfrm>
                <a:off x="1676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2031" name="Group 1908"/>
            <p:cNvGrpSpPr/>
            <p:nvPr/>
          </p:nvGrpSpPr>
          <p:grpSpPr>
            <a:xfrm>
              <a:off x="990600" y="1217612"/>
              <a:ext cx="914400" cy="1146176"/>
              <a:chOff x="990600" y="1217612"/>
              <a:chExt cx="914400" cy="1146176"/>
            </a:xfrm>
          </p:grpSpPr>
          <p:cxnSp>
            <p:nvCxnSpPr>
              <p:cNvPr id="2032" name="Straight Connector 2031"/>
              <p:cNvCxnSpPr/>
              <p:nvPr/>
            </p:nvCxnSpPr>
            <p:spPr bwMode="auto">
              <a:xfrm rot="16200000" flipH="1">
                <a:off x="419894" y="1790700"/>
                <a:ext cx="1143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3" name="Straight Connector 2032"/>
              <p:cNvCxnSpPr/>
              <p:nvPr/>
            </p:nvCxnSpPr>
            <p:spPr bwMode="auto">
              <a:xfrm>
                <a:off x="990600" y="2362200"/>
                <a:ext cx="838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4" name="Straight Connector 2033"/>
              <p:cNvCxnSpPr/>
              <p:nvPr/>
            </p:nvCxnSpPr>
            <p:spPr bwMode="auto">
              <a:xfrm rot="5400000">
                <a:off x="1600994" y="2133600"/>
                <a:ext cx="457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5" name="Straight Connector 2034"/>
              <p:cNvCxnSpPr/>
              <p:nvPr/>
            </p:nvCxnSpPr>
            <p:spPr bwMode="auto">
              <a:xfrm>
                <a:off x="1600200" y="1903412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6" name="Straight Connector 2035"/>
              <p:cNvCxnSpPr/>
              <p:nvPr/>
            </p:nvCxnSpPr>
            <p:spPr bwMode="auto">
              <a:xfrm rot="5400000">
                <a:off x="1485106" y="20193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7" name="Straight Connector 2036"/>
              <p:cNvCxnSpPr/>
              <p:nvPr/>
            </p:nvCxnSpPr>
            <p:spPr bwMode="auto">
              <a:xfrm rot="5400000">
                <a:off x="875506" y="17907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8" name="Straight Connector 2037"/>
              <p:cNvCxnSpPr/>
              <p:nvPr/>
            </p:nvCxnSpPr>
            <p:spPr bwMode="auto">
              <a:xfrm>
                <a:off x="1219200" y="2132012"/>
                <a:ext cx="381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39" name="Straight Connector 2038"/>
              <p:cNvCxnSpPr/>
              <p:nvPr/>
            </p:nvCxnSpPr>
            <p:spPr bwMode="auto">
              <a:xfrm rot="10800000">
                <a:off x="1219200" y="14478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40" name="Straight Connector 2039"/>
              <p:cNvCxnSpPr/>
              <p:nvPr/>
            </p:nvCxnSpPr>
            <p:spPr bwMode="auto">
              <a:xfrm rot="5400000">
                <a:off x="1789905" y="13335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41" name="Straight Connector 2040"/>
              <p:cNvCxnSpPr/>
              <p:nvPr/>
            </p:nvCxnSpPr>
            <p:spPr bwMode="auto">
              <a:xfrm>
                <a:off x="990600" y="1217612"/>
                <a:ext cx="9144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147" name="Group 2146"/>
          <p:cNvGrpSpPr/>
          <p:nvPr/>
        </p:nvGrpSpPr>
        <p:grpSpPr>
          <a:xfrm>
            <a:off x="2362200" y="5029200"/>
            <a:ext cx="914400" cy="1146176"/>
            <a:chOff x="990600" y="1217612"/>
            <a:chExt cx="914400" cy="1146176"/>
          </a:xfrm>
        </p:grpSpPr>
        <p:grpSp>
          <p:nvGrpSpPr>
            <p:cNvPr id="2148" name="Group 1133"/>
            <p:cNvGrpSpPr/>
            <p:nvPr/>
          </p:nvGrpSpPr>
          <p:grpSpPr>
            <a:xfrm>
              <a:off x="990600" y="1219200"/>
              <a:ext cx="914400" cy="1143000"/>
              <a:chOff x="1066800" y="3505200"/>
              <a:chExt cx="914400" cy="1143000"/>
            </a:xfrm>
          </p:grpSpPr>
          <p:sp>
            <p:nvSpPr>
              <p:cNvPr id="2160" name="Rectangle 2159"/>
              <p:cNvSpPr/>
              <p:nvPr/>
            </p:nvSpPr>
            <p:spPr bwMode="auto">
              <a:xfrm>
                <a:off x="1828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1" name="Rectangle 2160"/>
              <p:cNvSpPr/>
              <p:nvPr/>
            </p:nvSpPr>
            <p:spPr bwMode="auto">
              <a:xfrm>
                <a:off x="1905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2" name="Rectangle 2161"/>
              <p:cNvSpPr/>
              <p:nvPr/>
            </p:nvSpPr>
            <p:spPr bwMode="auto">
              <a:xfrm>
                <a:off x="1066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3" name="Rectangle 2162"/>
              <p:cNvSpPr/>
              <p:nvPr/>
            </p:nvSpPr>
            <p:spPr bwMode="auto">
              <a:xfrm>
                <a:off x="1143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4" name="Rectangle 2163"/>
              <p:cNvSpPr/>
              <p:nvPr/>
            </p:nvSpPr>
            <p:spPr bwMode="auto">
              <a:xfrm>
                <a:off x="1066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5" name="Rectangle 2164"/>
              <p:cNvSpPr/>
              <p:nvPr/>
            </p:nvSpPr>
            <p:spPr bwMode="auto">
              <a:xfrm>
                <a:off x="1066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6" name="Rectangle 2165"/>
              <p:cNvSpPr/>
              <p:nvPr/>
            </p:nvSpPr>
            <p:spPr bwMode="auto">
              <a:xfrm>
                <a:off x="1143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7" name="Rectangle 2166"/>
              <p:cNvSpPr/>
              <p:nvPr/>
            </p:nvSpPr>
            <p:spPr bwMode="auto">
              <a:xfrm>
                <a:off x="1752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8" name="Rectangle 2167"/>
              <p:cNvSpPr/>
              <p:nvPr/>
            </p:nvSpPr>
            <p:spPr bwMode="auto">
              <a:xfrm>
                <a:off x="1752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69" name="Rectangle 2168"/>
              <p:cNvSpPr/>
              <p:nvPr/>
            </p:nvSpPr>
            <p:spPr bwMode="auto">
              <a:xfrm>
                <a:off x="1828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0" name="Rectangle 2169"/>
              <p:cNvSpPr/>
              <p:nvPr/>
            </p:nvSpPr>
            <p:spPr bwMode="auto">
              <a:xfrm>
                <a:off x="1828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1" name="Rectangle 2170"/>
              <p:cNvSpPr/>
              <p:nvPr/>
            </p:nvSpPr>
            <p:spPr bwMode="auto">
              <a:xfrm>
                <a:off x="1905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2" name="Rectangle 2171"/>
              <p:cNvSpPr/>
              <p:nvPr/>
            </p:nvSpPr>
            <p:spPr bwMode="auto">
              <a:xfrm>
                <a:off x="1905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3" name="Rectangle 2172"/>
              <p:cNvSpPr/>
              <p:nvPr/>
            </p:nvSpPr>
            <p:spPr bwMode="auto">
              <a:xfrm>
                <a:off x="1066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4" name="Rectangle 2173"/>
              <p:cNvSpPr/>
              <p:nvPr/>
            </p:nvSpPr>
            <p:spPr bwMode="auto">
              <a:xfrm>
                <a:off x="16764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5" name="Rectangle 2174"/>
              <p:cNvSpPr/>
              <p:nvPr/>
            </p:nvSpPr>
            <p:spPr bwMode="auto">
              <a:xfrm>
                <a:off x="17526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6" name="Rectangle 2175"/>
              <p:cNvSpPr/>
              <p:nvPr/>
            </p:nvSpPr>
            <p:spPr bwMode="auto">
              <a:xfrm>
                <a:off x="1752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7" name="Rectangle 2176"/>
              <p:cNvSpPr/>
              <p:nvPr/>
            </p:nvSpPr>
            <p:spPr bwMode="auto">
              <a:xfrm>
                <a:off x="1066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8" name="Rectangle 2177"/>
              <p:cNvSpPr/>
              <p:nvPr/>
            </p:nvSpPr>
            <p:spPr bwMode="auto">
              <a:xfrm>
                <a:off x="11430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79" name="Rectangle 2178"/>
              <p:cNvSpPr/>
              <p:nvPr/>
            </p:nvSpPr>
            <p:spPr bwMode="auto">
              <a:xfrm>
                <a:off x="12192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0" name="Rectangle 2179"/>
              <p:cNvSpPr/>
              <p:nvPr/>
            </p:nvSpPr>
            <p:spPr bwMode="auto">
              <a:xfrm>
                <a:off x="1143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1" name="Rectangle 2180"/>
              <p:cNvSpPr/>
              <p:nvPr/>
            </p:nvSpPr>
            <p:spPr bwMode="auto">
              <a:xfrm>
                <a:off x="1219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2" name="Rectangle 2181"/>
              <p:cNvSpPr/>
              <p:nvPr/>
            </p:nvSpPr>
            <p:spPr bwMode="auto">
              <a:xfrm>
                <a:off x="1295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3" name="Rectangle 2182"/>
              <p:cNvSpPr/>
              <p:nvPr/>
            </p:nvSpPr>
            <p:spPr bwMode="auto">
              <a:xfrm>
                <a:off x="1066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4" name="Rectangle 2183"/>
              <p:cNvSpPr/>
              <p:nvPr/>
            </p:nvSpPr>
            <p:spPr bwMode="auto">
              <a:xfrm>
                <a:off x="1066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5" name="Rectangle 2184"/>
              <p:cNvSpPr/>
              <p:nvPr/>
            </p:nvSpPr>
            <p:spPr bwMode="auto">
              <a:xfrm>
                <a:off x="1143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6" name="Rectangle 2185"/>
              <p:cNvSpPr/>
              <p:nvPr/>
            </p:nvSpPr>
            <p:spPr bwMode="auto">
              <a:xfrm>
                <a:off x="1219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7" name="Rectangle 2186"/>
              <p:cNvSpPr/>
              <p:nvPr/>
            </p:nvSpPr>
            <p:spPr bwMode="auto">
              <a:xfrm>
                <a:off x="1600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8" name="Rectangle 2187"/>
              <p:cNvSpPr/>
              <p:nvPr/>
            </p:nvSpPr>
            <p:spPr bwMode="auto">
              <a:xfrm>
                <a:off x="1676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89" name="Rectangle 2188"/>
              <p:cNvSpPr/>
              <p:nvPr/>
            </p:nvSpPr>
            <p:spPr bwMode="auto">
              <a:xfrm>
                <a:off x="1371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0" name="Rectangle 2189"/>
              <p:cNvSpPr/>
              <p:nvPr/>
            </p:nvSpPr>
            <p:spPr bwMode="auto">
              <a:xfrm>
                <a:off x="1447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1" name="Rectangle 2190"/>
              <p:cNvSpPr/>
              <p:nvPr/>
            </p:nvSpPr>
            <p:spPr bwMode="auto">
              <a:xfrm>
                <a:off x="1524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2" name="Rectangle 2191"/>
              <p:cNvSpPr/>
              <p:nvPr/>
            </p:nvSpPr>
            <p:spPr bwMode="auto">
              <a:xfrm>
                <a:off x="1600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3" name="Rectangle 2192"/>
              <p:cNvSpPr/>
              <p:nvPr/>
            </p:nvSpPr>
            <p:spPr bwMode="auto">
              <a:xfrm>
                <a:off x="1676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4" name="Rectangle 2193"/>
              <p:cNvSpPr/>
              <p:nvPr/>
            </p:nvSpPr>
            <p:spPr bwMode="auto">
              <a:xfrm>
                <a:off x="1371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5" name="Rectangle 2194"/>
              <p:cNvSpPr/>
              <p:nvPr/>
            </p:nvSpPr>
            <p:spPr bwMode="auto">
              <a:xfrm>
                <a:off x="1447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6" name="Rectangle 2195"/>
              <p:cNvSpPr/>
              <p:nvPr/>
            </p:nvSpPr>
            <p:spPr bwMode="auto">
              <a:xfrm>
                <a:off x="1524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7" name="Rectangle 2196"/>
              <p:cNvSpPr/>
              <p:nvPr/>
            </p:nvSpPr>
            <p:spPr bwMode="auto">
              <a:xfrm>
                <a:off x="1600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8" name="Rectangle 2197"/>
              <p:cNvSpPr/>
              <p:nvPr/>
            </p:nvSpPr>
            <p:spPr bwMode="auto">
              <a:xfrm>
                <a:off x="1676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199" name="Rectangle 2198"/>
              <p:cNvSpPr/>
              <p:nvPr/>
            </p:nvSpPr>
            <p:spPr bwMode="auto">
              <a:xfrm>
                <a:off x="1219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0" name="Rectangle 2199"/>
              <p:cNvSpPr/>
              <p:nvPr/>
            </p:nvSpPr>
            <p:spPr bwMode="auto">
              <a:xfrm>
                <a:off x="1219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1" name="Rectangle 2200"/>
              <p:cNvSpPr/>
              <p:nvPr/>
            </p:nvSpPr>
            <p:spPr bwMode="auto">
              <a:xfrm>
                <a:off x="1828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2" name="Rectangle 2201"/>
              <p:cNvSpPr/>
              <p:nvPr/>
            </p:nvSpPr>
            <p:spPr bwMode="auto">
              <a:xfrm>
                <a:off x="1752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3" name="Rectangle 2202"/>
              <p:cNvSpPr/>
              <p:nvPr/>
            </p:nvSpPr>
            <p:spPr bwMode="auto">
              <a:xfrm>
                <a:off x="1828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4" name="Rectangle 2203"/>
              <p:cNvSpPr/>
              <p:nvPr/>
            </p:nvSpPr>
            <p:spPr bwMode="auto">
              <a:xfrm>
                <a:off x="1524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5" name="Rectangle 2204"/>
              <p:cNvSpPr/>
              <p:nvPr/>
            </p:nvSpPr>
            <p:spPr bwMode="auto">
              <a:xfrm>
                <a:off x="1371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6" name="Rectangle 2205"/>
              <p:cNvSpPr/>
              <p:nvPr/>
            </p:nvSpPr>
            <p:spPr bwMode="auto">
              <a:xfrm>
                <a:off x="1447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7" name="Rectangle 2206"/>
              <p:cNvSpPr/>
              <p:nvPr/>
            </p:nvSpPr>
            <p:spPr bwMode="auto">
              <a:xfrm>
                <a:off x="1143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8" name="Rectangle 2207"/>
              <p:cNvSpPr/>
              <p:nvPr/>
            </p:nvSpPr>
            <p:spPr bwMode="auto">
              <a:xfrm>
                <a:off x="1219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09" name="Rectangle 2208"/>
              <p:cNvSpPr/>
              <p:nvPr/>
            </p:nvSpPr>
            <p:spPr bwMode="auto">
              <a:xfrm>
                <a:off x="1295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0" name="Rectangle 2209"/>
              <p:cNvSpPr/>
              <p:nvPr/>
            </p:nvSpPr>
            <p:spPr bwMode="auto">
              <a:xfrm>
                <a:off x="1295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1" name="Rectangle 2210"/>
              <p:cNvSpPr/>
              <p:nvPr/>
            </p:nvSpPr>
            <p:spPr bwMode="auto">
              <a:xfrm>
                <a:off x="1143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2" name="Rectangle 2211"/>
              <p:cNvSpPr/>
              <p:nvPr/>
            </p:nvSpPr>
            <p:spPr bwMode="auto">
              <a:xfrm>
                <a:off x="1219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3" name="Rectangle 2212"/>
              <p:cNvSpPr/>
              <p:nvPr/>
            </p:nvSpPr>
            <p:spPr bwMode="auto">
              <a:xfrm>
                <a:off x="1066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4" name="Rectangle 2213"/>
              <p:cNvSpPr/>
              <p:nvPr/>
            </p:nvSpPr>
            <p:spPr bwMode="auto">
              <a:xfrm>
                <a:off x="1143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5" name="Rectangle 2214"/>
              <p:cNvSpPr/>
              <p:nvPr/>
            </p:nvSpPr>
            <p:spPr bwMode="auto">
              <a:xfrm>
                <a:off x="1066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6" name="Rectangle 2215"/>
              <p:cNvSpPr/>
              <p:nvPr/>
            </p:nvSpPr>
            <p:spPr bwMode="auto">
              <a:xfrm>
                <a:off x="1143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7" name="Rectangle 2216"/>
              <p:cNvSpPr/>
              <p:nvPr/>
            </p:nvSpPr>
            <p:spPr bwMode="auto">
              <a:xfrm>
                <a:off x="1219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8" name="Rectangle 2217"/>
              <p:cNvSpPr/>
              <p:nvPr/>
            </p:nvSpPr>
            <p:spPr bwMode="auto">
              <a:xfrm>
                <a:off x="1219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19" name="Rectangle 2218"/>
              <p:cNvSpPr/>
              <p:nvPr/>
            </p:nvSpPr>
            <p:spPr bwMode="auto">
              <a:xfrm>
                <a:off x="1066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0" name="Rectangle 2219"/>
              <p:cNvSpPr/>
              <p:nvPr/>
            </p:nvSpPr>
            <p:spPr bwMode="auto">
              <a:xfrm>
                <a:off x="1143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1" name="Rectangle 2220"/>
              <p:cNvSpPr/>
              <p:nvPr/>
            </p:nvSpPr>
            <p:spPr bwMode="auto">
              <a:xfrm>
                <a:off x="1219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2" name="Rectangle 2221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3" name="Rectangle 2222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4" name="Rectangle 2223"/>
              <p:cNvSpPr/>
              <p:nvPr/>
            </p:nvSpPr>
            <p:spPr bwMode="auto">
              <a:xfrm>
                <a:off x="1066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5" name="Rectangle 2224"/>
              <p:cNvSpPr/>
              <p:nvPr/>
            </p:nvSpPr>
            <p:spPr bwMode="auto">
              <a:xfrm>
                <a:off x="1143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6" name="Rectangle 2225"/>
              <p:cNvSpPr/>
              <p:nvPr/>
            </p:nvSpPr>
            <p:spPr bwMode="auto">
              <a:xfrm>
                <a:off x="1066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7" name="Rectangle 2226"/>
              <p:cNvSpPr/>
              <p:nvPr/>
            </p:nvSpPr>
            <p:spPr bwMode="auto">
              <a:xfrm>
                <a:off x="1143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8" name="Rectangle 2227"/>
              <p:cNvSpPr/>
              <p:nvPr/>
            </p:nvSpPr>
            <p:spPr bwMode="auto">
              <a:xfrm>
                <a:off x="1219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29" name="Rectangle 2228"/>
              <p:cNvSpPr/>
              <p:nvPr/>
            </p:nvSpPr>
            <p:spPr bwMode="auto">
              <a:xfrm>
                <a:off x="1219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0" name="Rectangle 2229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1" name="Rectangle 2230"/>
              <p:cNvSpPr/>
              <p:nvPr/>
            </p:nvSpPr>
            <p:spPr bwMode="auto">
              <a:xfrm>
                <a:off x="1066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2" name="Rectangle 2231"/>
              <p:cNvSpPr/>
              <p:nvPr/>
            </p:nvSpPr>
            <p:spPr bwMode="auto">
              <a:xfrm>
                <a:off x="11430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3" name="Rectangle 2232"/>
              <p:cNvSpPr/>
              <p:nvPr/>
            </p:nvSpPr>
            <p:spPr bwMode="auto">
              <a:xfrm>
                <a:off x="12192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4" name="Rectangle 2233"/>
              <p:cNvSpPr/>
              <p:nvPr/>
            </p:nvSpPr>
            <p:spPr bwMode="auto">
              <a:xfrm>
                <a:off x="1066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5" name="Rectangle 2234"/>
              <p:cNvSpPr/>
              <p:nvPr/>
            </p:nvSpPr>
            <p:spPr bwMode="auto">
              <a:xfrm>
                <a:off x="11430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6" name="Rectangle 2235"/>
              <p:cNvSpPr/>
              <p:nvPr/>
            </p:nvSpPr>
            <p:spPr bwMode="auto">
              <a:xfrm>
                <a:off x="12192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7" name="Rectangle 2236"/>
              <p:cNvSpPr/>
              <p:nvPr/>
            </p:nvSpPr>
            <p:spPr bwMode="auto">
              <a:xfrm>
                <a:off x="16764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8" name="Rectangle 2237"/>
              <p:cNvSpPr/>
              <p:nvPr/>
            </p:nvSpPr>
            <p:spPr bwMode="auto">
              <a:xfrm>
                <a:off x="17526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39" name="Rectangle 2238"/>
              <p:cNvSpPr/>
              <p:nvPr/>
            </p:nvSpPr>
            <p:spPr bwMode="auto">
              <a:xfrm>
                <a:off x="1828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0" name="Rectangle 2239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1" name="Rectangle 2240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2" name="Rectangle 2241"/>
              <p:cNvSpPr/>
              <p:nvPr/>
            </p:nvSpPr>
            <p:spPr bwMode="auto">
              <a:xfrm>
                <a:off x="16764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3" name="Rectangle 2242"/>
              <p:cNvSpPr/>
              <p:nvPr/>
            </p:nvSpPr>
            <p:spPr bwMode="auto">
              <a:xfrm>
                <a:off x="17526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4" name="Rectangle 2243"/>
              <p:cNvSpPr/>
              <p:nvPr/>
            </p:nvSpPr>
            <p:spPr bwMode="auto">
              <a:xfrm>
                <a:off x="1828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5" name="Rectangle 2244"/>
              <p:cNvSpPr/>
              <p:nvPr/>
            </p:nvSpPr>
            <p:spPr bwMode="auto">
              <a:xfrm>
                <a:off x="1752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6" name="Rectangle 2245"/>
              <p:cNvSpPr/>
              <p:nvPr/>
            </p:nvSpPr>
            <p:spPr bwMode="auto">
              <a:xfrm>
                <a:off x="1828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7" name="Rectangle 2246"/>
              <p:cNvSpPr/>
              <p:nvPr/>
            </p:nvSpPr>
            <p:spPr bwMode="auto">
              <a:xfrm>
                <a:off x="1295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8" name="Rectangle 2247"/>
              <p:cNvSpPr/>
              <p:nvPr/>
            </p:nvSpPr>
            <p:spPr bwMode="auto">
              <a:xfrm>
                <a:off x="1371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49" name="Rectangle 2248"/>
              <p:cNvSpPr/>
              <p:nvPr/>
            </p:nvSpPr>
            <p:spPr bwMode="auto">
              <a:xfrm>
                <a:off x="1447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0" name="Rectangle 2249"/>
              <p:cNvSpPr/>
              <p:nvPr/>
            </p:nvSpPr>
            <p:spPr bwMode="auto">
              <a:xfrm>
                <a:off x="1524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1" name="Rectangle 2250"/>
              <p:cNvSpPr/>
              <p:nvPr/>
            </p:nvSpPr>
            <p:spPr bwMode="auto">
              <a:xfrm>
                <a:off x="1600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2" name="Rectangle 2251"/>
              <p:cNvSpPr/>
              <p:nvPr/>
            </p:nvSpPr>
            <p:spPr bwMode="auto">
              <a:xfrm>
                <a:off x="1676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3" name="Rectangle 2252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4" name="Rectangle 2253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5" name="Rectangle 2254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6" name="Rectangle 2255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7" name="Rectangle 2256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8" name="Rectangle 2257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59" name="Rectangle 2258"/>
              <p:cNvSpPr/>
              <p:nvPr/>
            </p:nvSpPr>
            <p:spPr bwMode="auto">
              <a:xfrm>
                <a:off x="1295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60" name="Rectangle 2259"/>
              <p:cNvSpPr/>
              <p:nvPr/>
            </p:nvSpPr>
            <p:spPr bwMode="auto">
              <a:xfrm>
                <a:off x="1371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61" name="Rectangle 2260"/>
              <p:cNvSpPr/>
              <p:nvPr/>
            </p:nvSpPr>
            <p:spPr bwMode="auto">
              <a:xfrm>
                <a:off x="1447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62" name="Rectangle 2261"/>
              <p:cNvSpPr/>
              <p:nvPr/>
            </p:nvSpPr>
            <p:spPr bwMode="auto">
              <a:xfrm>
                <a:off x="1524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63" name="Rectangle 2262"/>
              <p:cNvSpPr/>
              <p:nvPr/>
            </p:nvSpPr>
            <p:spPr bwMode="auto">
              <a:xfrm>
                <a:off x="1600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64" name="Rectangle 2263"/>
              <p:cNvSpPr/>
              <p:nvPr/>
            </p:nvSpPr>
            <p:spPr bwMode="auto">
              <a:xfrm>
                <a:off x="1676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2149" name="Group 1908"/>
            <p:cNvGrpSpPr/>
            <p:nvPr/>
          </p:nvGrpSpPr>
          <p:grpSpPr>
            <a:xfrm>
              <a:off x="990600" y="1217612"/>
              <a:ext cx="914400" cy="1146176"/>
              <a:chOff x="990600" y="1217612"/>
              <a:chExt cx="914400" cy="1146176"/>
            </a:xfrm>
          </p:grpSpPr>
          <p:cxnSp>
            <p:nvCxnSpPr>
              <p:cNvPr id="2150" name="Straight Connector 2149"/>
              <p:cNvCxnSpPr/>
              <p:nvPr/>
            </p:nvCxnSpPr>
            <p:spPr bwMode="auto">
              <a:xfrm rot="16200000" flipH="1">
                <a:off x="419894" y="1790700"/>
                <a:ext cx="1143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1" name="Straight Connector 2150"/>
              <p:cNvCxnSpPr/>
              <p:nvPr/>
            </p:nvCxnSpPr>
            <p:spPr bwMode="auto">
              <a:xfrm>
                <a:off x="990600" y="2362200"/>
                <a:ext cx="838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2" name="Straight Connector 2151"/>
              <p:cNvCxnSpPr/>
              <p:nvPr/>
            </p:nvCxnSpPr>
            <p:spPr bwMode="auto">
              <a:xfrm rot="5400000">
                <a:off x="1600994" y="2133600"/>
                <a:ext cx="457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3" name="Straight Connector 2152"/>
              <p:cNvCxnSpPr/>
              <p:nvPr/>
            </p:nvCxnSpPr>
            <p:spPr bwMode="auto">
              <a:xfrm>
                <a:off x="1600200" y="1903412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4" name="Straight Connector 2153"/>
              <p:cNvCxnSpPr/>
              <p:nvPr/>
            </p:nvCxnSpPr>
            <p:spPr bwMode="auto">
              <a:xfrm rot="5400000">
                <a:off x="1485106" y="20193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5" name="Straight Connector 2154"/>
              <p:cNvCxnSpPr/>
              <p:nvPr/>
            </p:nvCxnSpPr>
            <p:spPr bwMode="auto">
              <a:xfrm rot="5400000">
                <a:off x="875506" y="17907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6" name="Straight Connector 2155"/>
              <p:cNvCxnSpPr/>
              <p:nvPr/>
            </p:nvCxnSpPr>
            <p:spPr bwMode="auto">
              <a:xfrm>
                <a:off x="1219200" y="2132012"/>
                <a:ext cx="381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7" name="Straight Connector 2156"/>
              <p:cNvCxnSpPr/>
              <p:nvPr/>
            </p:nvCxnSpPr>
            <p:spPr bwMode="auto">
              <a:xfrm rot="10800000">
                <a:off x="1219200" y="14478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8" name="Straight Connector 2157"/>
              <p:cNvCxnSpPr/>
              <p:nvPr/>
            </p:nvCxnSpPr>
            <p:spPr bwMode="auto">
              <a:xfrm rot="5400000">
                <a:off x="1789905" y="13335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59" name="Straight Connector 2158"/>
              <p:cNvCxnSpPr/>
              <p:nvPr/>
            </p:nvCxnSpPr>
            <p:spPr bwMode="auto">
              <a:xfrm>
                <a:off x="990600" y="1217612"/>
                <a:ext cx="9144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265" name="Group 2264"/>
          <p:cNvGrpSpPr/>
          <p:nvPr/>
        </p:nvGrpSpPr>
        <p:grpSpPr>
          <a:xfrm>
            <a:off x="4724400" y="5029200"/>
            <a:ext cx="914400" cy="1146176"/>
            <a:chOff x="990600" y="1217612"/>
            <a:chExt cx="914400" cy="1146176"/>
          </a:xfrm>
        </p:grpSpPr>
        <p:grpSp>
          <p:nvGrpSpPr>
            <p:cNvPr id="2266" name="Group 1133"/>
            <p:cNvGrpSpPr/>
            <p:nvPr/>
          </p:nvGrpSpPr>
          <p:grpSpPr>
            <a:xfrm>
              <a:off x="990600" y="1219200"/>
              <a:ext cx="914400" cy="1143000"/>
              <a:chOff x="1066800" y="3505200"/>
              <a:chExt cx="914400" cy="1143000"/>
            </a:xfrm>
          </p:grpSpPr>
          <p:sp>
            <p:nvSpPr>
              <p:cNvPr id="2278" name="Rectangle 2277"/>
              <p:cNvSpPr/>
              <p:nvPr/>
            </p:nvSpPr>
            <p:spPr bwMode="auto">
              <a:xfrm>
                <a:off x="1828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79" name="Rectangle 2278"/>
              <p:cNvSpPr/>
              <p:nvPr/>
            </p:nvSpPr>
            <p:spPr bwMode="auto">
              <a:xfrm>
                <a:off x="1905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0" name="Rectangle 2279"/>
              <p:cNvSpPr/>
              <p:nvPr/>
            </p:nvSpPr>
            <p:spPr bwMode="auto">
              <a:xfrm>
                <a:off x="1066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1" name="Rectangle 2280"/>
              <p:cNvSpPr/>
              <p:nvPr/>
            </p:nvSpPr>
            <p:spPr bwMode="auto">
              <a:xfrm>
                <a:off x="1143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2" name="Rectangle 2281"/>
              <p:cNvSpPr/>
              <p:nvPr/>
            </p:nvSpPr>
            <p:spPr bwMode="auto">
              <a:xfrm>
                <a:off x="1066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3" name="Rectangle 2282"/>
              <p:cNvSpPr/>
              <p:nvPr/>
            </p:nvSpPr>
            <p:spPr bwMode="auto">
              <a:xfrm>
                <a:off x="1066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4" name="Rectangle 2283"/>
              <p:cNvSpPr/>
              <p:nvPr/>
            </p:nvSpPr>
            <p:spPr bwMode="auto">
              <a:xfrm>
                <a:off x="1143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5" name="Rectangle 2284"/>
              <p:cNvSpPr/>
              <p:nvPr/>
            </p:nvSpPr>
            <p:spPr bwMode="auto">
              <a:xfrm>
                <a:off x="1752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6" name="Rectangle 2285"/>
              <p:cNvSpPr/>
              <p:nvPr/>
            </p:nvSpPr>
            <p:spPr bwMode="auto">
              <a:xfrm>
                <a:off x="1752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7" name="Rectangle 2286"/>
              <p:cNvSpPr/>
              <p:nvPr/>
            </p:nvSpPr>
            <p:spPr bwMode="auto">
              <a:xfrm>
                <a:off x="1828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8" name="Rectangle 2287"/>
              <p:cNvSpPr/>
              <p:nvPr/>
            </p:nvSpPr>
            <p:spPr bwMode="auto">
              <a:xfrm>
                <a:off x="1828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89" name="Rectangle 2288"/>
              <p:cNvSpPr/>
              <p:nvPr/>
            </p:nvSpPr>
            <p:spPr bwMode="auto">
              <a:xfrm>
                <a:off x="1905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0" name="Rectangle 2289"/>
              <p:cNvSpPr/>
              <p:nvPr/>
            </p:nvSpPr>
            <p:spPr bwMode="auto">
              <a:xfrm>
                <a:off x="1905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1" name="Rectangle 2290"/>
              <p:cNvSpPr/>
              <p:nvPr/>
            </p:nvSpPr>
            <p:spPr bwMode="auto">
              <a:xfrm>
                <a:off x="1066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2" name="Rectangle 2291"/>
              <p:cNvSpPr/>
              <p:nvPr/>
            </p:nvSpPr>
            <p:spPr bwMode="auto">
              <a:xfrm>
                <a:off x="16764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3" name="Rectangle 2292"/>
              <p:cNvSpPr/>
              <p:nvPr/>
            </p:nvSpPr>
            <p:spPr bwMode="auto">
              <a:xfrm>
                <a:off x="17526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4" name="Rectangle 2293"/>
              <p:cNvSpPr/>
              <p:nvPr/>
            </p:nvSpPr>
            <p:spPr bwMode="auto">
              <a:xfrm>
                <a:off x="1752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5" name="Rectangle 2294"/>
              <p:cNvSpPr/>
              <p:nvPr/>
            </p:nvSpPr>
            <p:spPr bwMode="auto">
              <a:xfrm>
                <a:off x="1066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6" name="Rectangle 2295"/>
              <p:cNvSpPr/>
              <p:nvPr/>
            </p:nvSpPr>
            <p:spPr bwMode="auto">
              <a:xfrm>
                <a:off x="11430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7" name="Rectangle 2296"/>
              <p:cNvSpPr/>
              <p:nvPr/>
            </p:nvSpPr>
            <p:spPr bwMode="auto">
              <a:xfrm>
                <a:off x="12192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8" name="Rectangle 2297"/>
              <p:cNvSpPr/>
              <p:nvPr/>
            </p:nvSpPr>
            <p:spPr bwMode="auto">
              <a:xfrm>
                <a:off x="1143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299" name="Rectangle 2298"/>
              <p:cNvSpPr/>
              <p:nvPr/>
            </p:nvSpPr>
            <p:spPr bwMode="auto">
              <a:xfrm>
                <a:off x="1219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0" name="Rectangle 2299"/>
              <p:cNvSpPr/>
              <p:nvPr/>
            </p:nvSpPr>
            <p:spPr bwMode="auto">
              <a:xfrm>
                <a:off x="1295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1" name="Rectangle 2300"/>
              <p:cNvSpPr/>
              <p:nvPr/>
            </p:nvSpPr>
            <p:spPr bwMode="auto">
              <a:xfrm>
                <a:off x="1066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2" name="Rectangle 2301"/>
              <p:cNvSpPr/>
              <p:nvPr/>
            </p:nvSpPr>
            <p:spPr bwMode="auto">
              <a:xfrm>
                <a:off x="1066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3" name="Rectangle 2302"/>
              <p:cNvSpPr/>
              <p:nvPr/>
            </p:nvSpPr>
            <p:spPr bwMode="auto">
              <a:xfrm>
                <a:off x="1143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4" name="Rectangle 2303"/>
              <p:cNvSpPr/>
              <p:nvPr/>
            </p:nvSpPr>
            <p:spPr bwMode="auto">
              <a:xfrm>
                <a:off x="1219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5" name="Rectangle 2304"/>
              <p:cNvSpPr/>
              <p:nvPr/>
            </p:nvSpPr>
            <p:spPr bwMode="auto">
              <a:xfrm>
                <a:off x="1600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6" name="Rectangle 2305"/>
              <p:cNvSpPr/>
              <p:nvPr/>
            </p:nvSpPr>
            <p:spPr bwMode="auto">
              <a:xfrm>
                <a:off x="1676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7" name="Rectangle 2306"/>
              <p:cNvSpPr/>
              <p:nvPr/>
            </p:nvSpPr>
            <p:spPr bwMode="auto">
              <a:xfrm>
                <a:off x="1371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8" name="Rectangle 2307"/>
              <p:cNvSpPr/>
              <p:nvPr/>
            </p:nvSpPr>
            <p:spPr bwMode="auto">
              <a:xfrm>
                <a:off x="1447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09" name="Rectangle 2308"/>
              <p:cNvSpPr/>
              <p:nvPr/>
            </p:nvSpPr>
            <p:spPr bwMode="auto">
              <a:xfrm>
                <a:off x="1524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0" name="Rectangle 2309"/>
              <p:cNvSpPr/>
              <p:nvPr/>
            </p:nvSpPr>
            <p:spPr bwMode="auto">
              <a:xfrm>
                <a:off x="1600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1" name="Rectangle 2310"/>
              <p:cNvSpPr/>
              <p:nvPr/>
            </p:nvSpPr>
            <p:spPr bwMode="auto">
              <a:xfrm>
                <a:off x="1676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2" name="Rectangle 2311"/>
              <p:cNvSpPr/>
              <p:nvPr/>
            </p:nvSpPr>
            <p:spPr bwMode="auto">
              <a:xfrm>
                <a:off x="1371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3" name="Rectangle 2312"/>
              <p:cNvSpPr/>
              <p:nvPr/>
            </p:nvSpPr>
            <p:spPr bwMode="auto">
              <a:xfrm>
                <a:off x="1447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4" name="Rectangle 2313"/>
              <p:cNvSpPr/>
              <p:nvPr/>
            </p:nvSpPr>
            <p:spPr bwMode="auto">
              <a:xfrm>
                <a:off x="1524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5" name="Rectangle 2314"/>
              <p:cNvSpPr/>
              <p:nvPr/>
            </p:nvSpPr>
            <p:spPr bwMode="auto">
              <a:xfrm>
                <a:off x="1600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6" name="Rectangle 2315"/>
              <p:cNvSpPr/>
              <p:nvPr/>
            </p:nvSpPr>
            <p:spPr bwMode="auto">
              <a:xfrm>
                <a:off x="1676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7" name="Rectangle 2316"/>
              <p:cNvSpPr/>
              <p:nvPr/>
            </p:nvSpPr>
            <p:spPr bwMode="auto">
              <a:xfrm>
                <a:off x="1219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8" name="Rectangle 2317"/>
              <p:cNvSpPr/>
              <p:nvPr/>
            </p:nvSpPr>
            <p:spPr bwMode="auto">
              <a:xfrm>
                <a:off x="1219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19" name="Rectangle 2318"/>
              <p:cNvSpPr/>
              <p:nvPr/>
            </p:nvSpPr>
            <p:spPr bwMode="auto">
              <a:xfrm>
                <a:off x="1828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0" name="Rectangle 2319"/>
              <p:cNvSpPr/>
              <p:nvPr/>
            </p:nvSpPr>
            <p:spPr bwMode="auto">
              <a:xfrm>
                <a:off x="1752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1" name="Rectangle 2320"/>
              <p:cNvSpPr/>
              <p:nvPr/>
            </p:nvSpPr>
            <p:spPr bwMode="auto">
              <a:xfrm>
                <a:off x="1828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2" name="Rectangle 2321"/>
              <p:cNvSpPr/>
              <p:nvPr/>
            </p:nvSpPr>
            <p:spPr bwMode="auto">
              <a:xfrm>
                <a:off x="1524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3" name="Rectangle 2322"/>
              <p:cNvSpPr/>
              <p:nvPr/>
            </p:nvSpPr>
            <p:spPr bwMode="auto">
              <a:xfrm>
                <a:off x="1371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4" name="Rectangle 2323"/>
              <p:cNvSpPr/>
              <p:nvPr/>
            </p:nvSpPr>
            <p:spPr bwMode="auto">
              <a:xfrm>
                <a:off x="1447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5" name="Rectangle 2324"/>
              <p:cNvSpPr/>
              <p:nvPr/>
            </p:nvSpPr>
            <p:spPr bwMode="auto">
              <a:xfrm>
                <a:off x="1143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6" name="Rectangle 2325"/>
              <p:cNvSpPr/>
              <p:nvPr/>
            </p:nvSpPr>
            <p:spPr bwMode="auto">
              <a:xfrm>
                <a:off x="1219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7" name="Rectangle 2326"/>
              <p:cNvSpPr/>
              <p:nvPr/>
            </p:nvSpPr>
            <p:spPr bwMode="auto">
              <a:xfrm>
                <a:off x="1295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8" name="Rectangle 2327"/>
              <p:cNvSpPr/>
              <p:nvPr/>
            </p:nvSpPr>
            <p:spPr bwMode="auto">
              <a:xfrm>
                <a:off x="1295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29" name="Rectangle 2328"/>
              <p:cNvSpPr/>
              <p:nvPr/>
            </p:nvSpPr>
            <p:spPr bwMode="auto">
              <a:xfrm>
                <a:off x="1143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0" name="Rectangle 2329"/>
              <p:cNvSpPr/>
              <p:nvPr/>
            </p:nvSpPr>
            <p:spPr bwMode="auto">
              <a:xfrm>
                <a:off x="1219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1" name="Rectangle 2330"/>
              <p:cNvSpPr/>
              <p:nvPr/>
            </p:nvSpPr>
            <p:spPr bwMode="auto">
              <a:xfrm>
                <a:off x="1066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2" name="Rectangle 2331"/>
              <p:cNvSpPr/>
              <p:nvPr/>
            </p:nvSpPr>
            <p:spPr bwMode="auto">
              <a:xfrm>
                <a:off x="1143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3" name="Rectangle 2332"/>
              <p:cNvSpPr/>
              <p:nvPr/>
            </p:nvSpPr>
            <p:spPr bwMode="auto">
              <a:xfrm>
                <a:off x="1066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4" name="Rectangle 2333"/>
              <p:cNvSpPr/>
              <p:nvPr/>
            </p:nvSpPr>
            <p:spPr bwMode="auto">
              <a:xfrm>
                <a:off x="1143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5" name="Rectangle 2334"/>
              <p:cNvSpPr/>
              <p:nvPr/>
            </p:nvSpPr>
            <p:spPr bwMode="auto">
              <a:xfrm>
                <a:off x="1219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6" name="Rectangle 2335"/>
              <p:cNvSpPr/>
              <p:nvPr/>
            </p:nvSpPr>
            <p:spPr bwMode="auto">
              <a:xfrm>
                <a:off x="1219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7" name="Rectangle 2336"/>
              <p:cNvSpPr/>
              <p:nvPr/>
            </p:nvSpPr>
            <p:spPr bwMode="auto">
              <a:xfrm>
                <a:off x="1066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8" name="Rectangle 2337"/>
              <p:cNvSpPr/>
              <p:nvPr/>
            </p:nvSpPr>
            <p:spPr bwMode="auto">
              <a:xfrm>
                <a:off x="1143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39" name="Rectangle 2338"/>
              <p:cNvSpPr/>
              <p:nvPr/>
            </p:nvSpPr>
            <p:spPr bwMode="auto">
              <a:xfrm>
                <a:off x="1219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0" name="Rectangle 2339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1" name="Rectangle 2340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2" name="Rectangle 2341"/>
              <p:cNvSpPr/>
              <p:nvPr/>
            </p:nvSpPr>
            <p:spPr bwMode="auto">
              <a:xfrm>
                <a:off x="1066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3" name="Rectangle 2342"/>
              <p:cNvSpPr/>
              <p:nvPr/>
            </p:nvSpPr>
            <p:spPr bwMode="auto">
              <a:xfrm>
                <a:off x="1143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4" name="Rectangle 2343"/>
              <p:cNvSpPr/>
              <p:nvPr/>
            </p:nvSpPr>
            <p:spPr bwMode="auto">
              <a:xfrm>
                <a:off x="1066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5" name="Rectangle 2344"/>
              <p:cNvSpPr/>
              <p:nvPr/>
            </p:nvSpPr>
            <p:spPr bwMode="auto">
              <a:xfrm>
                <a:off x="1143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6" name="Rectangle 2345"/>
              <p:cNvSpPr/>
              <p:nvPr/>
            </p:nvSpPr>
            <p:spPr bwMode="auto">
              <a:xfrm>
                <a:off x="1219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7" name="Rectangle 2346"/>
              <p:cNvSpPr/>
              <p:nvPr/>
            </p:nvSpPr>
            <p:spPr bwMode="auto">
              <a:xfrm>
                <a:off x="1219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8" name="Rectangle 2347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49" name="Rectangle 2348"/>
              <p:cNvSpPr/>
              <p:nvPr/>
            </p:nvSpPr>
            <p:spPr bwMode="auto">
              <a:xfrm>
                <a:off x="1066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0" name="Rectangle 2349"/>
              <p:cNvSpPr/>
              <p:nvPr/>
            </p:nvSpPr>
            <p:spPr bwMode="auto">
              <a:xfrm>
                <a:off x="11430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1" name="Rectangle 2350"/>
              <p:cNvSpPr/>
              <p:nvPr/>
            </p:nvSpPr>
            <p:spPr bwMode="auto">
              <a:xfrm>
                <a:off x="12192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2" name="Rectangle 2351"/>
              <p:cNvSpPr/>
              <p:nvPr/>
            </p:nvSpPr>
            <p:spPr bwMode="auto">
              <a:xfrm>
                <a:off x="10668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3" name="Rectangle 2352"/>
              <p:cNvSpPr/>
              <p:nvPr/>
            </p:nvSpPr>
            <p:spPr bwMode="auto">
              <a:xfrm>
                <a:off x="11430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4" name="Rectangle 2353"/>
              <p:cNvSpPr/>
              <p:nvPr/>
            </p:nvSpPr>
            <p:spPr bwMode="auto">
              <a:xfrm>
                <a:off x="1219200" y="4343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5" name="Rectangle 2354"/>
              <p:cNvSpPr/>
              <p:nvPr/>
            </p:nvSpPr>
            <p:spPr bwMode="auto">
              <a:xfrm>
                <a:off x="16764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6" name="Rectangle 2355"/>
              <p:cNvSpPr/>
              <p:nvPr/>
            </p:nvSpPr>
            <p:spPr bwMode="auto">
              <a:xfrm>
                <a:off x="17526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7" name="Rectangle 2356"/>
              <p:cNvSpPr/>
              <p:nvPr/>
            </p:nvSpPr>
            <p:spPr bwMode="auto">
              <a:xfrm>
                <a:off x="1828800" y="4267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8" name="Rectangle 2357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59" name="Rectangle 2358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0" name="Rectangle 2359"/>
              <p:cNvSpPr/>
              <p:nvPr/>
            </p:nvSpPr>
            <p:spPr bwMode="auto">
              <a:xfrm>
                <a:off x="16764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1" name="Rectangle 2360"/>
              <p:cNvSpPr/>
              <p:nvPr/>
            </p:nvSpPr>
            <p:spPr bwMode="auto">
              <a:xfrm>
                <a:off x="17526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2" name="Rectangle 2361"/>
              <p:cNvSpPr/>
              <p:nvPr/>
            </p:nvSpPr>
            <p:spPr bwMode="auto">
              <a:xfrm>
                <a:off x="1828800" y="4191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3" name="Rectangle 2362"/>
              <p:cNvSpPr/>
              <p:nvPr/>
            </p:nvSpPr>
            <p:spPr bwMode="auto">
              <a:xfrm>
                <a:off x="1752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4" name="Rectangle 2363"/>
              <p:cNvSpPr/>
              <p:nvPr/>
            </p:nvSpPr>
            <p:spPr bwMode="auto">
              <a:xfrm>
                <a:off x="1828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5" name="Rectangle 2364"/>
              <p:cNvSpPr/>
              <p:nvPr/>
            </p:nvSpPr>
            <p:spPr bwMode="auto">
              <a:xfrm>
                <a:off x="1295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6" name="Rectangle 2365"/>
              <p:cNvSpPr/>
              <p:nvPr/>
            </p:nvSpPr>
            <p:spPr bwMode="auto">
              <a:xfrm>
                <a:off x="13716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7" name="Rectangle 2366"/>
              <p:cNvSpPr/>
              <p:nvPr/>
            </p:nvSpPr>
            <p:spPr bwMode="auto">
              <a:xfrm>
                <a:off x="14478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8" name="Rectangle 2367"/>
              <p:cNvSpPr/>
              <p:nvPr/>
            </p:nvSpPr>
            <p:spPr bwMode="auto">
              <a:xfrm>
                <a:off x="15240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69" name="Rectangle 2368"/>
              <p:cNvSpPr/>
              <p:nvPr/>
            </p:nvSpPr>
            <p:spPr bwMode="auto">
              <a:xfrm>
                <a:off x="16002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0" name="Rectangle 2369"/>
              <p:cNvSpPr/>
              <p:nvPr/>
            </p:nvSpPr>
            <p:spPr bwMode="auto">
              <a:xfrm>
                <a:off x="1676400" y="4572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1" name="Rectangle 2370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2" name="Rectangle 2371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3" name="Rectangle 2372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4" name="Rectangle 2373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5" name="Rectangle 2374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6" name="Rectangle 2375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7" name="Rectangle 2376"/>
              <p:cNvSpPr/>
              <p:nvPr/>
            </p:nvSpPr>
            <p:spPr bwMode="auto">
              <a:xfrm>
                <a:off x="1295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8" name="Rectangle 2377"/>
              <p:cNvSpPr/>
              <p:nvPr/>
            </p:nvSpPr>
            <p:spPr bwMode="auto">
              <a:xfrm>
                <a:off x="13716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79" name="Rectangle 2378"/>
              <p:cNvSpPr/>
              <p:nvPr/>
            </p:nvSpPr>
            <p:spPr bwMode="auto">
              <a:xfrm>
                <a:off x="14478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80" name="Rectangle 2379"/>
              <p:cNvSpPr/>
              <p:nvPr/>
            </p:nvSpPr>
            <p:spPr bwMode="auto">
              <a:xfrm>
                <a:off x="15240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81" name="Rectangle 2380"/>
              <p:cNvSpPr/>
              <p:nvPr/>
            </p:nvSpPr>
            <p:spPr bwMode="auto">
              <a:xfrm>
                <a:off x="16002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2382" name="Rectangle 2381"/>
              <p:cNvSpPr/>
              <p:nvPr/>
            </p:nvSpPr>
            <p:spPr bwMode="auto">
              <a:xfrm>
                <a:off x="1676400" y="4419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2267" name="Group 1908"/>
            <p:cNvGrpSpPr/>
            <p:nvPr/>
          </p:nvGrpSpPr>
          <p:grpSpPr>
            <a:xfrm>
              <a:off x="990600" y="1217612"/>
              <a:ext cx="914400" cy="1146176"/>
              <a:chOff x="990600" y="1217612"/>
              <a:chExt cx="914400" cy="1146176"/>
            </a:xfrm>
          </p:grpSpPr>
          <p:cxnSp>
            <p:nvCxnSpPr>
              <p:cNvPr id="2268" name="Straight Connector 2267"/>
              <p:cNvCxnSpPr/>
              <p:nvPr/>
            </p:nvCxnSpPr>
            <p:spPr bwMode="auto">
              <a:xfrm rot="16200000" flipH="1">
                <a:off x="419894" y="1790700"/>
                <a:ext cx="1143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69" name="Straight Connector 2268"/>
              <p:cNvCxnSpPr/>
              <p:nvPr/>
            </p:nvCxnSpPr>
            <p:spPr bwMode="auto">
              <a:xfrm>
                <a:off x="990600" y="2362200"/>
                <a:ext cx="838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0" name="Straight Connector 2269"/>
              <p:cNvCxnSpPr/>
              <p:nvPr/>
            </p:nvCxnSpPr>
            <p:spPr bwMode="auto">
              <a:xfrm rot="5400000">
                <a:off x="1600994" y="2133600"/>
                <a:ext cx="4572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1" name="Straight Connector 2270"/>
              <p:cNvCxnSpPr/>
              <p:nvPr/>
            </p:nvCxnSpPr>
            <p:spPr bwMode="auto">
              <a:xfrm>
                <a:off x="1600200" y="1903412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2" name="Straight Connector 2271"/>
              <p:cNvCxnSpPr/>
              <p:nvPr/>
            </p:nvCxnSpPr>
            <p:spPr bwMode="auto">
              <a:xfrm rot="5400000">
                <a:off x="1485106" y="20193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3" name="Straight Connector 2272"/>
              <p:cNvCxnSpPr/>
              <p:nvPr/>
            </p:nvCxnSpPr>
            <p:spPr bwMode="auto">
              <a:xfrm rot="5400000">
                <a:off x="875506" y="17907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4" name="Straight Connector 2273"/>
              <p:cNvCxnSpPr/>
              <p:nvPr/>
            </p:nvCxnSpPr>
            <p:spPr bwMode="auto">
              <a:xfrm>
                <a:off x="1219200" y="2132012"/>
                <a:ext cx="3810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5" name="Straight Connector 2274"/>
              <p:cNvCxnSpPr/>
              <p:nvPr/>
            </p:nvCxnSpPr>
            <p:spPr bwMode="auto">
              <a:xfrm rot="10800000">
                <a:off x="1219200" y="1447800"/>
                <a:ext cx="6858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6" name="Straight Connector 2275"/>
              <p:cNvCxnSpPr/>
              <p:nvPr/>
            </p:nvCxnSpPr>
            <p:spPr bwMode="auto">
              <a:xfrm rot="5400000">
                <a:off x="1789905" y="1333500"/>
                <a:ext cx="2286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77" name="Straight Connector 2276"/>
              <p:cNvCxnSpPr/>
              <p:nvPr/>
            </p:nvCxnSpPr>
            <p:spPr bwMode="auto">
              <a:xfrm>
                <a:off x="990600" y="1217612"/>
                <a:ext cx="914400" cy="15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2384" name="Straight Arrow Connector 2383"/>
          <p:cNvCxnSpPr/>
          <p:nvPr/>
        </p:nvCxnSpPr>
        <p:spPr bwMode="auto">
          <a:xfrm>
            <a:off x="2286000" y="1905000"/>
            <a:ext cx="533400" cy="1588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</p:cxnSp>
      <p:cxnSp>
        <p:nvCxnSpPr>
          <p:cNvPr id="2386" name="Straight Arrow Connector 2385"/>
          <p:cNvCxnSpPr/>
          <p:nvPr/>
        </p:nvCxnSpPr>
        <p:spPr bwMode="auto">
          <a:xfrm>
            <a:off x="4648200" y="1905000"/>
            <a:ext cx="533400" cy="1588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</p:cxnSp>
      <p:cxnSp>
        <p:nvCxnSpPr>
          <p:cNvPr id="2387" name="Straight Arrow Connector 2386"/>
          <p:cNvCxnSpPr/>
          <p:nvPr/>
        </p:nvCxnSpPr>
        <p:spPr bwMode="auto">
          <a:xfrm rot="10800000">
            <a:off x="3657600" y="4648200"/>
            <a:ext cx="609600" cy="1588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</p:cxnSp>
      <p:cxnSp>
        <p:nvCxnSpPr>
          <p:cNvPr id="2388" name="Straight Arrow Connector 2387"/>
          <p:cNvCxnSpPr/>
          <p:nvPr/>
        </p:nvCxnSpPr>
        <p:spPr bwMode="auto">
          <a:xfrm rot="10800000">
            <a:off x="6324600" y="4495800"/>
            <a:ext cx="609600" cy="1588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</p:cxnSp>
      <p:cxnSp>
        <p:nvCxnSpPr>
          <p:cNvPr id="2407" name="Elbow Connector 2406"/>
          <p:cNvCxnSpPr/>
          <p:nvPr/>
        </p:nvCxnSpPr>
        <p:spPr bwMode="auto">
          <a:xfrm rot="16200000" flipH="1">
            <a:off x="7353300" y="2171700"/>
            <a:ext cx="609600" cy="533400"/>
          </a:xfrm>
          <a:prstGeom prst="bentConnector3">
            <a:avLst>
              <a:gd name="adj1" fmla="val 3846"/>
            </a:avLst>
          </a:prstGeom>
          <a:solidFill>
            <a:schemeClr val="accent1"/>
          </a:solidFill>
          <a:ln w="762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" name="Group 78"/>
          <p:cNvGraphicFramePr>
            <a:graphicFrameLocks noGrp="1"/>
          </p:cNvGraphicFramePr>
          <p:nvPr/>
        </p:nvGraphicFramePr>
        <p:xfrm>
          <a:off x="1143000" y="1676400"/>
          <a:ext cx="2590800" cy="863600"/>
        </p:xfrm>
        <a:graphic>
          <a:graphicData uri="http://schemas.openxmlformats.org/drawingml/2006/table">
            <a:tbl>
              <a:tblPr/>
              <a:tblGrid>
                <a:gridCol w="1524000"/>
                <a:gridCol w="1066800"/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Tile types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Stages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O(log n)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5" name="Text Box 92"/>
          <p:cNvSpPr txBox="1">
            <a:spLocks noChangeArrowheads="1"/>
          </p:cNvSpPr>
          <p:nvPr/>
        </p:nvSpPr>
        <p:spPr bwMode="auto">
          <a:xfrm>
            <a:off x="1143000" y="946150"/>
            <a:ext cx="2590800" cy="707886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dirty="0" smtClean="0"/>
              <a:t>Precise Yield:</a:t>
            </a:r>
          </a:p>
          <a:p>
            <a:pPr algn="ctr"/>
            <a:r>
              <a:rPr lang="en-US" dirty="0" smtClean="0"/>
              <a:t>n copies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  <a:t/>
            </a:r>
            <a:br>
              <a:rPr lang="en-US" sz="3600" b="0" dirty="0">
                <a:solidFill>
                  <a:schemeClr val="tx2"/>
                </a:solidFill>
                <a:latin typeface="Comic Sans MS" pitchFamily="66" charset="0"/>
              </a:rPr>
            </a:br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Precise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aphicFrame>
        <p:nvGraphicFramePr>
          <p:cNvPr id="39" name="Group 78"/>
          <p:cNvGraphicFramePr>
            <a:graphicFrameLocks noGrp="1"/>
          </p:cNvGraphicFramePr>
          <p:nvPr/>
        </p:nvGraphicFramePr>
        <p:xfrm>
          <a:off x="4953000" y="1644650"/>
          <a:ext cx="2590800" cy="863600"/>
        </p:xfrm>
        <a:graphic>
          <a:graphicData uri="http://schemas.openxmlformats.org/drawingml/2006/table">
            <a:tbl>
              <a:tblPr/>
              <a:tblGrid>
                <a:gridCol w="1524000"/>
                <a:gridCol w="1066800"/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Tile types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O(log n)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Stages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0" name="Text Box 92"/>
          <p:cNvSpPr txBox="1">
            <a:spLocks noChangeArrowheads="1"/>
          </p:cNvSpPr>
          <p:nvPr/>
        </p:nvSpPr>
        <p:spPr bwMode="auto">
          <a:xfrm>
            <a:off x="4953000" y="914400"/>
            <a:ext cx="2590800" cy="707886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dirty="0" smtClean="0"/>
              <a:t>Precise Yield:</a:t>
            </a:r>
          </a:p>
          <a:p>
            <a:pPr algn="ctr"/>
            <a:r>
              <a:rPr lang="en-US" dirty="0" smtClean="0"/>
              <a:t>n copies</a:t>
            </a:r>
          </a:p>
        </p:txBody>
      </p:sp>
      <p:grpSp>
        <p:nvGrpSpPr>
          <p:cNvPr id="2423" name="Group 2422"/>
          <p:cNvGrpSpPr/>
          <p:nvPr/>
        </p:nvGrpSpPr>
        <p:grpSpPr>
          <a:xfrm>
            <a:off x="1295400" y="2819400"/>
            <a:ext cx="6781800" cy="3581400"/>
            <a:chOff x="990600" y="1219200"/>
            <a:chExt cx="7391400" cy="4956176"/>
          </a:xfrm>
        </p:grpSpPr>
        <p:grpSp>
          <p:nvGrpSpPr>
            <p:cNvPr id="773" name="Group 772"/>
            <p:cNvGrpSpPr/>
            <p:nvPr/>
          </p:nvGrpSpPr>
          <p:grpSpPr>
            <a:xfrm>
              <a:off x="5791200" y="1371600"/>
              <a:ext cx="914400" cy="1143000"/>
              <a:chOff x="5867400" y="3048000"/>
              <a:chExt cx="914400" cy="1143000"/>
            </a:xfrm>
          </p:grpSpPr>
          <p:sp>
            <p:nvSpPr>
              <p:cNvPr id="774" name="Rectangle 773"/>
              <p:cNvSpPr/>
              <p:nvPr/>
            </p:nvSpPr>
            <p:spPr bwMode="auto">
              <a:xfrm>
                <a:off x="66294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5" name="Rectangle 774"/>
              <p:cNvSpPr/>
              <p:nvPr/>
            </p:nvSpPr>
            <p:spPr bwMode="auto">
              <a:xfrm>
                <a:off x="67056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6" name="Rectangle 775"/>
              <p:cNvSpPr/>
              <p:nvPr/>
            </p:nvSpPr>
            <p:spPr bwMode="auto">
              <a:xfrm>
                <a:off x="58674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7" name="Rectangle 776"/>
              <p:cNvSpPr/>
              <p:nvPr/>
            </p:nvSpPr>
            <p:spPr bwMode="auto">
              <a:xfrm>
                <a:off x="59436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8" name="Rectangle 777"/>
              <p:cNvSpPr/>
              <p:nvPr/>
            </p:nvSpPr>
            <p:spPr bwMode="auto">
              <a:xfrm>
                <a:off x="58674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79" name="Rectangle 778"/>
              <p:cNvSpPr/>
              <p:nvPr/>
            </p:nvSpPr>
            <p:spPr bwMode="auto">
              <a:xfrm>
                <a:off x="58674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0" name="Rectangle 779"/>
              <p:cNvSpPr/>
              <p:nvPr/>
            </p:nvSpPr>
            <p:spPr bwMode="auto">
              <a:xfrm>
                <a:off x="59436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1" name="Rectangle 780"/>
              <p:cNvSpPr/>
              <p:nvPr/>
            </p:nvSpPr>
            <p:spPr bwMode="auto">
              <a:xfrm>
                <a:off x="65532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2" name="Rectangle 781"/>
              <p:cNvSpPr/>
              <p:nvPr/>
            </p:nvSpPr>
            <p:spPr bwMode="auto">
              <a:xfrm>
                <a:off x="65532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3" name="Rectangle 782"/>
              <p:cNvSpPr/>
              <p:nvPr/>
            </p:nvSpPr>
            <p:spPr bwMode="auto">
              <a:xfrm>
                <a:off x="66294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4" name="Rectangle 783"/>
              <p:cNvSpPr/>
              <p:nvPr/>
            </p:nvSpPr>
            <p:spPr bwMode="auto">
              <a:xfrm>
                <a:off x="66294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5" name="Rectangle 784"/>
              <p:cNvSpPr/>
              <p:nvPr/>
            </p:nvSpPr>
            <p:spPr bwMode="auto">
              <a:xfrm>
                <a:off x="67056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6" name="Rectangle 785"/>
              <p:cNvSpPr/>
              <p:nvPr/>
            </p:nvSpPr>
            <p:spPr bwMode="auto">
              <a:xfrm>
                <a:off x="67056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7" name="Rectangle 786"/>
              <p:cNvSpPr/>
              <p:nvPr/>
            </p:nvSpPr>
            <p:spPr bwMode="auto">
              <a:xfrm>
                <a:off x="58674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8" name="Rectangle 787"/>
              <p:cNvSpPr/>
              <p:nvPr/>
            </p:nvSpPr>
            <p:spPr bwMode="auto">
              <a:xfrm>
                <a:off x="6477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89" name="Rectangle 788"/>
              <p:cNvSpPr/>
              <p:nvPr/>
            </p:nvSpPr>
            <p:spPr bwMode="auto">
              <a:xfrm>
                <a:off x="6553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0" name="Rectangle 789"/>
              <p:cNvSpPr/>
              <p:nvPr/>
            </p:nvSpPr>
            <p:spPr bwMode="auto">
              <a:xfrm>
                <a:off x="65532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1" name="Rectangle 790"/>
              <p:cNvSpPr/>
              <p:nvPr/>
            </p:nvSpPr>
            <p:spPr bwMode="auto">
              <a:xfrm>
                <a:off x="58674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2" name="Rectangle 791"/>
              <p:cNvSpPr/>
              <p:nvPr/>
            </p:nvSpPr>
            <p:spPr bwMode="auto">
              <a:xfrm>
                <a:off x="59436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3" name="Rectangle 792"/>
              <p:cNvSpPr/>
              <p:nvPr/>
            </p:nvSpPr>
            <p:spPr bwMode="auto">
              <a:xfrm>
                <a:off x="6019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4" name="Rectangle 793"/>
              <p:cNvSpPr/>
              <p:nvPr/>
            </p:nvSpPr>
            <p:spPr bwMode="auto">
              <a:xfrm>
                <a:off x="59436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5" name="Rectangle 794"/>
              <p:cNvSpPr/>
              <p:nvPr/>
            </p:nvSpPr>
            <p:spPr bwMode="auto">
              <a:xfrm>
                <a:off x="60198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6" name="Rectangle 795"/>
              <p:cNvSpPr/>
              <p:nvPr/>
            </p:nvSpPr>
            <p:spPr bwMode="auto">
              <a:xfrm>
                <a:off x="60960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7" name="Rectangle 796"/>
              <p:cNvSpPr/>
              <p:nvPr/>
            </p:nvSpPr>
            <p:spPr bwMode="auto">
              <a:xfrm>
                <a:off x="58674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8" name="Rectangle 797"/>
              <p:cNvSpPr/>
              <p:nvPr/>
            </p:nvSpPr>
            <p:spPr bwMode="auto">
              <a:xfrm>
                <a:off x="58674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799" name="Rectangle 798"/>
              <p:cNvSpPr/>
              <p:nvPr/>
            </p:nvSpPr>
            <p:spPr bwMode="auto">
              <a:xfrm>
                <a:off x="59436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0" name="Rectangle 799"/>
              <p:cNvSpPr/>
              <p:nvPr/>
            </p:nvSpPr>
            <p:spPr bwMode="auto">
              <a:xfrm>
                <a:off x="60198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1" name="Rectangle 800"/>
              <p:cNvSpPr/>
              <p:nvPr/>
            </p:nvSpPr>
            <p:spPr bwMode="auto">
              <a:xfrm>
                <a:off x="64008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2" name="Rectangle 801"/>
              <p:cNvSpPr/>
              <p:nvPr/>
            </p:nvSpPr>
            <p:spPr bwMode="auto">
              <a:xfrm>
                <a:off x="64770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3" name="Rectangle 802"/>
              <p:cNvSpPr/>
              <p:nvPr/>
            </p:nvSpPr>
            <p:spPr bwMode="auto">
              <a:xfrm>
                <a:off x="61722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4" name="Rectangle 803"/>
              <p:cNvSpPr/>
              <p:nvPr/>
            </p:nvSpPr>
            <p:spPr bwMode="auto">
              <a:xfrm>
                <a:off x="62484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5" name="Rectangle 804"/>
              <p:cNvSpPr/>
              <p:nvPr/>
            </p:nvSpPr>
            <p:spPr bwMode="auto">
              <a:xfrm>
                <a:off x="63246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6" name="Rectangle 805"/>
              <p:cNvSpPr/>
              <p:nvPr/>
            </p:nvSpPr>
            <p:spPr bwMode="auto">
              <a:xfrm>
                <a:off x="64008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7" name="Rectangle 806"/>
              <p:cNvSpPr/>
              <p:nvPr/>
            </p:nvSpPr>
            <p:spPr bwMode="auto">
              <a:xfrm>
                <a:off x="64770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8" name="Rectangle 807"/>
              <p:cNvSpPr/>
              <p:nvPr/>
            </p:nvSpPr>
            <p:spPr bwMode="auto">
              <a:xfrm>
                <a:off x="61722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09" name="Rectangle 808"/>
              <p:cNvSpPr/>
              <p:nvPr/>
            </p:nvSpPr>
            <p:spPr bwMode="auto">
              <a:xfrm>
                <a:off x="62484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0" name="Rectangle 809"/>
              <p:cNvSpPr/>
              <p:nvPr/>
            </p:nvSpPr>
            <p:spPr bwMode="auto">
              <a:xfrm>
                <a:off x="63246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1" name="Rectangle 810"/>
              <p:cNvSpPr/>
              <p:nvPr/>
            </p:nvSpPr>
            <p:spPr bwMode="auto">
              <a:xfrm>
                <a:off x="64008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2" name="Rectangle 811"/>
              <p:cNvSpPr/>
              <p:nvPr/>
            </p:nvSpPr>
            <p:spPr bwMode="auto">
              <a:xfrm>
                <a:off x="64770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3" name="Rectangle 812"/>
              <p:cNvSpPr/>
              <p:nvPr/>
            </p:nvSpPr>
            <p:spPr bwMode="auto">
              <a:xfrm>
                <a:off x="6019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4" name="Rectangle 813"/>
              <p:cNvSpPr/>
              <p:nvPr/>
            </p:nvSpPr>
            <p:spPr bwMode="auto">
              <a:xfrm>
                <a:off x="6019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5" name="Rectangle 814"/>
              <p:cNvSpPr/>
              <p:nvPr/>
            </p:nvSpPr>
            <p:spPr bwMode="auto">
              <a:xfrm>
                <a:off x="66294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6" name="Rectangle 815"/>
              <p:cNvSpPr/>
              <p:nvPr/>
            </p:nvSpPr>
            <p:spPr bwMode="auto">
              <a:xfrm>
                <a:off x="6553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7" name="Rectangle 816"/>
              <p:cNvSpPr/>
              <p:nvPr/>
            </p:nvSpPr>
            <p:spPr bwMode="auto">
              <a:xfrm>
                <a:off x="66294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8" name="Rectangle 817"/>
              <p:cNvSpPr/>
              <p:nvPr/>
            </p:nvSpPr>
            <p:spPr bwMode="auto">
              <a:xfrm>
                <a:off x="63246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19" name="Rectangle 818"/>
              <p:cNvSpPr/>
              <p:nvPr/>
            </p:nvSpPr>
            <p:spPr bwMode="auto">
              <a:xfrm>
                <a:off x="61722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0" name="Rectangle 819"/>
              <p:cNvSpPr/>
              <p:nvPr/>
            </p:nvSpPr>
            <p:spPr bwMode="auto">
              <a:xfrm>
                <a:off x="62484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1" name="Rectangle 820"/>
              <p:cNvSpPr/>
              <p:nvPr/>
            </p:nvSpPr>
            <p:spPr bwMode="auto">
              <a:xfrm>
                <a:off x="59436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2" name="Rectangle 821"/>
              <p:cNvSpPr/>
              <p:nvPr/>
            </p:nvSpPr>
            <p:spPr bwMode="auto">
              <a:xfrm>
                <a:off x="60198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3" name="Rectangle 822"/>
              <p:cNvSpPr/>
              <p:nvPr/>
            </p:nvSpPr>
            <p:spPr bwMode="auto">
              <a:xfrm>
                <a:off x="60960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4" name="Rectangle 823"/>
              <p:cNvSpPr/>
              <p:nvPr/>
            </p:nvSpPr>
            <p:spPr bwMode="auto">
              <a:xfrm>
                <a:off x="60960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5" name="Rectangle 824"/>
              <p:cNvSpPr/>
              <p:nvPr/>
            </p:nvSpPr>
            <p:spPr bwMode="auto">
              <a:xfrm>
                <a:off x="59436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6" name="Rectangle 825"/>
              <p:cNvSpPr/>
              <p:nvPr/>
            </p:nvSpPr>
            <p:spPr bwMode="auto">
              <a:xfrm>
                <a:off x="60198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7" name="Rectangle 826"/>
              <p:cNvSpPr/>
              <p:nvPr/>
            </p:nvSpPr>
            <p:spPr bwMode="auto">
              <a:xfrm>
                <a:off x="58674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8" name="Rectangle 827"/>
              <p:cNvSpPr/>
              <p:nvPr/>
            </p:nvSpPr>
            <p:spPr bwMode="auto">
              <a:xfrm>
                <a:off x="59436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29" name="Rectangle 828"/>
              <p:cNvSpPr/>
              <p:nvPr/>
            </p:nvSpPr>
            <p:spPr bwMode="auto">
              <a:xfrm>
                <a:off x="58674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0" name="Rectangle 829"/>
              <p:cNvSpPr/>
              <p:nvPr/>
            </p:nvSpPr>
            <p:spPr bwMode="auto">
              <a:xfrm>
                <a:off x="59436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1" name="Rectangle 830"/>
              <p:cNvSpPr/>
              <p:nvPr/>
            </p:nvSpPr>
            <p:spPr bwMode="auto">
              <a:xfrm>
                <a:off x="60198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2" name="Rectangle 831"/>
              <p:cNvSpPr/>
              <p:nvPr/>
            </p:nvSpPr>
            <p:spPr bwMode="auto">
              <a:xfrm>
                <a:off x="60198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3" name="Rectangle 832"/>
              <p:cNvSpPr/>
              <p:nvPr/>
            </p:nvSpPr>
            <p:spPr bwMode="auto">
              <a:xfrm>
                <a:off x="58674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4" name="Rectangle 833"/>
              <p:cNvSpPr/>
              <p:nvPr/>
            </p:nvSpPr>
            <p:spPr bwMode="auto">
              <a:xfrm>
                <a:off x="59436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5" name="Rectangle 834"/>
              <p:cNvSpPr/>
              <p:nvPr/>
            </p:nvSpPr>
            <p:spPr bwMode="auto">
              <a:xfrm>
                <a:off x="6019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6" name="Rectangle 835"/>
              <p:cNvSpPr/>
              <p:nvPr/>
            </p:nvSpPr>
            <p:spPr bwMode="auto">
              <a:xfrm>
                <a:off x="58674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7" name="Rectangle 836"/>
              <p:cNvSpPr/>
              <p:nvPr/>
            </p:nvSpPr>
            <p:spPr bwMode="auto">
              <a:xfrm>
                <a:off x="59436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8" name="Rectangle 837"/>
              <p:cNvSpPr/>
              <p:nvPr/>
            </p:nvSpPr>
            <p:spPr bwMode="auto">
              <a:xfrm>
                <a:off x="58674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39" name="Rectangle 838"/>
              <p:cNvSpPr/>
              <p:nvPr/>
            </p:nvSpPr>
            <p:spPr bwMode="auto">
              <a:xfrm>
                <a:off x="59436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0" name="Rectangle 839"/>
              <p:cNvSpPr/>
              <p:nvPr/>
            </p:nvSpPr>
            <p:spPr bwMode="auto">
              <a:xfrm>
                <a:off x="58674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1" name="Rectangle 840"/>
              <p:cNvSpPr/>
              <p:nvPr/>
            </p:nvSpPr>
            <p:spPr bwMode="auto">
              <a:xfrm>
                <a:off x="59436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2" name="Rectangle 841"/>
              <p:cNvSpPr/>
              <p:nvPr/>
            </p:nvSpPr>
            <p:spPr bwMode="auto">
              <a:xfrm>
                <a:off x="6019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3" name="Rectangle 842"/>
              <p:cNvSpPr/>
              <p:nvPr/>
            </p:nvSpPr>
            <p:spPr bwMode="auto">
              <a:xfrm>
                <a:off x="6019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4" name="Rectangle 843"/>
              <p:cNvSpPr/>
              <p:nvPr/>
            </p:nvSpPr>
            <p:spPr bwMode="auto">
              <a:xfrm>
                <a:off x="6019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5" name="Rectangle 844"/>
              <p:cNvSpPr/>
              <p:nvPr/>
            </p:nvSpPr>
            <p:spPr bwMode="auto">
              <a:xfrm>
                <a:off x="58674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6" name="Rectangle 845"/>
              <p:cNvSpPr/>
              <p:nvPr/>
            </p:nvSpPr>
            <p:spPr bwMode="auto">
              <a:xfrm>
                <a:off x="59436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7" name="Rectangle 846"/>
              <p:cNvSpPr/>
              <p:nvPr/>
            </p:nvSpPr>
            <p:spPr bwMode="auto">
              <a:xfrm>
                <a:off x="6019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8" name="Rectangle 847"/>
              <p:cNvSpPr/>
              <p:nvPr/>
            </p:nvSpPr>
            <p:spPr bwMode="auto">
              <a:xfrm>
                <a:off x="58674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49" name="Rectangle 848"/>
              <p:cNvSpPr/>
              <p:nvPr/>
            </p:nvSpPr>
            <p:spPr bwMode="auto">
              <a:xfrm>
                <a:off x="59436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0" name="Rectangle 849"/>
              <p:cNvSpPr/>
              <p:nvPr/>
            </p:nvSpPr>
            <p:spPr bwMode="auto">
              <a:xfrm>
                <a:off x="6019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1" name="Rectangle 850"/>
              <p:cNvSpPr/>
              <p:nvPr/>
            </p:nvSpPr>
            <p:spPr bwMode="auto">
              <a:xfrm>
                <a:off x="6477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2" name="Rectangle 851"/>
              <p:cNvSpPr/>
              <p:nvPr/>
            </p:nvSpPr>
            <p:spPr bwMode="auto">
              <a:xfrm>
                <a:off x="6553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3" name="Rectangle 852"/>
              <p:cNvSpPr/>
              <p:nvPr/>
            </p:nvSpPr>
            <p:spPr bwMode="auto">
              <a:xfrm>
                <a:off x="66294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4" name="Rectangle 853"/>
              <p:cNvSpPr/>
              <p:nvPr/>
            </p:nvSpPr>
            <p:spPr bwMode="auto">
              <a:xfrm>
                <a:off x="6553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5" name="Rectangle 854"/>
              <p:cNvSpPr/>
              <p:nvPr/>
            </p:nvSpPr>
            <p:spPr bwMode="auto">
              <a:xfrm>
                <a:off x="66294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6" name="Rectangle 855"/>
              <p:cNvSpPr/>
              <p:nvPr/>
            </p:nvSpPr>
            <p:spPr bwMode="auto">
              <a:xfrm>
                <a:off x="6477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7" name="Rectangle 856"/>
              <p:cNvSpPr/>
              <p:nvPr/>
            </p:nvSpPr>
            <p:spPr bwMode="auto">
              <a:xfrm>
                <a:off x="6553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8" name="Rectangle 857"/>
              <p:cNvSpPr/>
              <p:nvPr/>
            </p:nvSpPr>
            <p:spPr bwMode="auto">
              <a:xfrm>
                <a:off x="66294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59" name="Rectangle 858"/>
              <p:cNvSpPr/>
              <p:nvPr/>
            </p:nvSpPr>
            <p:spPr bwMode="auto">
              <a:xfrm>
                <a:off x="6553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860" name="Rectangle 859"/>
              <p:cNvSpPr/>
              <p:nvPr/>
            </p:nvSpPr>
            <p:spPr bwMode="auto">
              <a:xfrm>
                <a:off x="66294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4" name="Rectangle 913"/>
              <p:cNvSpPr/>
              <p:nvPr/>
            </p:nvSpPr>
            <p:spPr bwMode="auto">
              <a:xfrm>
                <a:off x="6096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5" name="Rectangle 914"/>
              <p:cNvSpPr/>
              <p:nvPr/>
            </p:nvSpPr>
            <p:spPr bwMode="auto">
              <a:xfrm>
                <a:off x="6172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6" name="Rectangle 915"/>
              <p:cNvSpPr/>
              <p:nvPr/>
            </p:nvSpPr>
            <p:spPr bwMode="auto">
              <a:xfrm>
                <a:off x="62484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7" name="Rectangle 916"/>
              <p:cNvSpPr/>
              <p:nvPr/>
            </p:nvSpPr>
            <p:spPr bwMode="auto">
              <a:xfrm>
                <a:off x="63246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8" name="Rectangle 917"/>
              <p:cNvSpPr/>
              <p:nvPr/>
            </p:nvSpPr>
            <p:spPr bwMode="auto">
              <a:xfrm>
                <a:off x="6400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19" name="Rectangle 918"/>
              <p:cNvSpPr/>
              <p:nvPr/>
            </p:nvSpPr>
            <p:spPr bwMode="auto">
              <a:xfrm>
                <a:off x="6477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0" name="Rectangle 919"/>
              <p:cNvSpPr/>
              <p:nvPr/>
            </p:nvSpPr>
            <p:spPr bwMode="auto">
              <a:xfrm>
                <a:off x="6096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1" name="Rectangle 920"/>
              <p:cNvSpPr/>
              <p:nvPr/>
            </p:nvSpPr>
            <p:spPr bwMode="auto">
              <a:xfrm>
                <a:off x="6172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2" name="Rectangle 921"/>
              <p:cNvSpPr/>
              <p:nvPr/>
            </p:nvSpPr>
            <p:spPr bwMode="auto">
              <a:xfrm>
                <a:off x="62484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3" name="Rectangle 922"/>
              <p:cNvSpPr/>
              <p:nvPr/>
            </p:nvSpPr>
            <p:spPr bwMode="auto">
              <a:xfrm>
                <a:off x="63246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4" name="Rectangle 923"/>
              <p:cNvSpPr/>
              <p:nvPr/>
            </p:nvSpPr>
            <p:spPr bwMode="auto">
              <a:xfrm>
                <a:off x="6400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5" name="Rectangle 924"/>
              <p:cNvSpPr/>
              <p:nvPr/>
            </p:nvSpPr>
            <p:spPr bwMode="auto">
              <a:xfrm>
                <a:off x="6477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6" name="Rectangle 925"/>
              <p:cNvSpPr/>
              <p:nvPr/>
            </p:nvSpPr>
            <p:spPr bwMode="auto">
              <a:xfrm>
                <a:off x="6096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7" name="Rectangle 926"/>
              <p:cNvSpPr/>
              <p:nvPr/>
            </p:nvSpPr>
            <p:spPr bwMode="auto">
              <a:xfrm>
                <a:off x="6172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8" name="Rectangle 927"/>
              <p:cNvSpPr/>
              <p:nvPr/>
            </p:nvSpPr>
            <p:spPr bwMode="auto">
              <a:xfrm>
                <a:off x="62484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29" name="Rectangle 928"/>
              <p:cNvSpPr/>
              <p:nvPr/>
            </p:nvSpPr>
            <p:spPr bwMode="auto">
              <a:xfrm>
                <a:off x="63246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0" name="Rectangle 929"/>
              <p:cNvSpPr/>
              <p:nvPr/>
            </p:nvSpPr>
            <p:spPr bwMode="auto">
              <a:xfrm>
                <a:off x="6400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1" name="Rectangle 930"/>
              <p:cNvSpPr/>
              <p:nvPr/>
            </p:nvSpPr>
            <p:spPr bwMode="auto">
              <a:xfrm>
                <a:off x="6477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932" name="Group 931"/>
            <p:cNvGrpSpPr/>
            <p:nvPr/>
          </p:nvGrpSpPr>
          <p:grpSpPr>
            <a:xfrm>
              <a:off x="5638800" y="1219200"/>
              <a:ext cx="1219200" cy="1447800"/>
              <a:chOff x="5715000" y="2895600"/>
              <a:chExt cx="1219200" cy="1447800"/>
            </a:xfrm>
          </p:grpSpPr>
          <p:sp>
            <p:nvSpPr>
              <p:cNvPr id="933" name="Rectangle 932"/>
              <p:cNvSpPr/>
              <p:nvPr/>
            </p:nvSpPr>
            <p:spPr bwMode="auto">
              <a:xfrm>
                <a:off x="6096000" y="38862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4" name="Rectangle 933"/>
              <p:cNvSpPr/>
              <p:nvPr/>
            </p:nvSpPr>
            <p:spPr bwMode="auto">
              <a:xfrm>
                <a:off x="6400800" y="3733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5" name="Rectangle 934"/>
              <p:cNvSpPr/>
              <p:nvPr/>
            </p:nvSpPr>
            <p:spPr bwMode="auto">
              <a:xfrm>
                <a:off x="6781800" y="3048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6" name="Rectangle 935"/>
              <p:cNvSpPr/>
              <p:nvPr/>
            </p:nvSpPr>
            <p:spPr bwMode="auto">
              <a:xfrm>
                <a:off x="6781800" y="32004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7" name="Rectangle 936"/>
              <p:cNvSpPr/>
              <p:nvPr/>
            </p:nvSpPr>
            <p:spPr bwMode="auto">
              <a:xfrm>
                <a:off x="6781800" y="3124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8" name="Rectangle 937"/>
              <p:cNvSpPr/>
              <p:nvPr/>
            </p:nvSpPr>
            <p:spPr bwMode="auto">
              <a:xfrm>
                <a:off x="67818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39" name="Rectangle 938"/>
              <p:cNvSpPr/>
              <p:nvPr/>
            </p:nvSpPr>
            <p:spPr bwMode="auto">
              <a:xfrm>
                <a:off x="67056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40" name="Rectangle 939"/>
              <p:cNvSpPr/>
              <p:nvPr/>
            </p:nvSpPr>
            <p:spPr bwMode="auto">
              <a:xfrm>
                <a:off x="5791200" y="3048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41" name="Rectangle 940"/>
              <p:cNvSpPr/>
              <p:nvPr/>
            </p:nvSpPr>
            <p:spPr bwMode="auto">
              <a:xfrm>
                <a:off x="60960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42" name="Rectangle 941"/>
              <p:cNvSpPr/>
              <p:nvPr/>
            </p:nvSpPr>
            <p:spPr bwMode="auto">
              <a:xfrm>
                <a:off x="5791200" y="3124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43" name="Rectangle 942"/>
              <p:cNvSpPr/>
              <p:nvPr/>
            </p:nvSpPr>
            <p:spPr bwMode="auto">
              <a:xfrm>
                <a:off x="66294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44" name="Rectangle 943"/>
              <p:cNvSpPr/>
              <p:nvPr/>
            </p:nvSpPr>
            <p:spPr bwMode="auto">
              <a:xfrm>
                <a:off x="65532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97" name="Rectangle 996"/>
              <p:cNvSpPr/>
              <p:nvPr/>
            </p:nvSpPr>
            <p:spPr bwMode="auto">
              <a:xfrm>
                <a:off x="64770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98" name="Rectangle 997"/>
              <p:cNvSpPr/>
              <p:nvPr/>
            </p:nvSpPr>
            <p:spPr bwMode="auto">
              <a:xfrm>
                <a:off x="64008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999" name="Rectangle 998"/>
              <p:cNvSpPr/>
              <p:nvPr/>
            </p:nvSpPr>
            <p:spPr bwMode="auto">
              <a:xfrm>
                <a:off x="67056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0" name="Rectangle 999"/>
              <p:cNvSpPr/>
              <p:nvPr/>
            </p:nvSpPr>
            <p:spPr bwMode="auto">
              <a:xfrm>
                <a:off x="6705600" y="4114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1" name="Rectangle 1000"/>
              <p:cNvSpPr/>
              <p:nvPr/>
            </p:nvSpPr>
            <p:spPr bwMode="auto">
              <a:xfrm>
                <a:off x="66294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2" name="Rectangle 1001"/>
              <p:cNvSpPr/>
              <p:nvPr/>
            </p:nvSpPr>
            <p:spPr bwMode="auto">
              <a:xfrm>
                <a:off x="60198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3" name="Rectangle 1002"/>
              <p:cNvSpPr/>
              <p:nvPr/>
            </p:nvSpPr>
            <p:spPr bwMode="auto">
              <a:xfrm>
                <a:off x="59436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4" name="Rectangle 1003"/>
              <p:cNvSpPr/>
              <p:nvPr/>
            </p:nvSpPr>
            <p:spPr bwMode="auto">
              <a:xfrm>
                <a:off x="58674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5" name="Rectangle 1004"/>
              <p:cNvSpPr/>
              <p:nvPr/>
            </p:nvSpPr>
            <p:spPr bwMode="auto">
              <a:xfrm>
                <a:off x="57912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6" name="Rectangle 1005"/>
              <p:cNvSpPr/>
              <p:nvPr/>
            </p:nvSpPr>
            <p:spPr bwMode="auto">
              <a:xfrm>
                <a:off x="63246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7" name="Rectangle 1006"/>
              <p:cNvSpPr/>
              <p:nvPr/>
            </p:nvSpPr>
            <p:spPr bwMode="auto">
              <a:xfrm>
                <a:off x="62484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8" name="Rectangle 1007"/>
              <p:cNvSpPr/>
              <p:nvPr/>
            </p:nvSpPr>
            <p:spPr bwMode="auto">
              <a:xfrm>
                <a:off x="61722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09" name="Rectangle 1008"/>
              <p:cNvSpPr/>
              <p:nvPr/>
            </p:nvSpPr>
            <p:spPr bwMode="auto">
              <a:xfrm>
                <a:off x="60960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0" name="Rectangle 1009"/>
              <p:cNvSpPr/>
              <p:nvPr/>
            </p:nvSpPr>
            <p:spPr bwMode="auto">
              <a:xfrm>
                <a:off x="66294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1" name="Rectangle 1010"/>
              <p:cNvSpPr/>
              <p:nvPr/>
            </p:nvSpPr>
            <p:spPr bwMode="auto">
              <a:xfrm>
                <a:off x="65532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2" name="Rectangle 1011"/>
              <p:cNvSpPr/>
              <p:nvPr/>
            </p:nvSpPr>
            <p:spPr bwMode="auto">
              <a:xfrm>
                <a:off x="64770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3" name="Rectangle 1012"/>
              <p:cNvSpPr/>
              <p:nvPr/>
            </p:nvSpPr>
            <p:spPr bwMode="auto">
              <a:xfrm>
                <a:off x="64008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4" name="Rectangle 1013"/>
              <p:cNvSpPr/>
              <p:nvPr/>
            </p:nvSpPr>
            <p:spPr bwMode="auto">
              <a:xfrm>
                <a:off x="67818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5" name="Rectangle 1014"/>
              <p:cNvSpPr/>
              <p:nvPr/>
            </p:nvSpPr>
            <p:spPr bwMode="auto">
              <a:xfrm>
                <a:off x="67056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6" name="Rectangle 1015"/>
              <p:cNvSpPr/>
              <p:nvPr/>
            </p:nvSpPr>
            <p:spPr bwMode="auto">
              <a:xfrm>
                <a:off x="6400800" y="38862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7" name="Rectangle 1016"/>
              <p:cNvSpPr/>
              <p:nvPr/>
            </p:nvSpPr>
            <p:spPr bwMode="auto">
              <a:xfrm>
                <a:off x="6705600" y="3733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8" name="Rectangle 1017"/>
              <p:cNvSpPr/>
              <p:nvPr/>
            </p:nvSpPr>
            <p:spPr bwMode="auto">
              <a:xfrm>
                <a:off x="67056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19" name="Rectangle 1018"/>
              <p:cNvSpPr/>
              <p:nvPr/>
            </p:nvSpPr>
            <p:spPr bwMode="auto">
              <a:xfrm>
                <a:off x="66294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0" name="Rectangle 1019"/>
              <p:cNvSpPr/>
              <p:nvPr/>
            </p:nvSpPr>
            <p:spPr bwMode="auto">
              <a:xfrm>
                <a:off x="58674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1" name="Rectangle 1020"/>
              <p:cNvSpPr/>
              <p:nvPr/>
            </p:nvSpPr>
            <p:spPr bwMode="auto">
              <a:xfrm>
                <a:off x="57912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2" name="Rectangle 1021"/>
              <p:cNvSpPr/>
              <p:nvPr/>
            </p:nvSpPr>
            <p:spPr bwMode="auto">
              <a:xfrm>
                <a:off x="5791200" y="4114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3" name="Rectangle 1022"/>
              <p:cNvSpPr/>
              <p:nvPr/>
            </p:nvSpPr>
            <p:spPr bwMode="auto">
              <a:xfrm>
                <a:off x="5791200" y="3429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4" name="Rectangle 1023"/>
              <p:cNvSpPr/>
              <p:nvPr/>
            </p:nvSpPr>
            <p:spPr bwMode="auto">
              <a:xfrm>
                <a:off x="57912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5" name="Rectangle 1024"/>
              <p:cNvSpPr/>
              <p:nvPr/>
            </p:nvSpPr>
            <p:spPr bwMode="auto">
              <a:xfrm>
                <a:off x="5791200" y="3200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6" name="Rectangle 1025"/>
              <p:cNvSpPr/>
              <p:nvPr/>
            </p:nvSpPr>
            <p:spPr bwMode="auto">
              <a:xfrm>
                <a:off x="5791200" y="3352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7" name="Rectangle 1026"/>
              <p:cNvSpPr/>
              <p:nvPr/>
            </p:nvSpPr>
            <p:spPr bwMode="auto">
              <a:xfrm>
                <a:off x="5791200" y="3733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8" name="Rectangle 1027"/>
              <p:cNvSpPr/>
              <p:nvPr/>
            </p:nvSpPr>
            <p:spPr bwMode="auto">
              <a:xfrm>
                <a:off x="5791200" y="3581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29" name="Rectangle 1028"/>
              <p:cNvSpPr/>
              <p:nvPr/>
            </p:nvSpPr>
            <p:spPr bwMode="auto">
              <a:xfrm>
                <a:off x="5791200" y="3505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0" name="Rectangle 1029"/>
              <p:cNvSpPr/>
              <p:nvPr/>
            </p:nvSpPr>
            <p:spPr bwMode="auto">
              <a:xfrm>
                <a:off x="57912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1" name="Rectangle 1030"/>
              <p:cNvSpPr/>
              <p:nvPr/>
            </p:nvSpPr>
            <p:spPr bwMode="auto">
              <a:xfrm>
                <a:off x="5791200" y="4038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2" name="Rectangle 1031"/>
              <p:cNvSpPr/>
              <p:nvPr/>
            </p:nvSpPr>
            <p:spPr bwMode="auto">
              <a:xfrm>
                <a:off x="57912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3" name="Rectangle 1032"/>
              <p:cNvSpPr/>
              <p:nvPr/>
            </p:nvSpPr>
            <p:spPr bwMode="auto">
              <a:xfrm>
                <a:off x="57912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4" name="Rectangle 1033"/>
              <p:cNvSpPr/>
              <p:nvPr/>
            </p:nvSpPr>
            <p:spPr bwMode="auto">
              <a:xfrm>
                <a:off x="5791200" y="3962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5" name="Rectangle 1034"/>
              <p:cNvSpPr/>
              <p:nvPr/>
            </p:nvSpPr>
            <p:spPr bwMode="auto">
              <a:xfrm>
                <a:off x="60198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6" name="Rectangle 1035"/>
              <p:cNvSpPr/>
              <p:nvPr/>
            </p:nvSpPr>
            <p:spPr bwMode="auto">
              <a:xfrm>
                <a:off x="59436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7" name="Rectangle 1036"/>
              <p:cNvSpPr/>
              <p:nvPr/>
            </p:nvSpPr>
            <p:spPr bwMode="auto">
              <a:xfrm>
                <a:off x="63246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8" name="Rectangle 1037"/>
              <p:cNvSpPr/>
              <p:nvPr/>
            </p:nvSpPr>
            <p:spPr bwMode="auto">
              <a:xfrm>
                <a:off x="62484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39" name="Rectangle 1038"/>
              <p:cNvSpPr/>
              <p:nvPr/>
            </p:nvSpPr>
            <p:spPr bwMode="auto">
              <a:xfrm>
                <a:off x="61722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0" name="Rectangle 1039"/>
              <p:cNvSpPr/>
              <p:nvPr/>
            </p:nvSpPr>
            <p:spPr bwMode="auto">
              <a:xfrm>
                <a:off x="60960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1" name="Rectangle 1040"/>
              <p:cNvSpPr/>
              <p:nvPr/>
            </p:nvSpPr>
            <p:spPr bwMode="auto">
              <a:xfrm>
                <a:off x="65532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2" name="Rectangle 1041"/>
              <p:cNvSpPr/>
              <p:nvPr/>
            </p:nvSpPr>
            <p:spPr bwMode="auto">
              <a:xfrm>
                <a:off x="64770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3" name="Rectangle 1042"/>
              <p:cNvSpPr/>
              <p:nvPr/>
            </p:nvSpPr>
            <p:spPr bwMode="auto">
              <a:xfrm>
                <a:off x="64008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4" name="Rectangle 1043"/>
              <p:cNvSpPr/>
              <p:nvPr/>
            </p:nvSpPr>
            <p:spPr bwMode="auto">
              <a:xfrm>
                <a:off x="61722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045" name="Rectangle 1044"/>
              <p:cNvSpPr/>
              <p:nvPr/>
            </p:nvSpPr>
            <p:spPr bwMode="auto">
              <a:xfrm>
                <a:off x="63246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4" name="Rectangle 1133"/>
              <p:cNvSpPr/>
              <p:nvPr/>
            </p:nvSpPr>
            <p:spPr bwMode="auto">
              <a:xfrm>
                <a:off x="62484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5" name="Rectangle 1134"/>
              <p:cNvSpPr/>
              <p:nvPr/>
            </p:nvSpPr>
            <p:spPr bwMode="auto">
              <a:xfrm>
                <a:off x="61722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6" name="Rectangle 1135"/>
              <p:cNvSpPr/>
              <p:nvPr/>
            </p:nvSpPr>
            <p:spPr bwMode="auto">
              <a:xfrm>
                <a:off x="63246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7" name="Rectangle 1136"/>
              <p:cNvSpPr/>
              <p:nvPr/>
            </p:nvSpPr>
            <p:spPr bwMode="auto">
              <a:xfrm>
                <a:off x="62484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8" name="Rectangle 1137"/>
              <p:cNvSpPr/>
              <p:nvPr/>
            </p:nvSpPr>
            <p:spPr bwMode="auto">
              <a:xfrm>
                <a:off x="64770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39" name="Rectangle 1138"/>
              <p:cNvSpPr/>
              <p:nvPr/>
            </p:nvSpPr>
            <p:spPr bwMode="auto">
              <a:xfrm>
                <a:off x="64008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0" name="Rectangle 1139"/>
              <p:cNvSpPr/>
              <p:nvPr/>
            </p:nvSpPr>
            <p:spPr bwMode="auto">
              <a:xfrm>
                <a:off x="6096000" y="3429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1" name="Rectangle 1140"/>
              <p:cNvSpPr/>
              <p:nvPr/>
            </p:nvSpPr>
            <p:spPr bwMode="auto">
              <a:xfrm>
                <a:off x="6096000" y="3352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2" name="Rectangle 1141"/>
              <p:cNvSpPr/>
              <p:nvPr/>
            </p:nvSpPr>
            <p:spPr bwMode="auto">
              <a:xfrm>
                <a:off x="6096000" y="3733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3" name="Rectangle 1142"/>
              <p:cNvSpPr/>
              <p:nvPr/>
            </p:nvSpPr>
            <p:spPr bwMode="auto">
              <a:xfrm>
                <a:off x="6096000" y="3581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4" name="Rectangle 1143"/>
              <p:cNvSpPr/>
              <p:nvPr/>
            </p:nvSpPr>
            <p:spPr bwMode="auto">
              <a:xfrm>
                <a:off x="6096000" y="3505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5" name="Rectangle 1144"/>
              <p:cNvSpPr/>
              <p:nvPr/>
            </p:nvSpPr>
            <p:spPr bwMode="auto">
              <a:xfrm>
                <a:off x="60960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6" name="Rectangle 1145"/>
              <p:cNvSpPr/>
              <p:nvPr/>
            </p:nvSpPr>
            <p:spPr bwMode="auto">
              <a:xfrm>
                <a:off x="60960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7" name="Rectangle 1146"/>
              <p:cNvSpPr/>
              <p:nvPr/>
            </p:nvSpPr>
            <p:spPr bwMode="auto">
              <a:xfrm>
                <a:off x="64008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8" name="Rectangle 1147"/>
              <p:cNvSpPr/>
              <p:nvPr/>
            </p:nvSpPr>
            <p:spPr bwMode="auto">
              <a:xfrm>
                <a:off x="65532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49" name="Rectangle 1148"/>
              <p:cNvSpPr/>
              <p:nvPr/>
            </p:nvSpPr>
            <p:spPr bwMode="auto">
              <a:xfrm>
                <a:off x="6705600" y="4038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0" name="Rectangle 1149"/>
              <p:cNvSpPr/>
              <p:nvPr/>
            </p:nvSpPr>
            <p:spPr bwMode="auto">
              <a:xfrm>
                <a:off x="67056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1" name="Rectangle 1150"/>
              <p:cNvSpPr/>
              <p:nvPr/>
            </p:nvSpPr>
            <p:spPr bwMode="auto">
              <a:xfrm>
                <a:off x="67056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2" name="Rectangle 1151"/>
              <p:cNvSpPr/>
              <p:nvPr/>
            </p:nvSpPr>
            <p:spPr bwMode="auto">
              <a:xfrm>
                <a:off x="6705600" y="3962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3" name="Rectangle 1152"/>
              <p:cNvSpPr/>
              <p:nvPr/>
            </p:nvSpPr>
            <p:spPr bwMode="auto">
              <a:xfrm>
                <a:off x="6172200" y="3352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4" name="Rectangle 1153"/>
              <p:cNvSpPr/>
              <p:nvPr/>
            </p:nvSpPr>
            <p:spPr bwMode="auto">
              <a:xfrm>
                <a:off x="6172200" y="3505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5" name="Rectangle 1154"/>
              <p:cNvSpPr/>
              <p:nvPr/>
            </p:nvSpPr>
            <p:spPr bwMode="auto">
              <a:xfrm>
                <a:off x="6172200" y="3429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6" name="Rectangle 1155"/>
              <p:cNvSpPr/>
              <p:nvPr/>
            </p:nvSpPr>
            <p:spPr bwMode="auto">
              <a:xfrm>
                <a:off x="6172200" y="3581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7" name="Rectangle 1156"/>
              <p:cNvSpPr/>
              <p:nvPr/>
            </p:nvSpPr>
            <p:spPr bwMode="auto">
              <a:xfrm>
                <a:off x="6172200" y="3733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8" name="Rectangle 1157"/>
              <p:cNvSpPr/>
              <p:nvPr/>
            </p:nvSpPr>
            <p:spPr bwMode="auto">
              <a:xfrm>
                <a:off x="6172200" y="3657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59" name="Rectangle 1158"/>
              <p:cNvSpPr/>
              <p:nvPr/>
            </p:nvSpPr>
            <p:spPr bwMode="auto">
              <a:xfrm>
                <a:off x="5715000" y="2971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0" name="Rectangle 1159"/>
              <p:cNvSpPr/>
              <p:nvPr/>
            </p:nvSpPr>
            <p:spPr bwMode="auto">
              <a:xfrm>
                <a:off x="5715000" y="3124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1" name="Rectangle 1160"/>
              <p:cNvSpPr/>
              <p:nvPr/>
            </p:nvSpPr>
            <p:spPr bwMode="auto">
              <a:xfrm>
                <a:off x="5715000" y="3048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2" name="Rectangle 1161"/>
              <p:cNvSpPr/>
              <p:nvPr/>
            </p:nvSpPr>
            <p:spPr bwMode="auto">
              <a:xfrm>
                <a:off x="5715000" y="3200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3" name="Rectangle 1162"/>
              <p:cNvSpPr/>
              <p:nvPr/>
            </p:nvSpPr>
            <p:spPr bwMode="auto">
              <a:xfrm>
                <a:off x="57150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4" name="Rectangle 1163"/>
              <p:cNvSpPr/>
              <p:nvPr/>
            </p:nvSpPr>
            <p:spPr bwMode="auto">
              <a:xfrm>
                <a:off x="5715000" y="3276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5" name="Rectangle 1164"/>
              <p:cNvSpPr/>
              <p:nvPr/>
            </p:nvSpPr>
            <p:spPr bwMode="auto">
              <a:xfrm>
                <a:off x="5715000" y="3429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6" name="Rectangle 1165"/>
              <p:cNvSpPr/>
              <p:nvPr/>
            </p:nvSpPr>
            <p:spPr bwMode="auto">
              <a:xfrm>
                <a:off x="5715000" y="3581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7" name="Rectangle 1166"/>
              <p:cNvSpPr/>
              <p:nvPr/>
            </p:nvSpPr>
            <p:spPr bwMode="auto">
              <a:xfrm>
                <a:off x="5715000" y="3505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8" name="Rectangle 1167"/>
              <p:cNvSpPr/>
              <p:nvPr/>
            </p:nvSpPr>
            <p:spPr bwMode="auto">
              <a:xfrm>
                <a:off x="5715000" y="3657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69" name="Rectangle 1168"/>
              <p:cNvSpPr/>
              <p:nvPr/>
            </p:nvSpPr>
            <p:spPr bwMode="auto">
              <a:xfrm>
                <a:off x="5715000" y="3810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0" name="Rectangle 1169"/>
              <p:cNvSpPr/>
              <p:nvPr/>
            </p:nvSpPr>
            <p:spPr bwMode="auto">
              <a:xfrm>
                <a:off x="5715000" y="3733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1" name="Rectangle 1170"/>
              <p:cNvSpPr/>
              <p:nvPr/>
            </p:nvSpPr>
            <p:spPr bwMode="auto">
              <a:xfrm>
                <a:off x="6858000" y="2895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2" name="Rectangle 1171"/>
              <p:cNvSpPr/>
              <p:nvPr/>
            </p:nvSpPr>
            <p:spPr bwMode="auto">
              <a:xfrm>
                <a:off x="6858000" y="3048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3" name="Rectangle 1172"/>
              <p:cNvSpPr/>
              <p:nvPr/>
            </p:nvSpPr>
            <p:spPr bwMode="auto">
              <a:xfrm>
                <a:off x="6858000" y="2971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4" name="Rectangle 1173"/>
              <p:cNvSpPr/>
              <p:nvPr/>
            </p:nvSpPr>
            <p:spPr bwMode="auto">
              <a:xfrm>
                <a:off x="6858000" y="3124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5" name="Rectangle 1174"/>
              <p:cNvSpPr/>
              <p:nvPr/>
            </p:nvSpPr>
            <p:spPr bwMode="auto">
              <a:xfrm>
                <a:off x="6858000" y="3276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6" name="Rectangle 1175"/>
              <p:cNvSpPr/>
              <p:nvPr/>
            </p:nvSpPr>
            <p:spPr bwMode="auto">
              <a:xfrm>
                <a:off x="6858000" y="3200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7" name="Rectangle 1176"/>
              <p:cNvSpPr/>
              <p:nvPr/>
            </p:nvSpPr>
            <p:spPr bwMode="auto">
              <a:xfrm>
                <a:off x="5715000" y="3886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8" name="Rectangle 1177"/>
              <p:cNvSpPr/>
              <p:nvPr/>
            </p:nvSpPr>
            <p:spPr bwMode="auto">
              <a:xfrm>
                <a:off x="5715000" y="4038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79" name="Rectangle 1178"/>
              <p:cNvSpPr/>
              <p:nvPr/>
            </p:nvSpPr>
            <p:spPr bwMode="auto">
              <a:xfrm>
                <a:off x="5715000" y="3962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0" name="Rectangle 1179"/>
              <p:cNvSpPr/>
              <p:nvPr/>
            </p:nvSpPr>
            <p:spPr bwMode="auto">
              <a:xfrm>
                <a:off x="5715000" y="4114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1" name="Rectangle 1180"/>
              <p:cNvSpPr/>
              <p:nvPr/>
            </p:nvSpPr>
            <p:spPr bwMode="auto">
              <a:xfrm>
                <a:off x="5715000" y="4267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2" name="Rectangle 1181"/>
              <p:cNvSpPr/>
              <p:nvPr/>
            </p:nvSpPr>
            <p:spPr bwMode="auto">
              <a:xfrm>
                <a:off x="5715000" y="4191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3" name="Rectangle 1182"/>
              <p:cNvSpPr/>
              <p:nvPr/>
            </p:nvSpPr>
            <p:spPr bwMode="auto">
              <a:xfrm>
                <a:off x="5791200" y="4267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4" name="Rectangle 1183"/>
              <p:cNvSpPr/>
              <p:nvPr/>
            </p:nvSpPr>
            <p:spPr bwMode="auto">
              <a:xfrm>
                <a:off x="58674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5" name="Rectangle 1184"/>
              <p:cNvSpPr/>
              <p:nvPr/>
            </p:nvSpPr>
            <p:spPr bwMode="auto">
              <a:xfrm>
                <a:off x="59436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6" name="Rectangle 1185"/>
              <p:cNvSpPr/>
              <p:nvPr/>
            </p:nvSpPr>
            <p:spPr bwMode="auto">
              <a:xfrm>
                <a:off x="60198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7" name="Rectangle 1186"/>
              <p:cNvSpPr/>
              <p:nvPr/>
            </p:nvSpPr>
            <p:spPr bwMode="auto">
              <a:xfrm>
                <a:off x="60960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8" name="Rectangle 1187"/>
              <p:cNvSpPr/>
              <p:nvPr/>
            </p:nvSpPr>
            <p:spPr bwMode="auto">
              <a:xfrm>
                <a:off x="61722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89" name="Rectangle 1188"/>
              <p:cNvSpPr/>
              <p:nvPr/>
            </p:nvSpPr>
            <p:spPr bwMode="auto">
              <a:xfrm>
                <a:off x="62484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0" name="Rectangle 1189"/>
              <p:cNvSpPr/>
              <p:nvPr/>
            </p:nvSpPr>
            <p:spPr bwMode="auto">
              <a:xfrm>
                <a:off x="63246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1" name="Rectangle 1190"/>
              <p:cNvSpPr/>
              <p:nvPr/>
            </p:nvSpPr>
            <p:spPr bwMode="auto">
              <a:xfrm>
                <a:off x="64008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2" name="Rectangle 1191"/>
              <p:cNvSpPr/>
              <p:nvPr/>
            </p:nvSpPr>
            <p:spPr bwMode="auto">
              <a:xfrm>
                <a:off x="64770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3" name="Rectangle 1192"/>
              <p:cNvSpPr/>
              <p:nvPr/>
            </p:nvSpPr>
            <p:spPr bwMode="auto">
              <a:xfrm>
                <a:off x="65532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4" name="Rectangle 1193"/>
              <p:cNvSpPr/>
              <p:nvPr/>
            </p:nvSpPr>
            <p:spPr bwMode="auto">
              <a:xfrm>
                <a:off x="6629400" y="4267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5" name="Rectangle 1194"/>
              <p:cNvSpPr/>
              <p:nvPr/>
            </p:nvSpPr>
            <p:spPr bwMode="auto">
              <a:xfrm>
                <a:off x="6705600" y="4267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6" name="Rectangle 1195"/>
              <p:cNvSpPr/>
              <p:nvPr/>
            </p:nvSpPr>
            <p:spPr bwMode="auto">
              <a:xfrm>
                <a:off x="6781800" y="4267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7" name="Rectangle 1196"/>
              <p:cNvSpPr/>
              <p:nvPr/>
            </p:nvSpPr>
            <p:spPr bwMode="auto">
              <a:xfrm>
                <a:off x="6781800" y="3733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8" name="Rectangle 1197"/>
              <p:cNvSpPr/>
              <p:nvPr/>
            </p:nvSpPr>
            <p:spPr bwMode="auto">
              <a:xfrm>
                <a:off x="6781800" y="3810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199" name="Rectangle 1198"/>
              <p:cNvSpPr/>
              <p:nvPr/>
            </p:nvSpPr>
            <p:spPr bwMode="auto">
              <a:xfrm>
                <a:off x="6781800" y="3962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0" name="Rectangle 1199"/>
              <p:cNvSpPr/>
              <p:nvPr/>
            </p:nvSpPr>
            <p:spPr bwMode="auto">
              <a:xfrm>
                <a:off x="6781800" y="3886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1" name="Rectangle 1200"/>
              <p:cNvSpPr/>
              <p:nvPr/>
            </p:nvSpPr>
            <p:spPr bwMode="auto">
              <a:xfrm>
                <a:off x="6781800" y="4038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2" name="Rectangle 1201"/>
              <p:cNvSpPr/>
              <p:nvPr/>
            </p:nvSpPr>
            <p:spPr bwMode="auto">
              <a:xfrm>
                <a:off x="6781800" y="4191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3" name="Rectangle 1202"/>
              <p:cNvSpPr/>
              <p:nvPr/>
            </p:nvSpPr>
            <p:spPr bwMode="auto">
              <a:xfrm>
                <a:off x="6781800" y="4114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4" name="Rectangle 1203"/>
              <p:cNvSpPr/>
              <p:nvPr/>
            </p:nvSpPr>
            <p:spPr bwMode="auto">
              <a:xfrm>
                <a:off x="6781800" y="3657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5" name="Rectangle 1204"/>
              <p:cNvSpPr/>
              <p:nvPr/>
            </p:nvSpPr>
            <p:spPr bwMode="auto">
              <a:xfrm>
                <a:off x="6781800" y="3581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6" name="Rectangle 1205"/>
              <p:cNvSpPr/>
              <p:nvPr/>
            </p:nvSpPr>
            <p:spPr bwMode="auto">
              <a:xfrm>
                <a:off x="6324600" y="3581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7" name="Rectangle 1206"/>
              <p:cNvSpPr/>
              <p:nvPr/>
            </p:nvSpPr>
            <p:spPr bwMode="auto">
              <a:xfrm>
                <a:off x="6400800" y="3581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8" name="Rectangle 1207"/>
              <p:cNvSpPr/>
              <p:nvPr/>
            </p:nvSpPr>
            <p:spPr bwMode="auto">
              <a:xfrm>
                <a:off x="6477000" y="3581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09" name="Rectangle 1208"/>
              <p:cNvSpPr/>
              <p:nvPr/>
            </p:nvSpPr>
            <p:spPr bwMode="auto">
              <a:xfrm>
                <a:off x="6553200" y="3581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0" name="Rectangle 1209"/>
              <p:cNvSpPr/>
              <p:nvPr/>
            </p:nvSpPr>
            <p:spPr bwMode="auto">
              <a:xfrm>
                <a:off x="6629400" y="3581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1" name="Rectangle 1210"/>
              <p:cNvSpPr/>
              <p:nvPr/>
            </p:nvSpPr>
            <p:spPr bwMode="auto">
              <a:xfrm>
                <a:off x="6705600" y="3581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2" name="Rectangle 1211"/>
              <p:cNvSpPr/>
              <p:nvPr/>
            </p:nvSpPr>
            <p:spPr bwMode="auto">
              <a:xfrm>
                <a:off x="6324600" y="3733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3" name="Rectangle 1212"/>
              <p:cNvSpPr/>
              <p:nvPr/>
            </p:nvSpPr>
            <p:spPr bwMode="auto">
              <a:xfrm>
                <a:off x="6324600" y="3810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4" name="Rectangle 1213"/>
              <p:cNvSpPr/>
              <p:nvPr/>
            </p:nvSpPr>
            <p:spPr bwMode="auto">
              <a:xfrm>
                <a:off x="6324600" y="3657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5" name="Rectangle 1214"/>
              <p:cNvSpPr/>
              <p:nvPr/>
            </p:nvSpPr>
            <p:spPr bwMode="auto">
              <a:xfrm>
                <a:off x="6172200" y="3810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6" name="Rectangle 1215"/>
              <p:cNvSpPr/>
              <p:nvPr/>
            </p:nvSpPr>
            <p:spPr bwMode="auto">
              <a:xfrm>
                <a:off x="6248400" y="3810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7" name="Rectangle 1216"/>
              <p:cNvSpPr/>
              <p:nvPr/>
            </p:nvSpPr>
            <p:spPr bwMode="auto">
              <a:xfrm>
                <a:off x="67056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8" name="Rectangle 1217"/>
              <p:cNvSpPr/>
              <p:nvPr/>
            </p:nvSpPr>
            <p:spPr bwMode="auto">
              <a:xfrm>
                <a:off x="62484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19" name="Rectangle 1218"/>
              <p:cNvSpPr/>
              <p:nvPr/>
            </p:nvSpPr>
            <p:spPr bwMode="auto">
              <a:xfrm>
                <a:off x="63246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0" name="Rectangle 1219"/>
              <p:cNvSpPr/>
              <p:nvPr/>
            </p:nvSpPr>
            <p:spPr bwMode="auto">
              <a:xfrm>
                <a:off x="64008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1" name="Rectangle 1220"/>
              <p:cNvSpPr/>
              <p:nvPr/>
            </p:nvSpPr>
            <p:spPr bwMode="auto">
              <a:xfrm>
                <a:off x="64770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2" name="Rectangle 1221"/>
              <p:cNvSpPr/>
              <p:nvPr/>
            </p:nvSpPr>
            <p:spPr bwMode="auto">
              <a:xfrm>
                <a:off x="65532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3" name="Rectangle 1222"/>
              <p:cNvSpPr/>
              <p:nvPr/>
            </p:nvSpPr>
            <p:spPr bwMode="auto">
              <a:xfrm>
                <a:off x="6629400" y="3352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4" name="Rectangle 1223"/>
              <p:cNvSpPr/>
              <p:nvPr/>
            </p:nvSpPr>
            <p:spPr bwMode="auto">
              <a:xfrm>
                <a:off x="6858000" y="3352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5" name="Rectangle 1224"/>
              <p:cNvSpPr/>
              <p:nvPr/>
            </p:nvSpPr>
            <p:spPr bwMode="auto">
              <a:xfrm>
                <a:off x="6781800" y="3352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6" name="Rectangle 1225"/>
              <p:cNvSpPr/>
              <p:nvPr/>
            </p:nvSpPr>
            <p:spPr bwMode="auto">
              <a:xfrm>
                <a:off x="5715000" y="2895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7" name="Rectangle 1226"/>
              <p:cNvSpPr/>
              <p:nvPr/>
            </p:nvSpPr>
            <p:spPr bwMode="auto">
              <a:xfrm>
                <a:off x="5791200" y="2895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8" name="Rectangle 1227"/>
              <p:cNvSpPr/>
              <p:nvPr/>
            </p:nvSpPr>
            <p:spPr bwMode="auto">
              <a:xfrm>
                <a:off x="58674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29" name="Rectangle 1228"/>
              <p:cNvSpPr/>
              <p:nvPr/>
            </p:nvSpPr>
            <p:spPr bwMode="auto">
              <a:xfrm>
                <a:off x="59436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0" name="Rectangle 1229"/>
              <p:cNvSpPr/>
              <p:nvPr/>
            </p:nvSpPr>
            <p:spPr bwMode="auto">
              <a:xfrm>
                <a:off x="60198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1" name="Rectangle 1230"/>
              <p:cNvSpPr/>
              <p:nvPr/>
            </p:nvSpPr>
            <p:spPr bwMode="auto">
              <a:xfrm>
                <a:off x="60960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2" name="Rectangle 1231"/>
              <p:cNvSpPr/>
              <p:nvPr/>
            </p:nvSpPr>
            <p:spPr bwMode="auto">
              <a:xfrm>
                <a:off x="61722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3" name="Rectangle 1232"/>
              <p:cNvSpPr/>
              <p:nvPr/>
            </p:nvSpPr>
            <p:spPr bwMode="auto">
              <a:xfrm>
                <a:off x="62484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4" name="Rectangle 1233"/>
              <p:cNvSpPr/>
              <p:nvPr/>
            </p:nvSpPr>
            <p:spPr bwMode="auto">
              <a:xfrm>
                <a:off x="63246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5" name="Rectangle 1234"/>
              <p:cNvSpPr/>
              <p:nvPr/>
            </p:nvSpPr>
            <p:spPr bwMode="auto">
              <a:xfrm>
                <a:off x="64008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6" name="Rectangle 1235"/>
              <p:cNvSpPr/>
              <p:nvPr/>
            </p:nvSpPr>
            <p:spPr bwMode="auto">
              <a:xfrm>
                <a:off x="64770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7" name="Rectangle 1236"/>
              <p:cNvSpPr/>
              <p:nvPr/>
            </p:nvSpPr>
            <p:spPr bwMode="auto">
              <a:xfrm>
                <a:off x="65532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8" name="Rectangle 1237"/>
              <p:cNvSpPr/>
              <p:nvPr/>
            </p:nvSpPr>
            <p:spPr bwMode="auto">
              <a:xfrm>
                <a:off x="66294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39" name="Rectangle 1238"/>
              <p:cNvSpPr/>
              <p:nvPr/>
            </p:nvSpPr>
            <p:spPr bwMode="auto">
              <a:xfrm>
                <a:off x="6705600" y="2895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0" name="Rectangle 1239"/>
              <p:cNvSpPr/>
              <p:nvPr/>
            </p:nvSpPr>
            <p:spPr bwMode="auto">
              <a:xfrm>
                <a:off x="6781800" y="2895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241" name="Group 1240"/>
            <p:cNvGrpSpPr/>
            <p:nvPr/>
          </p:nvGrpSpPr>
          <p:grpSpPr>
            <a:xfrm>
              <a:off x="3276600" y="1371600"/>
              <a:ext cx="914400" cy="1143000"/>
              <a:chOff x="3352800" y="3048000"/>
              <a:chExt cx="914400" cy="1143000"/>
            </a:xfrm>
          </p:grpSpPr>
          <p:sp>
            <p:nvSpPr>
              <p:cNvPr id="1242" name="Rectangle 1241"/>
              <p:cNvSpPr/>
              <p:nvPr/>
            </p:nvSpPr>
            <p:spPr bwMode="auto">
              <a:xfrm>
                <a:off x="41148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3" name="Rectangle 1242"/>
              <p:cNvSpPr/>
              <p:nvPr/>
            </p:nvSpPr>
            <p:spPr bwMode="auto">
              <a:xfrm>
                <a:off x="41910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4" name="Rectangle 1243"/>
              <p:cNvSpPr/>
              <p:nvPr/>
            </p:nvSpPr>
            <p:spPr bwMode="auto">
              <a:xfrm>
                <a:off x="33528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5" name="Rectangle 1244"/>
              <p:cNvSpPr/>
              <p:nvPr/>
            </p:nvSpPr>
            <p:spPr bwMode="auto">
              <a:xfrm>
                <a:off x="34290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6" name="Rectangle 1245"/>
              <p:cNvSpPr/>
              <p:nvPr/>
            </p:nvSpPr>
            <p:spPr bwMode="auto">
              <a:xfrm>
                <a:off x="33528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7" name="Rectangle 1246"/>
              <p:cNvSpPr/>
              <p:nvPr/>
            </p:nvSpPr>
            <p:spPr bwMode="auto">
              <a:xfrm>
                <a:off x="33528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8" name="Rectangle 1247"/>
              <p:cNvSpPr/>
              <p:nvPr/>
            </p:nvSpPr>
            <p:spPr bwMode="auto">
              <a:xfrm>
                <a:off x="34290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49" name="Rectangle 1248"/>
              <p:cNvSpPr/>
              <p:nvPr/>
            </p:nvSpPr>
            <p:spPr bwMode="auto">
              <a:xfrm>
                <a:off x="40386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0" name="Rectangle 1249"/>
              <p:cNvSpPr/>
              <p:nvPr/>
            </p:nvSpPr>
            <p:spPr bwMode="auto">
              <a:xfrm>
                <a:off x="40386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1" name="Rectangle 1250"/>
              <p:cNvSpPr/>
              <p:nvPr/>
            </p:nvSpPr>
            <p:spPr bwMode="auto">
              <a:xfrm>
                <a:off x="41148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2" name="Rectangle 1251"/>
              <p:cNvSpPr/>
              <p:nvPr/>
            </p:nvSpPr>
            <p:spPr bwMode="auto">
              <a:xfrm>
                <a:off x="41148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3" name="Rectangle 1252"/>
              <p:cNvSpPr/>
              <p:nvPr/>
            </p:nvSpPr>
            <p:spPr bwMode="auto">
              <a:xfrm>
                <a:off x="41910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4" name="Rectangle 1253"/>
              <p:cNvSpPr/>
              <p:nvPr/>
            </p:nvSpPr>
            <p:spPr bwMode="auto">
              <a:xfrm>
                <a:off x="41910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5" name="Rectangle 1254"/>
              <p:cNvSpPr/>
              <p:nvPr/>
            </p:nvSpPr>
            <p:spPr bwMode="auto">
              <a:xfrm>
                <a:off x="33528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6" name="Rectangle 1255"/>
              <p:cNvSpPr/>
              <p:nvPr/>
            </p:nvSpPr>
            <p:spPr bwMode="auto">
              <a:xfrm>
                <a:off x="39624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7" name="Rectangle 1256"/>
              <p:cNvSpPr/>
              <p:nvPr/>
            </p:nvSpPr>
            <p:spPr bwMode="auto">
              <a:xfrm>
                <a:off x="40386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8" name="Rectangle 1257"/>
              <p:cNvSpPr/>
              <p:nvPr/>
            </p:nvSpPr>
            <p:spPr bwMode="auto">
              <a:xfrm>
                <a:off x="40386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59" name="Rectangle 1258"/>
              <p:cNvSpPr/>
              <p:nvPr/>
            </p:nvSpPr>
            <p:spPr bwMode="auto">
              <a:xfrm>
                <a:off x="3352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0" name="Rectangle 1259"/>
              <p:cNvSpPr/>
              <p:nvPr/>
            </p:nvSpPr>
            <p:spPr bwMode="auto">
              <a:xfrm>
                <a:off x="34290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1" name="Rectangle 1260"/>
              <p:cNvSpPr/>
              <p:nvPr/>
            </p:nvSpPr>
            <p:spPr bwMode="auto">
              <a:xfrm>
                <a:off x="35052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2" name="Rectangle 1261"/>
              <p:cNvSpPr/>
              <p:nvPr/>
            </p:nvSpPr>
            <p:spPr bwMode="auto">
              <a:xfrm>
                <a:off x="34290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3" name="Rectangle 1262"/>
              <p:cNvSpPr/>
              <p:nvPr/>
            </p:nvSpPr>
            <p:spPr bwMode="auto">
              <a:xfrm>
                <a:off x="35052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4" name="Rectangle 1263"/>
              <p:cNvSpPr/>
              <p:nvPr/>
            </p:nvSpPr>
            <p:spPr bwMode="auto">
              <a:xfrm>
                <a:off x="35814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5" name="Rectangle 1264"/>
              <p:cNvSpPr/>
              <p:nvPr/>
            </p:nvSpPr>
            <p:spPr bwMode="auto">
              <a:xfrm>
                <a:off x="33528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6" name="Rectangle 1265"/>
              <p:cNvSpPr/>
              <p:nvPr/>
            </p:nvSpPr>
            <p:spPr bwMode="auto">
              <a:xfrm>
                <a:off x="33528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7" name="Rectangle 1266"/>
              <p:cNvSpPr/>
              <p:nvPr/>
            </p:nvSpPr>
            <p:spPr bwMode="auto">
              <a:xfrm>
                <a:off x="34290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8" name="Rectangle 1267"/>
              <p:cNvSpPr/>
              <p:nvPr/>
            </p:nvSpPr>
            <p:spPr bwMode="auto">
              <a:xfrm>
                <a:off x="3505200" y="3276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69" name="Rectangle 1268"/>
              <p:cNvSpPr/>
              <p:nvPr/>
            </p:nvSpPr>
            <p:spPr bwMode="auto">
              <a:xfrm>
                <a:off x="38862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0" name="Rectangle 1269"/>
              <p:cNvSpPr/>
              <p:nvPr/>
            </p:nvSpPr>
            <p:spPr bwMode="auto">
              <a:xfrm>
                <a:off x="39624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1" name="Rectangle 1270"/>
              <p:cNvSpPr/>
              <p:nvPr/>
            </p:nvSpPr>
            <p:spPr bwMode="auto">
              <a:xfrm>
                <a:off x="36576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2" name="Rectangle 1271"/>
              <p:cNvSpPr/>
              <p:nvPr/>
            </p:nvSpPr>
            <p:spPr bwMode="auto">
              <a:xfrm>
                <a:off x="37338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3" name="Rectangle 1272"/>
              <p:cNvSpPr/>
              <p:nvPr/>
            </p:nvSpPr>
            <p:spPr bwMode="auto">
              <a:xfrm>
                <a:off x="38100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4" name="Rectangle 1273"/>
              <p:cNvSpPr/>
              <p:nvPr/>
            </p:nvSpPr>
            <p:spPr bwMode="auto">
              <a:xfrm>
                <a:off x="38862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5" name="Rectangle 1274"/>
              <p:cNvSpPr/>
              <p:nvPr/>
            </p:nvSpPr>
            <p:spPr bwMode="auto">
              <a:xfrm>
                <a:off x="3962400" y="3200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6" name="Rectangle 1275"/>
              <p:cNvSpPr/>
              <p:nvPr/>
            </p:nvSpPr>
            <p:spPr bwMode="auto">
              <a:xfrm>
                <a:off x="36576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7" name="Rectangle 1276"/>
              <p:cNvSpPr/>
              <p:nvPr/>
            </p:nvSpPr>
            <p:spPr bwMode="auto">
              <a:xfrm>
                <a:off x="37338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8" name="Rectangle 1277"/>
              <p:cNvSpPr/>
              <p:nvPr/>
            </p:nvSpPr>
            <p:spPr bwMode="auto">
              <a:xfrm>
                <a:off x="38100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79" name="Rectangle 1278"/>
              <p:cNvSpPr/>
              <p:nvPr/>
            </p:nvSpPr>
            <p:spPr bwMode="auto">
              <a:xfrm>
                <a:off x="38862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0" name="Rectangle 1279"/>
              <p:cNvSpPr/>
              <p:nvPr/>
            </p:nvSpPr>
            <p:spPr bwMode="auto">
              <a:xfrm>
                <a:off x="39624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1" name="Rectangle 1280"/>
              <p:cNvSpPr/>
              <p:nvPr/>
            </p:nvSpPr>
            <p:spPr bwMode="auto">
              <a:xfrm>
                <a:off x="3505200" y="3581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2" name="Rectangle 1281"/>
              <p:cNvSpPr/>
              <p:nvPr/>
            </p:nvSpPr>
            <p:spPr bwMode="auto">
              <a:xfrm>
                <a:off x="3505200" y="3657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3" name="Rectangle 1282"/>
              <p:cNvSpPr/>
              <p:nvPr/>
            </p:nvSpPr>
            <p:spPr bwMode="auto">
              <a:xfrm>
                <a:off x="4114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4" name="Rectangle 1283"/>
              <p:cNvSpPr/>
              <p:nvPr/>
            </p:nvSpPr>
            <p:spPr bwMode="auto">
              <a:xfrm>
                <a:off x="40386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5" name="Rectangle 1284"/>
              <p:cNvSpPr/>
              <p:nvPr/>
            </p:nvSpPr>
            <p:spPr bwMode="auto">
              <a:xfrm>
                <a:off x="4114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6" name="Rectangle 1285"/>
              <p:cNvSpPr/>
              <p:nvPr/>
            </p:nvSpPr>
            <p:spPr bwMode="auto">
              <a:xfrm>
                <a:off x="38100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7" name="Rectangle 1286"/>
              <p:cNvSpPr/>
              <p:nvPr/>
            </p:nvSpPr>
            <p:spPr bwMode="auto">
              <a:xfrm>
                <a:off x="36576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8" name="Rectangle 1287"/>
              <p:cNvSpPr/>
              <p:nvPr/>
            </p:nvSpPr>
            <p:spPr bwMode="auto">
              <a:xfrm>
                <a:off x="37338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89" name="Rectangle 1288"/>
              <p:cNvSpPr/>
              <p:nvPr/>
            </p:nvSpPr>
            <p:spPr bwMode="auto">
              <a:xfrm>
                <a:off x="34290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0" name="Rectangle 1289"/>
              <p:cNvSpPr/>
              <p:nvPr/>
            </p:nvSpPr>
            <p:spPr bwMode="auto">
              <a:xfrm>
                <a:off x="35052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1" name="Rectangle 1290"/>
              <p:cNvSpPr/>
              <p:nvPr/>
            </p:nvSpPr>
            <p:spPr bwMode="auto">
              <a:xfrm>
                <a:off x="3581400" y="3124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2" name="Rectangle 1291"/>
              <p:cNvSpPr/>
              <p:nvPr/>
            </p:nvSpPr>
            <p:spPr bwMode="auto">
              <a:xfrm>
                <a:off x="35814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3" name="Rectangle 1292"/>
              <p:cNvSpPr/>
              <p:nvPr/>
            </p:nvSpPr>
            <p:spPr bwMode="auto">
              <a:xfrm>
                <a:off x="34290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4" name="Rectangle 1293"/>
              <p:cNvSpPr/>
              <p:nvPr/>
            </p:nvSpPr>
            <p:spPr bwMode="auto">
              <a:xfrm>
                <a:off x="3505200" y="3048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5" name="Rectangle 1294"/>
              <p:cNvSpPr/>
              <p:nvPr/>
            </p:nvSpPr>
            <p:spPr bwMode="auto">
              <a:xfrm>
                <a:off x="33528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6" name="Rectangle 1295"/>
              <p:cNvSpPr/>
              <p:nvPr/>
            </p:nvSpPr>
            <p:spPr bwMode="auto">
              <a:xfrm>
                <a:off x="34290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7" name="Rectangle 1296"/>
              <p:cNvSpPr/>
              <p:nvPr/>
            </p:nvSpPr>
            <p:spPr bwMode="auto">
              <a:xfrm>
                <a:off x="33528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8" name="Rectangle 1297"/>
              <p:cNvSpPr/>
              <p:nvPr/>
            </p:nvSpPr>
            <p:spPr bwMode="auto">
              <a:xfrm>
                <a:off x="34290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299" name="Rectangle 1298"/>
              <p:cNvSpPr/>
              <p:nvPr/>
            </p:nvSpPr>
            <p:spPr bwMode="auto">
              <a:xfrm>
                <a:off x="3505200" y="3352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0" name="Rectangle 1299"/>
              <p:cNvSpPr/>
              <p:nvPr/>
            </p:nvSpPr>
            <p:spPr bwMode="auto">
              <a:xfrm>
                <a:off x="3505200" y="3429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1" name="Rectangle 1300"/>
              <p:cNvSpPr/>
              <p:nvPr/>
            </p:nvSpPr>
            <p:spPr bwMode="auto">
              <a:xfrm>
                <a:off x="33528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2" name="Rectangle 1301"/>
              <p:cNvSpPr/>
              <p:nvPr/>
            </p:nvSpPr>
            <p:spPr bwMode="auto">
              <a:xfrm>
                <a:off x="34290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3" name="Rectangle 1302"/>
              <p:cNvSpPr/>
              <p:nvPr/>
            </p:nvSpPr>
            <p:spPr bwMode="auto">
              <a:xfrm>
                <a:off x="3505200" y="3505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4" name="Rectangle 1303"/>
              <p:cNvSpPr/>
              <p:nvPr/>
            </p:nvSpPr>
            <p:spPr bwMode="auto">
              <a:xfrm>
                <a:off x="3352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5" name="Rectangle 1304"/>
              <p:cNvSpPr/>
              <p:nvPr/>
            </p:nvSpPr>
            <p:spPr bwMode="auto">
              <a:xfrm>
                <a:off x="3429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6" name="Rectangle 1305"/>
              <p:cNvSpPr/>
              <p:nvPr/>
            </p:nvSpPr>
            <p:spPr bwMode="auto">
              <a:xfrm>
                <a:off x="3352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7" name="Rectangle 1306"/>
              <p:cNvSpPr/>
              <p:nvPr/>
            </p:nvSpPr>
            <p:spPr bwMode="auto">
              <a:xfrm>
                <a:off x="3429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8" name="Rectangle 1307"/>
              <p:cNvSpPr/>
              <p:nvPr/>
            </p:nvSpPr>
            <p:spPr bwMode="auto">
              <a:xfrm>
                <a:off x="3352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09" name="Rectangle 1308"/>
              <p:cNvSpPr/>
              <p:nvPr/>
            </p:nvSpPr>
            <p:spPr bwMode="auto">
              <a:xfrm>
                <a:off x="3429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0" name="Rectangle 1309"/>
              <p:cNvSpPr/>
              <p:nvPr/>
            </p:nvSpPr>
            <p:spPr bwMode="auto">
              <a:xfrm>
                <a:off x="3505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1" name="Rectangle 1310"/>
              <p:cNvSpPr/>
              <p:nvPr/>
            </p:nvSpPr>
            <p:spPr bwMode="auto">
              <a:xfrm>
                <a:off x="3505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2" name="Rectangle 1311"/>
              <p:cNvSpPr/>
              <p:nvPr/>
            </p:nvSpPr>
            <p:spPr bwMode="auto">
              <a:xfrm>
                <a:off x="3505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3" name="Rectangle 1312"/>
              <p:cNvSpPr/>
              <p:nvPr/>
            </p:nvSpPr>
            <p:spPr bwMode="auto">
              <a:xfrm>
                <a:off x="3352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4" name="Rectangle 1313"/>
              <p:cNvSpPr/>
              <p:nvPr/>
            </p:nvSpPr>
            <p:spPr bwMode="auto">
              <a:xfrm>
                <a:off x="34290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5" name="Rectangle 1314"/>
              <p:cNvSpPr/>
              <p:nvPr/>
            </p:nvSpPr>
            <p:spPr bwMode="auto">
              <a:xfrm>
                <a:off x="35052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6" name="Rectangle 1315"/>
              <p:cNvSpPr/>
              <p:nvPr/>
            </p:nvSpPr>
            <p:spPr bwMode="auto">
              <a:xfrm>
                <a:off x="33528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7" name="Rectangle 1316"/>
              <p:cNvSpPr/>
              <p:nvPr/>
            </p:nvSpPr>
            <p:spPr bwMode="auto">
              <a:xfrm>
                <a:off x="34290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8" name="Rectangle 1317"/>
              <p:cNvSpPr/>
              <p:nvPr/>
            </p:nvSpPr>
            <p:spPr bwMode="auto">
              <a:xfrm>
                <a:off x="3505200" y="38862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19" name="Rectangle 1318"/>
              <p:cNvSpPr/>
              <p:nvPr/>
            </p:nvSpPr>
            <p:spPr bwMode="auto">
              <a:xfrm>
                <a:off x="39624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0" name="Rectangle 1319"/>
              <p:cNvSpPr/>
              <p:nvPr/>
            </p:nvSpPr>
            <p:spPr bwMode="auto">
              <a:xfrm>
                <a:off x="40386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1" name="Rectangle 1320"/>
              <p:cNvSpPr/>
              <p:nvPr/>
            </p:nvSpPr>
            <p:spPr bwMode="auto">
              <a:xfrm>
                <a:off x="4114800" y="38100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2" name="Rectangle 1321"/>
              <p:cNvSpPr/>
              <p:nvPr/>
            </p:nvSpPr>
            <p:spPr bwMode="auto">
              <a:xfrm>
                <a:off x="40386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3" name="Rectangle 1322"/>
              <p:cNvSpPr/>
              <p:nvPr/>
            </p:nvSpPr>
            <p:spPr bwMode="auto">
              <a:xfrm>
                <a:off x="4114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4" name="Rectangle 1323"/>
              <p:cNvSpPr/>
              <p:nvPr/>
            </p:nvSpPr>
            <p:spPr bwMode="auto">
              <a:xfrm>
                <a:off x="39624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5" name="Rectangle 1324"/>
              <p:cNvSpPr/>
              <p:nvPr/>
            </p:nvSpPr>
            <p:spPr bwMode="auto">
              <a:xfrm>
                <a:off x="40386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6" name="Rectangle 1325"/>
              <p:cNvSpPr/>
              <p:nvPr/>
            </p:nvSpPr>
            <p:spPr bwMode="auto">
              <a:xfrm>
                <a:off x="4114800" y="3733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7" name="Rectangle 1326"/>
              <p:cNvSpPr/>
              <p:nvPr/>
            </p:nvSpPr>
            <p:spPr bwMode="auto">
              <a:xfrm>
                <a:off x="40386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8" name="Rectangle 1327"/>
              <p:cNvSpPr/>
              <p:nvPr/>
            </p:nvSpPr>
            <p:spPr bwMode="auto">
              <a:xfrm>
                <a:off x="4114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29" name="Rectangle 1328"/>
              <p:cNvSpPr/>
              <p:nvPr/>
            </p:nvSpPr>
            <p:spPr bwMode="auto">
              <a:xfrm>
                <a:off x="35814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0" name="Rectangle 1329"/>
              <p:cNvSpPr/>
              <p:nvPr/>
            </p:nvSpPr>
            <p:spPr bwMode="auto">
              <a:xfrm>
                <a:off x="36576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1" name="Rectangle 1330"/>
              <p:cNvSpPr/>
              <p:nvPr/>
            </p:nvSpPr>
            <p:spPr bwMode="auto">
              <a:xfrm>
                <a:off x="37338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2" name="Rectangle 1331"/>
              <p:cNvSpPr/>
              <p:nvPr/>
            </p:nvSpPr>
            <p:spPr bwMode="auto">
              <a:xfrm>
                <a:off x="38100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3" name="Rectangle 1332"/>
              <p:cNvSpPr/>
              <p:nvPr/>
            </p:nvSpPr>
            <p:spPr bwMode="auto">
              <a:xfrm>
                <a:off x="38862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4" name="Rectangle 1333"/>
              <p:cNvSpPr/>
              <p:nvPr/>
            </p:nvSpPr>
            <p:spPr bwMode="auto">
              <a:xfrm>
                <a:off x="3962400" y="41148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5" name="Rectangle 1334"/>
              <p:cNvSpPr/>
              <p:nvPr/>
            </p:nvSpPr>
            <p:spPr bwMode="auto">
              <a:xfrm>
                <a:off x="35814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6" name="Rectangle 1335"/>
              <p:cNvSpPr/>
              <p:nvPr/>
            </p:nvSpPr>
            <p:spPr bwMode="auto">
              <a:xfrm>
                <a:off x="36576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7" name="Rectangle 1336"/>
              <p:cNvSpPr/>
              <p:nvPr/>
            </p:nvSpPr>
            <p:spPr bwMode="auto">
              <a:xfrm>
                <a:off x="37338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8" name="Rectangle 1337"/>
              <p:cNvSpPr/>
              <p:nvPr/>
            </p:nvSpPr>
            <p:spPr bwMode="auto">
              <a:xfrm>
                <a:off x="38100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39" name="Rectangle 1338"/>
              <p:cNvSpPr/>
              <p:nvPr/>
            </p:nvSpPr>
            <p:spPr bwMode="auto">
              <a:xfrm>
                <a:off x="38862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0" name="Rectangle 1339"/>
              <p:cNvSpPr/>
              <p:nvPr/>
            </p:nvSpPr>
            <p:spPr bwMode="auto">
              <a:xfrm>
                <a:off x="3962400" y="40386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1" name="Rectangle 1340"/>
              <p:cNvSpPr/>
              <p:nvPr/>
            </p:nvSpPr>
            <p:spPr bwMode="auto">
              <a:xfrm>
                <a:off x="35814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2" name="Rectangle 1341"/>
              <p:cNvSpPr/>
              <p:nvPr/>
            </p:nvSpPr>
            <p:spPr bwMode="auto">
              <a:xfrm>
                <a:off x="36576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3" name="Rectangle 1342"/>
              <p:cNvSpPr/>
              <p:nvPr/>
            </p:nvSpPr>
            <p:spPr bwMode="auto">
              <a:xfrm>
                <a:off x="37338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4" name="Rectangle 1343"/>
              <p:cNvSpPr/>
              <p:nvPr/>
            </p:nvSpPr>
            <p:spPr bwMode="auto">
              <a:xfrm>
                <a:off x="38100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5" name="Rectangle 1344"/>
              <p:cNvSpPr/>
              <p:nvPr/>
            </p:nvSpPr>
            <p:spPr bwMode="auto">
              <a:xfrm>
                <a:off x="38862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6" name="Rectangle 1345"/>
              <p:cNvSpPr/>
              <p:nvPr/>
            </p:nvSpPr>
            <p:spPr bwMode="auto">
              <a:xfrm>
                <a:off x="3962400" y="3962400"/>
                <a:ext cx="76200" cy="762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347" name="Group 1346"/>
            <p:cNvGrpSpPr/>
            <p:nvPr/>
          </p:nvGrpSpPr>
          <p:grpSpPr>
            <a:xfrm>
              <a:off x="3200400" y="1295400"/>
              <a:ext cx="1066800" cy="1295400"/>
              <a:chOff x="3276600" y="2971800"/>
              <a:chExt cx="1066800" cy="1295400"/>
            </a:xfrm>
          </p:grpSpPr>
          <p:sp>
            <p:nvSpPr>
              <p:cNvPr id="1348" name="Rectangle 1347"/>
              <p:cNvSpPr/>
              <p:nvPr/>
            </p:nvSpPr>
            <p:spPr bwMode="auto">
              <a:xfrm>
                <a:off x="3581400" y="38862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49" name="Rectangle 1348"/>
              <p:cNvSpPr/>
              <p:nvPr/>
            </p:nvSpPr>
            <p:spPr bwMode="auto">
              <a:xfrm>
                <a:off x="3886200" y="3733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0" name="Rectangle 1349"/>
              <p:cNvSpPr/>
              <p:nvPr/>
            </p:nvSpPr>
            <p:spPr bwMode="auto">
              <a:xfrm>
                <a:off x="4267200" y="3048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1" name="Rectangle 1350"/>
              <p:cNvSpPr/>
              <p:nvPr/>
            </p:nvSpPr>
            <p:spPr bwMode="auto">
              <a:xfrm>
                <a:off x="4267200" y="32004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2" name="Rectangle 1351"/>
              <p:cNvSpPr/>
              <p:nvPr/>
            </p:nvSpPr>
            <p:spPr bwMode="auto">
              <a:xfrm>
                <a:off x="4267200" y="3124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3" name="Rectangle 1352"/>
              <p:cNvSpPr/>
              <p:nvPr/>
            </p:nvSpPr>
            <p:spPr bwMode="auto">
              <a:xfrm>
                <a:off x="42672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4" name="Rectangle 1353"/>
              <p:cNvSpPr/>
              <p:nvPr/>
            </p:nvSpPr>
            <p:spPr bwMode="auto">
              <a:xfrm>
                <a:off x="41910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5" name="Rectangle 1354"/>
              <p:cNvSpPr/>
              <p:nvPr/>
            </p:nvSpPr>
            <p:spPr bwMode="auto">
              <a:xfrm>
                <a:off x="3276600" y="3048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6" name="Rectangle 1355"/>
              <p:cNvSpPr/>
              <p:nvPr/>
            </p:nvSpPr>
            <p:spPr bwMode="auto">
              <a:xfrm>
                <a:off x="3581400" y="3276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7" name="Rectangle 1356"/>
              <p:cNvSpPr/>
              <p:nvPr/>
            </p:nvSpPr>
            <p:spPr bwMode="auto">
              <a:xfrm>
                <a:off x="3276600" y="3124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8" name="Rectangle 1357"/>
              <p:cNvSpPr/>
              <p:nvPr/>
            </p:nvSpPr>
            <p:spPr bwMode="auto">
              <a:xfrm>
                <a:off x="41148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59" name="Rectangle 1358"/>
              <p:cNvSpPr/>
              <p:nvPr/>
            </p:nvSpPr>
            <p:spPr bwMode="auto">
              <a:xfrm>
                <a:off x="40386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0" name="Rectangle 1359"/>
              <p:cNvSpPr/>
              <p:nvPr/>
            </p:nvSpPr>
            <p:spPr bwMode="auto">
              <a:xfrm>
                <a:off x="39624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1" name="Rectangle 1360"/>
              <p:cNvSpPr/>
              <p:nvPr/>
            </p:nvSpPr>
            <p:spPr bwMode="auto">
              <a:xfrm>
                <a:off x="38862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2" name="Rectangle 1361"/>
              <p:cNvSpPr/>
              <p:nvPr/>
            </p:nvSpPr>
            <p:spPr bwMode="auto">
              <a:xfrm>
                <a:off x="41910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3" name="Rectangle 1362"/>
              <p:cNvSpPr/>
              <p:nvPr/>
            </p:nvSpPr>
            <p:spPr bwMode="auto">
              <a:xfrm>
                <a:off x="4191000" y="4114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4" name="Rectangle 1363"/>
              <p:cNvSpPr/>
              <p:nvPr/>
            </p:nvSpPr>
            <p:spPr bwMode="auto">
              <a:xfrm>
                <a:off x="41148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5" name="Rectangle 1364"/>
              <p:cNvSpPr/>
              <p:nvPr/>
            </p:nvSpPr>
            <p:spPr bwMode="auto">
              <a:xfrm>
                <a:off x="35052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6" name="Rectangle 1365"/>
              <p:cNvSpPr/>
              <p:nvPr/>
            </p:nvSpPr>
            <p:spPr bwMode="auto">
              <a:xfrm>
                <a:off x="34290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7" name="Rectangle 1366"/>
              <p:cNvSpPr/>
              <p:nvPr/>
            </p:nvSpPr>
            <p:spPr bwMode="auto">
              <a:xfrm>
                <a:off x="33528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8" name="Rectangle 1367"/>
              <p:cNvSpPr/>
              <p:nvPr/>
            </p:nvSpPr>
            <p:spPr bwMode="auto">
              <a:xfrm>
                <a:off x="32766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69" name="Rectangle 1368"/>
              <p:cNvSpPr/>
              <p:nvPr/>
            </p:nvSpPr>
            <p:spPr bwMode="auto">
              <a:xfrm>
                <a:off x="38100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0" name="Rectangle 1369"/>
              <p:cNvSpPr/>
              <p:nvPr/>
            </p:nvSpPr>
            <p:spPr bwMode="auto">
              <a:xfrm>
                <a:off x="37338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1" name="Rectangle 1370"/>
              <p:cNvSpPr/>
              <p:nvPr/>
            </p:nvSpPr>
            <p:spPr bwMode="auto">
              <a:xfrm>
                <a:off x="36576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2" name="Rectangle 1371"/>
              <p:cNvSpPr/>
              <p:nvPr/>
            </p:nvSpPr>
            <p:spPr bwMode="auto">
              <a:xfrm>
                <a:off x="35814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3" name="Rectangle 1372"/>
              <p:cNvSpPr/>
              <p:nvPr/>
            </p:nvSpPr>
            <p:spPr bwMode="auto">
              <a:xfrm>
                <a:off x="41148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4" name="Rectangle 1373"/>
              <p:cNvSpPr/>
              <p:nvPr/>
            </p:nvSpPr>
            <p:spPr bwMode="auto">
              <a:xfrm>
                <a:off x="40386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5" name="Rectangle 1374"/>
              <p:cNvSpPr/>
              <p:nvPr/>
            </p:nvSpPr>
            <p:spPr bwMode="auto">
              <a:xfrm>
                <a:off x="39624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6" name="Rectangle 1375"/>
              <p:cNvSpPr/>
              <p:nvPr/>
            </p:nvSpPr>
            <p:spPr bwMode="auto">
              <a:xfrm>
                <a:off x="3886200" y="2971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7" name="Rectangle 1376"/>
              <p:cNvSpPr/>
              <p:nvPr/>
            </p:nvSpPr>
            <p:spPr bwMode="auto">
              <a:xfrm>
                <a:off x="42672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8" name="Rectangle 1377"/>
              <p:cNvSpPr/>
              <p:nvPr/>
            </p:nvSpPr>
            <p:spPr bwMode="auto">
              <a:xfrm>
                <a:off x="4191000" y="2971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79" name="Rectangle 1378"/>
              <p:cNvSpPr/>
              <p:nvPr/>
            </p:nvSpPr>
            <p:spPr bwMode="auto">
              <a:xfrm>
                <a:off x="3886200" y="38862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0" name="Rectangle 1379"/>
              <p:cNvSpPr/>
              <p:nvPr/>
            </p:nvSpPr>
            <p:spPr bwMode="auto">
              <a:xfrm>
                <a:off x="4191000" y="3733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1" name="Rectangle 1380"/>
              <p:cNvSpPr/>
              <p:nvPr/>
            </p:nvSpPr>
            <p:spPr bwMode="auto">
              <a:xfrm>
                <a:off x="41910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2" name="Rectangle 1381"/>
              <p:cNvSpPr/>
              <p:nvPr/>
            </p:nvSpPr>
            <p:spPr bwMode="auto">
              <a:xfrm>
                <a:off x="4114800" y="36576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3" name="Rectangle 1382"/>
              <p:cNvSpPr/>
              <p:nvPr/>
            </p:nvSpPr>
            <p:spPr bwMode="auto">
              <a:xfrm>
                <a:off x="33528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4" name="Rectangle 1383"/>
              <p:cNvSpPr/>
              <p:nvPr/>
            </p:nvSpPr>
            <p:spPr bwMode="auto">
              <a:xfrm>
                <a:off x="3276600" y="41910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5" name="Rectangle 1384"/>
              <p:cNvSpPr/>
              <p:nvPr/>
            </p:nvSpPr>
            <p:spPr bwMode="auto">
              <a:xfrm>
                <a:off x="3276600" y="4114800"/>
                <a:ext cx="76200" cy="76200"/>
              </a:xfrm>
              <a:prstGeom prst="rect">
                <a:avLst/>
              </a:prstGeom>
              <a:solidFill>
                <a:srgbClr val="FF33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6" name="Rectangle 1385"/>
              <p:cNvSpPr/>
              <p:nvPr/>
            </p:nvSpPr>
            <p:spPr bwMode="auto">
              <a:xfrm>
                <a:off x="3276600" y="3429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7" name="Rectangle 1386"/>
              <p:cNvSpPr/>
              <p:nvPr/>
            </p:nvSpPr>
            <p:spPr bwMode="auto">
              <a:xfrm>
                <a:off x="32766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8" name="Rectangle 1387"/>
              <p:cNvSpPr/>
              <p:nvPr/>
            </p:nvSpPr>
            <p:spPr bwMode="auto">
              <a:xfrm>
                <a:off x="3276600" y="3200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89" name="Rectangle 1388"/>
              <p:cNvSpPr/>
              <p:nvPr/>
            </p:nvSpPr>
            <p:spPr bwMode="auto">
              <a:xfrm>
                <a:off x="3276600" y="3352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0" name="Rectangle 1389"/>
              <p:cNvSpPr/>
              <p:nvPr/>
            </p:nvSpPr>
            <p:spPr bwMode="auto">
              <a:xfrm>
                <a:off x="3276600" y="3733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1" name="Rectangle 1390"/>
              <p:cNvSpPr/>
              <p:nvPr/>
            </p:nvSpPr>
            <p:spPr bwMode="auto">
              <a:xfrm>
                <a:off x="3276600" y="3581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2" name="Rectangle 1391"/>
              <p:cNvSpPr/>
              <p:nvPr/>
            </p:nvSpPr>
            <p:spPr bwMode="auto">
              <a:xfrm>
                <a:off x="3276600" y="3505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3" name="Rectangle 1392"/>
              <p:cNvSpPr/>
              <p:nvPr/>
            </p:nvSpPr>
            <p:spPr bwMode="auto">
              <a:xfrm>
                <a:off x="32766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4" name="Rectangle 1393"/>
              <p:cNvSpPr/>
              <p:nvPr/>
            </p:nvSpPr>
            <p:spPr bwMode="auto">
              <a:xfrm>
                <a:off x="3276600" y="4038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5" name="Rectangle 1394"/>
              <p:cNvSpPr/>
              <p:nvPr/>
            </p:nvSpPr>
            <p:spPr bwMode="auto">
              <a:xfrm>
                <a:off x="32766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6" name="Rectangle 1395"/>
              <p:cNvSpPr/>
              <p:nvPr/>
            </p:nvSpPr>
            <p:spPr bwMode="auto">
              <a:xfrm>
                <a:off x="32766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7" name="Rectangle 1396"/>
              <p:cNvSpPr/>
              <p:nvPr/>
            </p:nvSpPr>
            <p:spPr bwMode="auto">
              <a:xfrm>
                <a:off x="3276600" y="3962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8" name="Rectangle 1397"/>
              <p:cNvSpPr/>
              <p:nvPr/>
            </p:nvSpPr>
            <p:spPr bwMode="auto">
              <a:xfrm>
                <a:off x="35052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399" name="Rectangle 1398"/>
              <p:cNvSpPr/>
              <p:nvPr/>
            </p:nvSpPr>
            <p:spPr bwMode="auto">
              <a:xfrm>
                <a:off x="34290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0" name="Rectangle 1399"/>
              <p:cNvSpPr/>
              <p:nvPr/>
            </p:nvSpPr>
            <p:spPr bwMode="auto">
              <a:xfrm>
                <a:off x="38100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1" name="Rectangle 1400"/>
              <p:cNvSpPr/>
              <p:nvPr/>
            </p:nvSpPr>
            <p:spPr bwMode="auto">
              <a:xfrm>
                <a:off x="37338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2" name="Rectangle 1401"/>
              <p:cNvSpPr/>
              <p:nvPr/>
            </p:nvSpPr>
            <p:spPr bwMode="auto">
              <a:xfrm>
                <a:off x="36576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3" name="Rectangle 1402"/>
              <p:cNvSpPr/>
              <p:nvPr/>
            </p:nvSpPr>
            <p:spPr bwMode="auto">
              <a:xfrm>
                <a:off x="35814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4" name="Rectangle 1403"/>
              <p:cNvSpPr/>
              <p:nvPr/>
            </p:nvSpPr>
            <p:spPr bwMode="auto">
              <a:xfrm>
                <a:off x="40386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5" name="Rectangle 1404"/>
              <p:cNvSpPr/>
              <p:nvPr/>
            </p:nvSpPr>
            <p:spPr bwMode="auto">
              <a:xfrm>
                <a:off x="39624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6" name="Rectangle 1405"/>
              <p:cNvSpPr/>
              <p:nvPr/>
            </p:nvSpPr>
            <p:spPr bwMode="auto">
              <a:xfrm>
                <a:off x="3886200" y="4191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7" name="Rectangle 1406"/>
              <p:cNvSpPr/>
              <p:nvPr/>
            </p:nvSpPr>
            <p:spPr bwMode="auto">
              <a:xfrm>
                <a:off x="36576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8" name="Rectangle 1407"/>
              <p:cNvSpPr/>
              <p:nvPr/>
            </p:nvSpPr>
            <p:spPr bwMode="auto">
              <a:xfrm>
                <a:off x="38100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09" name="Rectangle 1408"/>
              <p:cNvSpPr/>
              <p:nvPr/>
            </p:nvSpPr>
            <p:spPr bwMode="auto">
              <a:xfrm>
                <a:off x="37338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0" name="Rectangle 1409"/>
              <p:cNvSpPr/>
              <p:nvPr/>
            </p:nvSpPr>
            <p:spPr bwMode="auto">
              <a:xfrm>
                <a:off x="36576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1" name="Rectangle 1410"/>
              <p:cNvSpPr/>
              <p:nvPr/>
            </p:nvSpPr>
            <p:spPr bwMode="auto">
              <a:xfrm>
                <a:off x="38100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2" name="Rectangle 1411"/>
              <p:cNvSpPr/>
              <p:nvPr/>
            </p:nvSpPr>
            <p:spPr bwMode="auto">
              <a:xfrm>
                <a:off x="37338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3" name="Rectangle 1412"/>
              <p:cNvSpPr/>
              <p:nvPr/>
            </p:nvSpPr>
            <p:spPr bwMode="auto">
              <a:xfrm>
                <a:off x="39624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4" name="Rectangle 1413"/>
              <p:cNvSpPr/>
              <p:nvPr/>
            </p:nvSpPr>
            <p:spPr bwMode="auto">
              <a:xfrm>
                <a:off x="3886200" y="3276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5" name="Rectangle 1414"/>
              <p:cNvSpPr/>
              <p:nvPr/>
            </p:nvSpPr>
            <p:spPr bwMode="auto">
              <a:xfrm>
                <a:off x="3581400" y="3429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6" name="Rectangle 1415"/>
              <p:cNvSpPr/>
              <p:nvPr/>
            </p:nvSpPr>
            <p:spPr bwMode="auto">
              <a:xfrm>
                <a:off x="3581400" y="3352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7" name="Rectangle 1416"/>
              <p:cNvSpPr/>
              <p:nvPr/>
            </p:nvSpPr>
            <p:spPr bwMode="auto">
              <a:xfrm>
                <a:off x="3581400" y="37338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8" name="Rectangle 1417"/>
              <p:cNvSpPr/>
              <p:nvPr/>
            </p:nvSpPr>
            <p:spPr bwMode="auto">
              <a:xfrm>
                <a:off x="3581400" y="3581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19" name="Rectangle 1418"/>
              <p:cNvSpPr/>
              <p:nvPr/>
            </p:nvSpPr>
            <p:spPr bwMode="auto">
              <a:xfrm>
                <a:off x="3581400" y="3505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0" name="Rectangle 1419"/>
              <p:cNvSpPr/>
              <p:nvPr/>
            </p:nvSpPr>
            <p:spPr bwMode="auto">
              <a:xfrm>
                <a:off x="35814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1" name="Rectangle 1420"/>
              <p:cNvSpPr/>
              <p:nvPr/>
            </p:nvSpPr>
            <p:spPr bwMode="auto">
              <a:xfrm>
                <a:off x="35814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2" name="Rectangle 1421"/>
              <p:cNvSpPr/>
              <p:nvPr/>
            </p:nvSpPr>
            <p:spPr bwMode="auto">
              <a:xfrm>
                <a:off x="38862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3" name="Rectangle 1422"/>
              <p:cNvSpPr/>
              <p:nvPr/>
            </p:nvSpPr>
            <p:spPr bwMode="auto">
              <a:xfrm>
                <a:off x="4038600" y="3657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4" name="Rectangle 1423"/>
              <p:cNvSpPr/>
              <p:nvPr/>
            </p:nvSpPr>
            <p:spPr bwMode="auto">
              <a:xfrm>
                <a:off x="4191000" y="40386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5" name="Rectangle 1424"/>
              <p:cNvSpPr/>
              <p:nvPr/>
            </p:nvSpPr>
            <p:spPr bwMode="auto">
              <a:xfrm>
                <a:off x="4191000" y="38862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6" name="Rectangle 1425"/>
              <p:cNvSpPr/>
              <p:nvPr/>
            </p:nvSpPr>
            <p:spPr bwMode="auto">
              <a:xfrm>
                <a:off x="4191000" y="38100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27" name="Rectangle 1426"/>
              <p:cNvSpPr/>
              <p:nvPr/>
            </p:nvSpPr>
            <p:spPr bwMode="auto">
              <a:xfrm>
                <a:off x="4191000" y="3962400"/>
                <a:ext cx="76200" cy="76200"/>
              </a:xfrm>
              <a:prstGeom prst="rect">
                <a:avLst/>
              </a:prstGeom>
              <a:solidFill>
                <a:srgbClr val="F7B7EE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428" name="Group 1427"/>
            <p:cNvGrpSpPr/>
            <p:nvPr/>
          </p:nvGrpSpPr>
          <p:grpSpPr>
            <a:xfrm>
              <a:off x="7162800" y="3276600"/>
              <a:ext cx="1219200" cy="1447800"/>
              <a:chOff x="990600" y="4495800"/>
              <a:chExt cx="1219200" cy="1447800"/>
            </a:xfrm>
          </p:grpSpPr>
          <p:sp>
            <p:nvSpPr>
              <p:cNvPr id="1429" name="Rectangle 1428"/>
              <p:cNvSpPr/>
              <p:nvPr/>
            </p:nvSpPr>
            <p:spPr bwMode="auto">
              <a:xfrm>
                <a:off x="14478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0" name="Rectangle 1429"/>
              <p:cNvSpPr/>
              <p:nvPr/>
            </p:nvSpPr>
            <p:spPr bwMode="auto">
              <a:xfrm>
                <a:off x="14478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1" name="Rectangle 1430"/>
              <p:cNvSpPr/>
              <p:nvPr/>
            </p:nvSpPr>
            <p:spPr bwMode="auto">
              <a:xfrm>
                <a:off x="14478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2" name="Rectangle 1431"/>
              <p:cNvSpPr/>
              <p:nvPr/>
            </p:nvSpPr>
            <p:spPr bwMode="auto">
              <a:xfrm>
                <a:off x="1447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3" name="Rectangle 1432"/>
              <p:cNvSpPr/>
              <p:nvPr/>
            </p:nvSpPr>
            <p:spPr bwMode="auto">
              <a:xfrm>
                <a:off x="14478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4" name="Rectangle 1433"/>
              <p:cNvSpPr/>
              <p:nvPr/>
            </p:nvSpPr>
            <p:spPr bwMode="auto">
              <a:xfrm>
                <a:off x="14478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5" name="Rectangle 1434"/>
              <p:cNvSpPr/>
              <p:nvPr/>
            </p:nvSpPr>
            <p:spPr bwMode="auto">
              <a:xfrm>
                <a:off x="990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6" name="Rectangle 1435"/>
              <p:cNvSpPr/>
              <p:nvPr/>
            </p:nvSpPr>
            <p:spPr bwMode="auto">
              <a:xfrm>
                <a:off x="990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7" name="Rectangle 1436"/>
              <p:cNvSpPr/>
              <p:nvPr/>
            </p:nvSpPr>
            <p:spPr bwMode="auto">
              <a:xfrm>
                <a:off x="990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8" name="Rectangle 1437"/>
              <p:cNvSpPr/>
              <p:nvPr/>
            </p:nvSpPr>
            <p:spPr bwMode="auto">
              <a:xfrm>
                <a:off x="990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39" name="Rectangle 1438"/>
              <p:cNvSpPr/>
              <p:nvPr/>
            </p:nvSpPr>
            <p:spPr bwMode="auto">
              <a:xfrm>
                <a:off x="990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0" name="Rectangle 1439"/>
              <p:cNvSpPr/>
              <p:nvPr/>
            </p:nvSpPr>
            <p:spPr bwMode="auto">
              <a:xfrm>
                <a:off x="990600" y="4876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1" name="Rectangle 1440"/>
              <p:cNvSpPr/>
              <p:nvPr/>
            </p:nvSpPr>
            <p:spPr bwMode="auto">
              <a:xfrm>
                <a:off x="9906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2" name="Rectangle 1441"/>
              <p:cNvSpPr/>
              <p:nvPr/>
            </p:nvSpPr>
            <p:spPr bwMode="auto">
              <a:xfrm>
                <a:off x="990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3" name="Rectangle 1442"/>
              <p:cNvSpPr/>
              <p:nvPr/>
            </p:nvSpPr>
            <p:spPr bwMode="auto">
              <a:xfrm>
                <a:off x="9906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4" name="Rectangle 1443"/>
              <p:cNvSpPr/>
              <p:nvPr/>
            </p:nvSpPr>
            <p:spPr bwMode="auto">
              <a:xfrm>
                <a:off x="9906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5" name="Rectangle 1444"/>
              <p:cNvSpPr/>
              <p:nvPr/>
            </p:nvSpPr>
            <p:spPr bwMode="auto">
              <a:xfrm>
                <a:off x="9906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6" name="Rectangle 1445"/>
              <p:cNvSpPr/>
              <p:nvPr/>
            </p:nvSpPr>
            <p:spPr bwMode="auto">
              <a:xfrm>
                <a:off x="9906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7" name="Rectangle 1446"/>
              <p:cNvSpPr/>
              <p:nvPr/>
            </p:nvSpPr>
            <p:spPr bwMode="auto">
              <a:xfrm>
                <a:off x="2133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8" name="Rectangle 1447"/>
              <p:cNvSpPr/>
              <p:nvPr/>
            </p:nvSpPr>
            <p:spPr bwMode="auto">
              <a:xfrm>
                <a:off x="2133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49" name="Rectangle 1448"/>
              <p:cNvSpPr/>
              <p:nvPr/>
            </p:nvSpPr>
            <p:spPr bwMode="auto">
              <a:xfrm>
                <a:off x="2133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0" name="Rectangle 1449"/>
              <p:cNvSpPr/>
              <p:nvPr/>
            </p:nvSpPr>
            <p:spPr bwMode="auto">
              <a:xfrm>
                <a:off x="2133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1" name="Rectangle 1450"/>
              <p:cNvSpPr/>
              <p:nvPr/>
            </p:nvSpPr>
            <p:spPr bwMode="auto">
              <a:xfrm>
                <a:off x="2133600" y="4876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2" name="Rectangle 1451"/>
              <p:cNvSpPr/>
              <p:nvPr/>
            </p:nvSpPr>
            <p:spPr bwMode="auto">
              <a:xfrm>
                <a:off x="2133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3" name="Rectangle 1452"/>
              <p:cNvSpPr/>
              <p:nvPr/>
            </p:nvSpPr>
            <p:spPr bwMode="auto">
              <a:xfrm>
                <a:off x="9906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4" name="Rectangle 1453"/>
              <p:cNvSpPr/>
              <p:nvPr/>
            </p:nvSpPr>
            <p:spPr bwMode="auto">
              <a:xfrm>
                <a:off x="9906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5" name="Rectangle 1454"/>
              <p:cNvSpPr/>
              <p:nvPr/>
            </p:nvSpPr>
            <p:spPr bwMode="auto">
              <a:xfrm>
                <a:off x="9906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6" name="Rectangle 1455"/>
              <p:cNvSpPr/>
              <p:nvPr/>
            </p:nvSpPr>
            <p:spPr bwMode="auto">
              <a:xfrm>
                <a:off x="9906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7" name="Rectangle 1456"/>
              <p:cNvSpPr/>
              <p:nvPr/>
            </p:nvSpPr>
            <p:spPr bwMode="auto">
              <a:xfrm>
                <a:off x="9906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8" name="Rectangle 1457"/>
              <p:cNvSpPr/>
              <p:nvPr/>
            </p:nvSpPr>
            <p:spPr bwMode="auto">
              <a:xfrm>
                <a:off x="9906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59" name="Rectangle 1458"/>
              <p:cNvSpPr/>
              <p:nvPr/>
            </p:nvSpPr>
            <p:spPr bwMode="auto">
              <a:xfrm>
                <a:off x="10668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0" name="Rectangle 1459"/>
              <p:cNvSpPr/>
              <p:nvPr/>
            </p:nvSpPr>
            <p:spPr bwMode="auto">
              <a:xfrm>
                <a:off x="1143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1" name="Rectangle 1460"/>
              <p:cNvSpPr/>
              <p:nvPr/>
            </p:nvSpPr>
            <p:spPr bwMode="auto">
              <a:xfrm>
                <a:off x="1219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2" name="Rectangle 1461"/>
              <p:cNvSpPr/>
              <p:nvPr/>
            </p:nvSpPr>
            <p:spPr bwMode="auto">
              <a:xfrm>
                <a:off x="1295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3" name="Rectangle 1462"/>
              <p:cNvSpPr/>
              <p:nvPr/>
            </p:nvSpPr>
            <p:spPr bwMode="auto">
              <a:xfrm>
                <a:off x="1371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4" name="Rectangle 1463"/>
              <p:cNvSpPr/>
              <p:nvPr/>
            </p:nvSpPr>
            <p:spPr bwMode="auto">
              <a:xfrm>
                <a:off x="1447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5" name="Rectangle 1464"/>
              <p:cNvSpPr/>
              <p:nvPr/>
            </p:nvSpPr>
            <p:spPr bwMode="auto">
              <a:xfrm>
                <a:off x="1524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6" name="Rectangle 1465"/>
              <p:cNvSpPr/>
              <p:nvPr/>
            </p:nvSpPr>
            <p:spPr bwMode="auto">
              <a:xfrm>
                <a:off x="1600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7" name="Rectangle 1466"/>
              <p:cNvSpPr/>
              <p:nvPr/>
            </p:nvSpPr>
            <p:spPr bwMode="auto">
              <a:xfrm>
                <a:off x="1676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8" name="Rectangle 1467"/>
              <p:cNvSpPr/>
              <p:nvPr/>
            </p:nvSpPr>
            <p:spPr bwMode="auto">
              <a:xfrm>
                <a:off x="1752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69" name="Rectangle 1468"/>
              <p:cNvSpPr/>
              <p:nvPr/>
            </p:nvSpPr>
            <p:spPr bwMode="auto">
              <a:xfrm>
                <a:off x="1828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0" name="Rectangle 1469"/>
              <p:cNvSpPr/>
              <p:nvPr/>
            </p:nvSpPr>
            <p:spPr bwMode="auto">
              <a:xfrm>
                <a:off x="1905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1" name="Rectangle 1470"/>
              <p:cNvSpPr/>
              <p:nvPr/>
            </p:nvSpPr>
            <p:spPr bwMode="auto">
              <a:xfrm>
                <a:off x="19812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2" name="Rectangle 1471"/>
              <p:cNvSpPr/>
              <p:nvPr/>
            </p:nvSpPr>
            <p:spPr bwMode="auto">
              <a:xfrm>
                <a:off x="20574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3" name="Rectangle 1472"/>
              <p:cNvSpPr/>
              <p:nvPr/>
            </p:nvSpPr>
            <p:spPr bwMode="auto">
              <a:xfrm>
                <a:off x="20574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4" name="Rectangle 1473"/>
              <p:cNvSpPr/>
              <p:nvPr/>
            </p:nvSpPr>
            <p:spPr bwMode="auto">
              <a:xfrm>
                <a:off x="20574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5" name="Rectangle 1474"/>
              <p:cNvSpPr/>
              <p:nvPr/>
            </p:nvSpPr>
            <p:spPr bwMode="auto">
              <a:xfrm>
                <a:off x="20574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6" name="Rectangle 1475"/>
              <p:cNvSpPr/>
              <p:nvPr/>
            </p:nvSpPr>
            <p:spPr bwMode="auto">
              <a:xfrm>
                <a:off x="20574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7" name="Rectangle 1476"/>
              <p:cNvSpPr/>
              <p:nvPr/>
            </p:nvSpPr>
            <p:spPr bwMode="auto">
              <a:xfrm>
                <a:off x="20574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8" name="Rectangle 1477"/>
              <p:cNvSpPr/>
              <p:nvPr/>
            </p:nvSpPr>
            <p:spPr bwMode="auto">
              <a:xfrm>
                <a:off x="20574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79" name="Rectangle 1478"/>
              <p:cNvSpPr/>
              <p:nvPr/>
            </p:nvSpPr>
            <p:spPr bwMode="auto">
              <a:xfrm>
                <a:off x="20574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0" name="Rectangle 1479"/>
              <p:cNvSpPr/>
              <p:nvPr/>
            </p:nvSpPr>
            <p:spPr bwMode="auto">
              <a:xfrm>
                <a:off x="20574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1" name="Rectangle 1480"/>
              <p:cNvSpPr/>
              <p:nvPr/>
            </p:nvSpPr>
            <p:spPr bwMode="auto">
              <a:xfrm>
                <a:off x="2057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2" name="Rectangle 1481"/>
              <p:cNvSpPr/>
              <p:nvPr/>
            </p:nvSpPr>
            <p:spPr bwMode="auto">
              <a:xfrm>
                <a:off x="1600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3" name="Rectangle 1482"/>
              <p:cNvSpPr/>
              <p:nvPr/>
            </p:nvSpPr>
            <p:spPr bwMode="auto">
              <a:xfrm>
                <a:off x="1676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4" name="Rectangle 1483"/>
              <p:cNvSpPr/>
              <p:nvPr/>
            </p:nvSpPr>
            <p:spPr bwMode="auto">
              <a:xfrm>
                <a:off x="1752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5" name="Rectangle 1484"/>
              <p:cNvSpPr/>
              <p:nvPr/>
            </p:nvSpPr>
            <p:spPr bwMode="auto">
              <a:xfrm>
                <a:off x="1828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6" name="Rectangle 1485"/>
              <p:cNvSpPr/>
              <p:nvPr/>
            </p:nvSpPr>
            <p:spPr bwMode="auto">
              <a:xfrm>
                <a:off x="19050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7" name="Rectangle 1486"/>
              <p:cNvSpPr/>
              <p:nvPr/>
            </p:nvSpPr>
            <p:spPr bwMode="auto">
              <a:xfrm>
                <a:off x="1981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8" name="Rectangle 1487"/>
              <p:cNvSpPr/>
              <p:nvPr/>
            </p:nvSpPr>
            <p:spPr bwMode="auto">
              <a:xfrm>
                <a:off x="16002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89" name="Rectangle 1488"/>
              <p:cNvSpPr/>
              <p:nvPr/>
            </p:nvSpPr>
            <p:spPr bwMode="auto">
              <a:xfrm>
                <a:off x="16002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0" name="Rectangle 1489"/>
              <p:cNvSpPr/>
              <p:nvPr/>
            </p:nvSpPr>
            <p:spPr bwMode="auto">
              <a:xfrm>
                <a:off x="16002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1" name="Rectangle 1490"/>
              <p:cNvSpPr/>
              <p:nvPr/>
            </p:nvSpPr>
            <p:spPr bwMode="auto">
              <a:xfrm>
                <a:off x="14478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2" name="Rectangle 1491"/>
              <p:cNvSpPr/>
              <p:nvPr/>
            </p:nvSpPr>
            <p:spPr bwMode="auto">
              <a:xfrm>
                <a:off x="15240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3" name="Rectangle 1492"/>
              <p:cNvSpPr/>
              <p:nvPr/>
            </p:nvSpPr>
            <p:spPr bwMode="auto">
              <a:xfrm>
                <a:off x="1981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4" name="Rectangle 1493"/>
              <p:cNvSpPr/>
              <p:nvPr/>
            </p:nvSpPr>
            <p:spPr bwMode="auto">
              <a:xfrm>
                <a:off x="1524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5" name="Rectangle 1494"/>
              <p:cNvSpPr/>
              <p:nvPr/>
            </p:nvSpPr>
            <p:spPr bwMode="auto">
              <a:xfrm>
                <a:off x="1600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6" name="Rectangle 1495"/>
              <p:cNvSpPr/>
              <p:nvPr/>
            </p:nvSpPr>
            <p:spPr bwMode="auto">
              <a:xfrm>
                <a:off x="16764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7" name="Rectangle 1496"/>
              <p:cNvSpPr/>
              <p:nvPr/>
            </p:nvSpPr>
            <p:spPr bwMode="auto">
              <a:xfrm>
                <a:off x="1752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8" name="Rectangle 1497"/>
              <p:cNvSpPr/>
              <p:nvPr/>
            </p:nvSpPr>
            <p:spPr bwMode="auto">
              <a:xfrm>
                <a:off x="18288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499" name="Rectangle 1498"/>
              <p:cNvSpPr/>
              <p:nvPr/>
            </p:nvSpPr>
            <p:spPr bwMode="auto">
              <a:xfrm>
                <a:off x="1905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0" name="Rectangle 1499"/>
              <p:cNvSpPr/>
              <p:nvPr/>
            </p:nvSpPr>
            <p:spPr bwMode="auto">
              <a:xfrm>
                <a:off x="21336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1" name="Rectangle 1500"/>
              <p:cNvSpPr/>
              <p:nvPr/>
            </p:nvSpPr>
            <p:spPr bwMode="auto">
              <a:xfrm>
                <a:off x="20574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2" name="Rectangle 1501"/>
              <p:cNvSpPr/>
              <p:nvPr/>
            </p:nvSpPr>
            <p:spPr bwMode="auto">
              <a:xfrm>
                <a:off x="990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3" name="Rectangle 1502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4" name="Rectangle 1503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5" name="Rectangle 1504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6" name="Rectangle 1505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7" name="Rectangle 1506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8" name="Rectangle 1507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09" name="Rectangle 1508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0" name="Rectangle 1509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1" name="Rectangle 1510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2" name="Rectangle 1511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3" name="Rectangle 1512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4" name="Rectangle 1513"/>
              <p:cNvSpPr/>
              <p:nvPr/>
            </p:nvSpPr>
            <p:spPr bwMode="auto">
              <a:xfrm>
                <a:off x="1905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5" name="Rectangle 1514"/>
              <p:cNvSpPr/>
              <p:nvPr/>
            </p:nvSpPr>
            <p:spPr bwMode="auto">
              <a:xfrm>
                <a:off x="1981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6" name="Rectangle 1515"/>
              <p:cNvSpPr/>
              <p:nvPr/>
            </p:nvSpPr>
            <p:spPr bwMode="auto">
              <a:xfrm>
                <a:off x="20574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517" name="Group 1516"/>
            <p:cNvGrpSpPr/>
            <p:nvPr/>
          </p:nvGrpSpPr>
          <p:grpSpPr>
            <a:xfrm>
              <a:off x="4572000" y="3276600"/>
              <a:ext cx="1219200" cy="1447800"/>
              <a:chOff x="990600" y="4495800"/>
              <a:chExt cx="1219200" cy="1447800"/>
            </a:xfrm>
          </p:grpSpPr>
          <p:sp>
            <p:nvSpPr>
              <p:cNvPr id="1518" name="Rectangle 1517"/>
              <p:cNvSpPr/>
              <p:nvPr/>
            </p:nvSpPr>
            <p:spPr bwMode="auto">
              <a:xfrm>
                <a:off x="14478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19" name="Rectangle 1518"/>
              <p:cNvSpPr/>
              <p:nvPr/>
            </p:nvSpPr>
            <p:spPr bwMode="auto">
              <a:xfrm>
                <a:off x="14478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0" name="Rectangle 1519"/>
              <p:cNvSpPr/>
              <p:nvPr/>
            </p:nvSpPr>
            <p:spPr bwMode="auto">
              <a:xfrm>
                <a:off x="14478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1" name="Rectangle 1520"/>
              <p:cNvSpPr/>
              <p:nvPr/>
            </p:nvSpPr>
            <p:spPr bwMode="auto">
              <a:xfrm>
                <a:off x="1447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2" name="Rectangle 1521"/>
              <p:cNvSpPr/>
              <p:nvPr/>
            </p:nvSpPr>
            <p:spPr bwMode="auto">
              <a:xfrm>
                <a:off x="14478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3" name="Rectangle 1522"/>
              <p:cNvSpPr/>
              <p:nvPr/>
            </p:nvSpPr>
            <p:spPr bwMode="auto">
              <a:xfrm>
                <a:off x="14478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4" name="Rectangle 1523"/>
              <p:cNvSpPr/>
              <p:nvPr/>
            </p:nvSpPr>
            <p:spPr bwMode="auto">
              <a:xfrm>
                <a:off x="990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5" name="Rectangle 1524"/>
              <p:cNvSpPr/>
              <p:nvPr/>
            </p:nvSpPr>
            <p:spPr bwMode="auto">
              <a:xfrm>
                <a:off x="990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6" name="Rectangle 1525"/>
              <p:cNvSpPr/>
              <p:nvPr/>
            </p:nvSpPr>
            <p:spPr bwMode="auto">
              <a:xfrm>
                <a:off x="990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7" name="Rectangle 1526"/>
              <p:cNvSpPr/>
              <p:nvPr/>
            </p:nvSpPr>
            <p:spPr bwMode="auto">
              <a:xfrm>
                <a:off x="990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8" name="Rectangle 1527"/>
              <p:cNvSpPr/>
              <p:nvPr/>
            </p:nvSpPr>
            <p:spPr bwMode="auto">
              <a:xfrm>
                <a:off x="990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29" name="Rectangle 1528"/>
              <p:cNvSpPr/>
              <p:nvPr/>
            </p:nvSpPr>
            <p:spPr bwMode="auto">
              <a:xfrm>
                <a:off x="990600" y="4876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0" name="Rectangle 1529"/>
              <p:cNvSpPr/>
              <p:nvPr/>
            </p:nvSpPr>
            <p:spPr bwMode="auto">
              <a:xfrm>
                <a:off x="9906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1" name="Rectangle 1530"/>
              <p:cNvSpPr/>
              <p:nvPr/>
            </p:nvSpPr>
            <p:spPr bwMode="auto">
              <a:xfrm>
                <a:off x="990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2" name="Rectangle 1531"/>
              <p:cNvSpPr/>
              <p:nvPr/>
            </p:nvSpPr>
            <p:spPr bwMode="auto">
              <a:xfrm>
                <a:off x="9906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3" name="Rectangle 1532"/>
              <p:cNvSpPr/>
              <p:nvPr/>
            </p:nvSpPr>
            <p:spPr bwMode="auto">
              <a:xfrm>
                <a:off x="9906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4" name="Rectangle 1533"/>
              <p:cNvSpPr/>
              <p:nvPr/>
            </p:nvSpPr>
            <p:spPr bwMode="auto">
              <a:xfrm>
                <a:off x="9906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5" name="Rectangle 1534"/>
              <p:cNvSpPr/>
              <p:nvPr/>
            </p:nvSpPr>
            <p:spPr bwMode="auto">
              <a:xfrm>
                <a:off x="9906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6" name="Rectangle 1535"/>
              <p:cNvSpPr/>
              <p:nvPr/>
            </p:nvSpPr>
            <p:spPr bwMode="auto">
              <a:xfrm>
                <a:off x="2133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7" name="Rectangle 1536"/>
              <p:cNvSpPr/>
              <p:nvPr/>
            </p:nvSpPr>
            <p:spPr bwMode="auto">
              <a:xfrm>
                <a:off x="2133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8" name="Rectangle 1537"/>
              <p:cNvSpPr/>
              <p:nvPr/>
            </p:nvSpPr>
            <p:spPr bwMode="auto">
              <a:xfrm>
                <a:off x="2133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39" name="Rectangle 1538"/>
              <p:cNvSpPr/>
              <p:nvPr/>
            </p:nvSpPr>
            <p:spPr bwMode="auto">
              <a:xfrm>
                <a:off x="2133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0" name="Rectangle 1539"/>
              <p:cNvSpPr/>
              <p:nvPr/>
            </p:nvSpPr>
            <p:spPr bwMode="auto">
              <a:xfrm>
                <a:off x="2133600" y="4876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1" name="Rectangle 1540"/>
              <p:cNvSpPr/>
              <p:nvPr/>
            </p:nvSpPr>
            <p:spPr bwMode="auto">
              <a:xfrm>
                <a:off x="2133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2" name="Rectangle 1541"/>
              <p:cNvSpPr/>
              <p:nvPr/>
            </p:nvSpPr>
            <p:spPr bwMode="auto">
              <a:xfrm>
                <a:off x="9906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3" name="Rectangle 1542"/>
              <p:cNvSpPr/>
              <p:nvPr/>
            </p:nvSpPr>
            <p:spPr bwMode="auto">
              <a:xfrm>
                <a:off x="9906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4" name="Rectangle 1543"/>
              <p:cNvSpPr/>
              <p:nvPr/>
            </p:nvSpPr>
            <p:spPr bwMode="auto">
              <a:xfrm>
                <a:off x="9906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5" name="Rectangle 1544"/>
              <p:cNvSpPr/>
              <p:nvPr/>
            </p:nvSpPr>
            <p:spPr bwMode="auto">
              <a:xfrm>
                <a:off x="9906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6" name="Rectangle 1545"/>
              <p:cNvSpPr/>
              <p:nvPr/>
            </p:nvSpPr>
            <p:spPr bwMode="auto">
              <a:xfrm>
                <a:off x="9906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7" name="Rectangle 1546"/>
              <p:cNvSpPr/>
              <p:nvPr/>
            </p:nvSpPr>
            <p:spPr bwMode="auto">
              <a:xfrm>
                <a:off x="9906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8" name="Rectangle 1547"/>
              <p:cNvSpPr/>
              <p:nvPr/>
            </p:nvSpPr>
            <p:spPr bwMode="auto">
              <a:xfrm>
                <a:off x="10668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49" name="Rectangle 1548"/>
              <p:cNvSpPr/>
              <p:nvPr/>
            </p:nvSpPr>
            <p:spPr bwMode="auto">
              <a:xfrm>
                <a:off x="1143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0" name="Rectangle 1549"/>
              <p:cNvSpPr/>
              <p:nvPr/>
            </p:nvSpPr>
            <p:spPr bwMode="auto">
              <a:xfrm>
                <a:off x="1219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1" name="Rectangle 1550"/>
              <p:cNvSpPr/>
              <p:nvPr/>
            </p:nvSpPr>
            <p:spPr bwMode="auto">
              <a:xfrm>
                <a:off x="1295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2" name="Rectangle 1551"/>
              <p:cNvSpPr/>
              <p:nvPr/>
            </p:nvSpPr>
            <p:spPr bwMode="auto">
              <a:xfrm>
                <a:off x="1371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3" name="Rectangle 1552"/>
              <p:cNvSpPr/>
              <p:nvPr/>
            </p:nvSpPr>
            <p:spPr bwMode="auto">
              <a:xfrm>
                <a:off x="1447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4" name="Rectangle 1553"/>
              <p:cNvSpPr/>
              <p:nvPr/>
            </p:nvSpPr>
            <p:spPr bwMode="auto">
              <a:xfrm>
                <a:off x="1524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5" name="Rectangle 1554"/>
              <p:cNvSpPr/>
              <p:nvPr/>
            </p:nvSpPr>
            <p:spPr bwMode="auto">
              <a:xfrm>
                <a:off x="1600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6" name="Rectangle 1555"/>
              <p:cNvSpPr/>
              <p:nvPr/>
            </p:nvSpPr>
            <p:spPr bwMode="auto">
              <a:xfrm>
                <a:off x="1676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7" name="Rectangle 1556"/>
              <p:cNvSpPr/>
              <p:nvPr/>
            </p:nvSpPr>
            <p:spPr bwMode="auto">
              <a:xfrm>
                <a:off x="1752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8" name="Rectangle 1557"/>
              <p:cNvSpPr/>
              <p:nvPr/>
            </p:nvSpPr>
            <p:spPr bwMode="auto">
              <a:xfrm>
                <a:off x="1828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59" name="Rectangle 1558"/>
              <p:cNvSpPr/>
              <p:nvPr/>
            </p:nvSpPr>
            <p:spPr bwMode="auto">
              <a:xfrm>
                <a:off x="1905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0" name="Rectangle 1559"/>
              <p:cNvSpPr/>
              <p:nvPr/>
            </p:nvSpPr>
            <p:spPr bwMode="auto">
              <a:xfrm>
                <a:off x="19812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1" name="Rectangle 1560"/>
              <p:cNvSpPr/>
              <p:nvPr/>
            </p:nvSpPr>
            <p:spPr bwMode="auto">
              <a:xfrm>
                <a:off x="20574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2" name="Rectangle 1561"/>
              <p:cNvSpPr/>
              <p:nvPr/>
            </p:nvSpPr>
            <p:spPr bwMode="auto">
              <a:xfrm>
                <a:off x="20574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3" name="Rectangle 1562"/>
              <p:cNvSpPr/>
              <p:nvPr/>
            </p:nvSpPr>
            <p:spPr bwMode="auto">
              <a:xfrm>
                <a:off x="20574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4" name="Rectangle 1563"/>
              <p:cNvSpPr/>
              <p:nvPr/>
            </p:nvSpPr>
            <p:spPr bwMode="auto">
              <a:xfrm>
                <a:off x="20574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5" name="Rectangle 1564"/>
              <p:cNvSpPr/>
              <p:nvPr/>
            </p:nvSpPr>
            <p:spPr bwMode="auto">
              <a:xfrm>
                <a:off x="20574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6" name="Rectangle 1565"/>
              <p:cNvSpPr/>
              <p:nvPr/>
            </p:nvSpPr>
            <p:spPr bwMode="auto">
              <a:xfrm>
                <a:off x="20574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7" name="Rectangle 1566"/>
              <p:cNvSpPr/>
              <p:nvPr/>
            </p:nvSpPr>
            <p:spPr bwMode="auto">
              <a:xfrm>
                <a:off x="20574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8" name="Rectangle 1567"/>
              <p:cNvSpPr/>
              <p:nvPr/>
            </p:nvSpPr>
            <p:spPr bwMode="auto">
              <a:xfrm>
                <a:off x="20574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69" name="Rectangle 1568"/>
              <p:cNvSpPr/>
              <p:nvPr/>
            </p:nvSpPr>
            <p:spPr bwMode="auto">
              <a:xfrm>
                <a:off x="20574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0" name="Rectangle 1569"/>
              <p:cNvSpPr/>
              <p:nvPr/>
            </p:nvSpPr>
            <p:spPr bwMode="auto">
              <a:xfrm>
                <a:off x="2057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1" name="Rectangle 1570"/>
              <p:cNvSpPr/>
              <p:nvPr/>
            </p:nvSpPr>
            <p:spPr bwMode="auto">
              <a:xfrm>
                <a:off x="1600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2" name="Rectangle 1571"/>
              <p:cNvSpPr/>
              <p:nvPr/>
            </p:nvSpPr>
            <p:spPr bwMode="auto">
              <a:xfrm>
                <a:off x="1676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3" name="Rectangle 1572"/>
              <p:cNvSpPr/>
              <p:nvPr/>
            </p:nvSpPr>
            <p:spPr bwMode="auto">
              <a:xfrm>
                <a:off x="1752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4" name="Rectangle 1573"/>
              <p:cNvSpPr/>
              <p:nvPr/>
            </p:nvSpPr>
            <p:spPr bwMode="auto">
              <a:xfrm>
                <a:off x="1828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5" name="Rectangle 1574"/>
              <p:cNvSpPr/>
              <p:nvPr/>
            </p:nvSpPr>
            <p:spPr bwMode="auto">
              <a:xfrm>
                <a:off x="19050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6" name="Rectangle 1575"/>
              <p:cNvSpPr/>
              <p:nvPr/>
            </p:nvSpPr>
            <p:spPr bwMode="auto">
              <a:xfrm>
                <a:off x="1981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7" name="Rectangle 1576"/>
              <p:cNvSpPr/>
              <p:nvPr/>
            </p:nvSpPr>
            <p:spPr bwMode="auto">
              <a:xfrm>
                <a:off x="16002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8" name="Rectangle 1577"/>
              <p:cNvSpPr/>
              <p:nvPr/>
            </p:nvSpPr>
            <p:spPr bwMode="auto">
              <a:xfrm>
                <a:off x="16002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79" name="Rectangle 1578"/>
              <p:cNvSpPr/>
              <p:nvPr/>
            </p:nvSpPr>
            <p:spPr bwMode="auto">
              <a:xfrm>
                <a:off x="16002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0" name="Rectangle 1579"/>
              <p:cNvSpPr/>
              <p:nvPr/>
            </p:nvSpPr>
            <p:spPr bwMode="auto">
              <a:xfrm>
                <a:off x="14478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1" name="Rectangle 1580"/>
              <p:cNvSpPr/>
              <p:nvPr/>
            </p:nvSpPr>
            <p:spPr bwMode="auto">
              <a:xfrm>
                <a:off x="15240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2" name="Rectangle 1581"/>
              <p:cNvSpPr/>
              <p:nvPr/>
            </p:nvSpPr>
            <p:spPr bwMode="auto">
              <a:xfrm>
                <a:off x="1981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3" name="Rectangle 1582"/>
              <p:cNvSpPr/>
              <p:nvPr/>
            </p:nvSpPr>
            <p:spPr bwMode="auto">
              <a:xfrm>
                <a:off x="1524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4" name="Rectangle 1583"/>
              <p:cNvSpPr/>
              <p:nvPr/>
            </p:nvSpPr>
            <p:spPr bwMode="auto">
              <a:xfrm>
                <a:off x="1600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5" name="Rectangle 1584"/>
              <p:cNvSpPr/>
              <p:nvPr/>
            </p:nvSpPr>
            <p:spPr bwMode="auto">
              <a:xfrm>
                <a:off x="16764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6" name="Rectangle 1585"/>
              <p:cNvSpPr/>
              <p:nvPr/>
            </p:nvSpPr>
            <p:spPr bwMode="auto">
              <a:xfrm>
                <a:off x="1752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7" name="Rectangle 1586"/>
              <p:cNvSpPr/>
              <p:nvPr/>
            </p:nvSpPr>
            <p:spPr bwMode="auto">
              <a:xfrm>
                <a:off x="18288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8" name="Rectangle 1587"/>
              <p:cNvSpPr/>
              <p:nvPr/>
            </p:nvSpPr>
            <p:spPr bwMode="auto">
              <a:xfrm>
                <a:off x="1905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89" name="Rectangle 1588"/>
              <p:cNvSpPr/>
              <p:nvPr/>
            </p:nvSpPr>
            <p:spPr bwMode="auto">
              <a:xfrm>
                <a:off x="21336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0" name="Rectangle 1589"/>
              <p:cNvSpPr/>
              <p:nvPr/>
            </p:nvSpPr>
            <p:spPr bwMode="auto">
              <a:xfrm>
                <a:off x="20574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1" name="Rectangle 1590"/>
              <p:cNvSpPr/>
              <p:nvPr/>
            </p:nvSpPr>
            <p:spPr bwMode="auto">
              <a:xfrm>
                <a:off x="990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2" name="Rectangle 1591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3" name="Rectangle 1592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4" name="Rectangle 1593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5" name="Rectangle 1594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6" name="Rectangle 1595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7" name="Rectangle 1596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8" name="Rectangle 1597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599" name="Rectangle 1598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0" name="Rectangle 1599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1" name="Rectangle 1600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2" name="Rectangle 1601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3" name="Rectangle 1602"/>
              <p:cNvSpPr/>
              <p:nvPr/>
            </p:nvSpPr>
            <p:spPr bwMode="auto">
              <a:xfrm>
                <a:off x="1905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4" name="Rectangle 1603"/>
              <p:cNvSpPr/>
              <p:nvPr/>
            </p:nvSpPr>
            <p:spPr bwMode="auto">
              <a:xfrm>
                <a:off x="1981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5" name="Rectangle 1604"/>
              <p:cNvSpPr/>
              <p:nvPr/>
            </p:nvSpPr>
            <p:spPr bwMode="auto">
              <a:xfrm>
                <a:off x="20574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606" name="Group 1605"/>
            <p:cNvGrpSpPr/>
            <p:nvPr/>
          </p:nvGrpSpPr>
          <p:grpSpPr>
            <a:xfrm>
              <a:off x="4648200" y="3352800"/>
              <a:ext cx="1066800" cy="1295400"/>
              <a:chOff x="3276600" y="2971800"/>
              <a:chExt cx="1066800" cy="1295400"/>
            </a:xfrm>
            <a:solidFill>
              <a:srgbClr val="F7B7EE"/>
            </a:solidFill>
          </p:grpSpPr>
          <p:sp>
            <p:nvSpPr>
              <p:cNvPr id="1607" name="Rectangle 1606"/>
              <p:cNvSpPr/>
              <p:nvPr/>
            </p:nvSpPr>
            <p:spPr bwMode="auto">
              <a:xfrm>
                <a:off x="35814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8" name="Rectangle 1607"/>
              <p:cNvSpPr/>
              <p:nvPr/>
            </p:nvSpPr>
            <p:spPr bwMode="auto">
              <a:xfrm>
                <a:off x="3886200" y="3733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09" name="Rectangle 1608"/>
              <p:cNvSpPr/>
              <p:nvPr/>
            </p:nvSpPr>
            <p:spPr bwMode="auto">
              <a:xfrm>
                <a:off x="4267200" y="3048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0" name="Rectangle 1609"/>
              <p:cNvSpPr/>
              <p:nvPr/>
            </p:nvSpPr>
            <p:spPr bwMode="auto">
              <a:xfrm>
                <a:off x="4267200" y="3200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1" name="Rectangle 1610"/>
              <p:cNvSpPr/>
              <p:nvPr/>
            </p:nvSpPr>
            <p:spPr bwMode="auto">
              <a:xfrm>
                <a:off x="4267200" y="3124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2" name="Rectangle 1611"/>
              <p:cNvSpPr/>
              <p:nvPr/>
            </p:nvSpPr>
            <p:spPr bwMode="auto">
              <a:xfrm>
                <a:off x="42672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3" name="Rectangle 1612"/>
              <p:cNvSpPr/>
              <p:nvPr/>
            </p:nvSpPr>
            <p:spPr bwMode="auto">
              <a:xfrm>
                <a:off x="41910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4" name="Rectangle 1613"/>
              <p:cNvSpPr/>
              <p:nvPr/>
            </p:nvSpPr>
            <p:spPr bwMode="auto">
              <a:xfrm>
                <a:off x="3276600" y="3048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5" name="Rectangle 1614"/>
              <p:cNvSpPr/>
              <p:nvPr/>
            </p:nvSpPr>
            <p:spPr bwMode="auto">
              <a:xfrm>
                <a:off x="35814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6" name="Rectangle 1615"/>
              <p:cNvSpPr/>
              <p:nvPr/>
            </p:nvSpPr>
            <p:spPr bwMode="auto">
              <a:xfrm>
                <a:off x="3276600" y="3124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7" name="Rectangle 1616"/>
              <p:cNvSpPr/>
              <p:nvPr/>
            </p:nvSpPr>
            <p:spPr bwMode="auto">
              <a:xfrm>
                <a:off x="41148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8" name="Rectangle 1617"/>
              <p:cNvSpPr/>
              <p:nvPr/>
            </p:nvSpPr>
            <p:spPr bwMode="auto">
              <a:xfrm>
                <a:off x="40386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19" name="Rectangle 1618"/>
              <p:cNvSpPr/>
              <p:nvPr/>
            </p:nvSpPr>
            <p:spPr bwMode="auto">
              <a:xfrm>
                <a:off x="39624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0" name="Rectangle 1619"/>
              <p:cNvSpPr/>
              <p:nvPr/>
            </p:nvSpPr>
            <p:spPr bwMode="auto">
              <a:xfrm>
                <a:off x="38862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1" name="Rectangle 1620"/>
              <p:cNvSpPr/>
              <p:nvPr/>
            </p:nvSpPr>
            <p:spPr bwMode="auto">
              <a:xfrm>
                <a:off x="41910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2" name="Rectangle 1621"/>
              <p:cNvSpPr/>
              <p:nvPr/>
            </p:nvSpPr>
            <p:spPr bwMode="auto">
              <a:xfrm>
                <a:off x="4191000" y="4114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3" name="Rectangle 1622"/>
              <p:cNvSpPr/>
              <p:nvPr/>
            </p:nvSpPr>
            <p:spPr bwMode="auto">
              <a:xfrm>
                <a:off x="41148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4" name="Rectangle 1623"/>
              <p:cNvSpPr/>
              <p:nvPr/>
            </p:nvSpPr>
            <p:spPr bwMode="auto">
              <a:xfrm>
                <a:off x="35052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5" name="Rectangle 1624"/>
              <p:cNvSpPr/>
              <p:nvPr/>
            </p:nvSpPr>
            <p:spPr bwMode="auto">
              <a:xfrm>
                <a:off x="34290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6" name="Rectangle 1625"/>
              <p:cNvSpPr/>
              <p:nvPr/>
            </p:nvSpPr>
            <p:spPr bwMode="auto">
              <a:xfrm>
                <a:off x="33528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7" name="Rectangle 1626"/>
              <p:cNvSpPr/>
              <p:nvPr/>
            </p:nvSpPr>
            <p:spPr bwMode="auto">
              <a:xfrm>
                <a:off x="32766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8" name="Rectangle 1627"/>
              <p:cNvSpPr/>
              <p:nvPr/>
            </p:nvSpPr>
            <p:spPr bwMode="auto">
              <a:xfrm>
                <a:off x="38100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29" name="Rectangle 1628"/>
              <p:cNvSpPr/>
              <p:nvPr/>
            </p:nvSpPr>
            <p:spPr bwMode="auto">
              <a:xfrm>
                <a:off x="37338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0" name="Rectangle 1629"/>
              <p:cNvSpPr/>
              <p:nvPr/>
            </p:nvSpPr>
            <p:spPr bwMode="auto">
              <a:xfrm>
                <a:off x="36576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1" name="Rectangle 1630"/>
              <p:cNvSpPr/>
              <p:nvPr/>
            </p:nvSpPr>
            <p:spPr bwMode="auto">
              <a:xfrm>
                <a:off x="35814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2" name="Rectangle 1631"/>
              <p:cNvSpPr/>
              <p:nvPr/>
            </p:nvSpPr>
            <p:spPr bwMode="auto">
              <a:xfrm>
                <a:off x="41148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3" name="Rectangle 1632"/>
              <p:cNvSpPr/>
              <p:nvPr/>
            </p:nvSpPr>
            <p:spPr bwMode="auto">
              <a:xfrm>
                <a:off x="40386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4" name="Rectangle 1633"/>
              <p:cNvSpPr/>
              <p:nvPr/>
            </p:nvSpPr>
            <p:spPr bwMode="auto">
              <a:xfrm>
                <a:off x="39624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5" name="Rectangle 1634"/>
              <p:cNvSpPr/>
              <p:nvPr/>
            </p:nvSpPr>
            <p:spPr bwMode="auto">
              <a:xfrm>
                <a:off x="38862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6" name="Rectangle 1635"/>
              <p:cNvSpPr/>
              <p:nvPr/>
            </p:nvSpPr>
            <p:spPr bwMode="auto">
              <a:xfrm>
                <a:off x="42672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7" name="Rectangle 1636"/>
              <p:cNvSpPr/>
              <p:nvPr/>
            </p:nvSpPr>
            <p:spPr bwMode="auto">
              <a:xfrm>
                <a:off x="4191000" y="2971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8" name="Rectangle 1637"/>
              <p:cNvSpPr/>
              <p:nvPr/>
            </p:nvSpPr>
            <p:spPr bwMode="auto">
              <a:xfrm>
                <a:off x="38862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39" name="Rectangle 1638"/>
              <p:cNvSpPr/>
              <p:nvPr/>
            </p:nvSpPr>
            <p:spPr bwMode="auto">
              <a:xfrm>
                <a:off x="4191000" y="3733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0" name="Rectangle 1639"/>
              <p:cNvSpPr/>
              <p:nvPr/>
            </p:nvSpPr>
            <p:spPr bwMode="auto">
              <a:xfrm>
                <a:off x="41910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1" name="Rectangle 1640"/>
              <p:cNvSpPr/>
              <p:nvPr/>
            </p:nvSpPr>
            <p:spPr bwMode="auto">
              <a:xfrm>
                <a:off x="41148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2" name="Rectangle 1641"/>
              <p:cNvSpPr/>
              <p:nvPr/>
            </p:nvSpPr>
            <p:spPr bwMode="auto">
              <a:xfrm>
                <a:off x="33528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3" name="Rectangle 1642"/>
              <p:cNvSpPr/>
              <p:nvPr/>
            </p:nvSpPr>
            <p:spPr bwMode="auto">
              <a:xfrm>
                <a:off x="32766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4" name="Rectangle 1643"/>
              <p:cNvSpPr/>
              <p:nvPr/>
            </p:nvSpPr>
            <p:spPr bwMode="auto">
              <a:xfrm>
                <a:off x="3276600" y="4114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5" name="Rectangle 1644"/>
              <p:cNvSpPr/>
              <p:nvPr/>
            </p:nvSpPr>
            <p:spPr bwMode="auto">
              <a:xfrm>
                <a:off x="3276600" y="3429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6" name="Rectangle 1645"/>
              <p:cNvSpPr/>
              <p:nvPr/>
            </p:nvSpPr>
            <p:spPr bwMode="auto">
              <a:xfrm>
                <a:off x="32766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7" name="Rectangle 1646"/>
              <p:cNvSpPr/>
              <p:nvPr/>
            </p:nvSpPr>
            <p:spPr bwMode="auto">
              <a:xfrm>
                <a:off x="3276600" y="3200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8" name="Rectangle 1647"/>
              <p:cNvSpPr/>
              <p:nvPr/>
            </p:nvSpPr>
            <p:spPr bwMode="auto">
              <a:xfrm>
                <a:off x="3276600" y="3352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49" name="Rectangle 1648"/>
              <p:cNvSpPr/>
              <p:nvPr/>
            </p:nvSpPr>
            <p:spPr bwMode="auto">
              <a:xfrm>
                <a:off x="3276600" y="3733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0" name="Rectangle 1649"/>
              <p:cNvSpPr/>
              <p:nvPr/>
            </p:nvSpPr>
            <p:spPr bwMode="auto">
              <a:xfrm>
                <a:off x="3276600" y="3581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1" name="Rectangle 1650"/>
              <p:cNvSpPr/>
              <p:nvPr/>
            </p:nvSpPr>
            <p:spPr bwMode="auto">
              <a:xfrm>
                <a:off x="3276600" y="3505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2" name="Rectangle 1651"/>
              <p:cNvSpPr/>
              <p:nvPr/>
            </p:nvSpPr>
            <p:spPr bwMode="auto">
              <a:xfrm>
                <a:off x="32766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3" name="Rectangle 1652"/>
              <p:cNvSpPr/>
              <p:nvPr/>
            </p:nvSpPr>
            <p:spPr bwMode="auto">
              <a:xfrm>
                <a:off x="3276600" y="4038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4" name="Rectangle 1653"/>
              <p:cNvSpPr/>
              <p:nvPr/>
            </p:nvSpPr>
            <p:spPr bwMode="auto">
              <a:xfrm>
                <a:off x="32766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5" name="Rectangle 1654"/>
              <p:cNvSpPr/>
              <p:nvPr/>
            </p:nvSpPr>
            <p:spPr bwMode="auto">
              <a:xfrm>
                <a:off x="3276600" y="3810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6" name="Rectangle 1655"/>
              <p:cNvSpPr/>
              <p:nvPr/>
            </p:nvSpPr>
            <p:spPr bwMode="auto">
              <a:xfrm>
                <a:off x="3276600" y="3962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7" name="Rectangle 1656"/>
              <p:cNvSpPr/>
              <p:nvPr/>
            </p:nvSpPr>
            <p:spPr bwMode="auto">
              <a:xfrm>
                <a:off x="35052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8" name="Rectangle 1657"/>
              <p:cNvSpPr/>
              <p:nvPr/>
            </p:nvSpPr>
            <p:spPr bwMode="auto">
              <a:xfrm>
                <a:off x="34290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59" name="Rectangle 1658"/>
              <p:cNvSpPr/>
              <p:nvPr/>
            </p:nvSpPr>
            <p:spPr bwMode="auto">
              <a:xfrm>
                <a:off x="38100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0" name="Rectangle 1659"/>
              <p:cNvSpPr/>
              <p:nvPr/>
            </p:nvSpPr>
            <p:spPr bwMode="auto">
              <a:xfrm>
                <a:off x="37338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1" name="Rectangle 1660"/>
              <p:cNvSpPr/>
              <p:nvPr/>
            </p:nvSpPr>
            <p:spPr bwMode="auto">
              <a:xfrm>
                <a:off x="36576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2" name="Rectangle 1661"/>
              <p:cNvSpPr/>
              <p:nvPr/>
            </p:nvSpPr>
            <p:spPr bwMode="auto">
              <a:xfrm>
                <a:off x="35814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3" name="Rectangle 1662"/>
              <p:cNvSpPr/>
              <p:nvPr/>
            </p:nvSpPr>
            <p:spPr bwMode="auto">
              <a:xfrm>
                <a:off x="40386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4" name="Rectangle 1663"/>
              <p:cNvSpPr/>
              <p:nvPr/>
            </p:nvSpPr>
            <p:spPr bwMode="auto">
              <a:xfrm>
                <a:off x="39624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5" name="Rectangle 1664"/>
              <p:cNvSpPr/>
              <p:nvPr/>
            </p:nvSpPr>
            <p:spPr bwMode="auto">
              <a:xfrm>
                <a:off x="3886200" y="4191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6" name="Rectangle 1665"/>
              <p:cNvSpPr/>
              <p:nvPr/>
            </p:nvSpPr>
            <p:spPr bwMode="auto">
              <a:xfrm>
                <a:off x="36576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7" name="Rectangle 1666"/>
              <p:cNvSpPr/>
              <p:nvPr/>
            </p:nvSpPr>
            <p:spPr bwMode="auto">
              <a:xfrm>
                <a:off x="38100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8" name="Rectangle 1667"/>
              <p:cNvSpPr/>
              <p:nvPr/>
            </p:nvSpPr>
            <p:spPr bwMode="auto">
              <a:xfrm>
                <a:off x="37338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69" name="Rectangle 1668"/>
              <p:cNvSpPr/>
              <p:nvPr/>
            </p:nvSpPr>
            <p:spPr bwMode="auto">
              <a:xfrm>
                <a:off x="36576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0" name="Rectangle 1669"/>
              <p:cNvSpPr/>
              <p:nvPr/>
            </p:nvSpPr>
            <p:spPr bwMode="auto">
              <a:xfrm>
                <a:off x="38100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1" name="Rectangle 1670"/>
              <p:cNvSpPr/>
              <p:nvPr/>
            </p:nvSpPr>
            <p:spPr bwMode="auto">
              <a:xfrm>
                <a:off x="37338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2" name="Rectangle 1671"/>
              <p:cNvSpPr/>
              <p:nvPr/>
            </p:nvSpPr>
            <p:spPr bwMode="auto">
              <a:xfrm>
                <a:off x="39624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3" name="Rectangle 1672"/>
              <p:cNvSpPr/>
              <p:nvPr/>
            </p:nvSpPr>
            <p:spPr bwMode="auto">
              <a:xfrm>
                <a:off x="3886200" y="3276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4" name="Rectangle 1673"/>
              <p:cNvSpPr/>
              <p:nvPr/>
            </p:nvSpPr>
            <p:spPr bwMode="auto">
              <a:xfrm>
                <a:off x="3581400" y="3429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5" name="Rectangle 1674"/>
              <p:cNvSpPr/>
              <p:nvPr/>
            </p:nvSpPr>
            <p:spPr bwMode="auto">
              <a:xfrm>
                <a:off x="3581400" y="3352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6" name="Rectangle 1675"/>
              <p:cNvSpPr/>
              <p:nvPr/>
            </p:nvSpPr>
            <p:spPr bwMode="auto">
              <a:xfrm>
                <a:off x="3581400" y="37338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7" name="Rectangle 1676"/>
              <p:cNvSpPr/>
              <p:nvPr/>
            </p:nvSpPr>
            <p:spPr bwMode="auto">
              <a:xfrm>
                <a:off x="3581400" y="3581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8" name="Rectangle 1677"/>
              <p:cNvSpPr/>
              <p:nvPr/>
            </p:nvSpPr>
            <p:spPr bwMode="auto">
              <a:xfrm>
                <a:off x="3581400" y="3505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79" name="Rectangle 1678"/>
              <p:cNvSpPr/>
              <p:nvPr/>
            </p:nvSpPr>
            <p:spPr bwMode="auto">
              <a:xfrm>
                <a:off x="35814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0" name="Rectangle 1679"/>
              <p:cNvSpPr/>
              <p:nvPr/>
            </p:nvSpPr>
            <p:spPr bwMode="auto">
              <a:xfrm>
                <a:off x="3581400" y="3810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1" name="Rectangle 1680"/>
              <p:cNvSpPr/>
              <p:nvPr/>
            </p:nvSpPr>
            <p:spPr bwMode="auto">
              <a:xfrm>
                <a:off x="3886200" y="3810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2" name="Rectangle 1681"/>
              <p:cNvSpPr/>
              <p:nvPr/>
            </p:nvSpPr>
            <p:spPr bwMode="auto">
              <a:xfrm>
                <a:off x="4038600" y="3657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3" name="Rectangle 1682"/>
              <p:cNvSpPr/>
              <p:nvPr/>
            </p:nvSpPr>
            <p:spPr bwMode="auto">
              <a:xfrm>
                <a:off x="4191000" y="40386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4" name="Rectangle 1683"/>
              <p:cNvSpPr/>
              <p:nvPr/>
            </p:nvSpPr>
            <p:spPr bwMode="auto">
              <a:xfrm>
                <a:off x="4191000" y="38862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5" name="Rectangle 1684"/>
              <p:cNvSpPr/>
              <p:nvPr/>
            </p:nvSpPr>
            <p:spPr bwMode="auto">
              <a:xfrm>
                <a:off x="4191000" y="38100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686" name="Rectangle 1685"/>
              <p:cNvSpPr/>
              <p:nvPr/>
            </p:nvSpPr>
            <p:spPr bwMode="auto">
              <a:xfrm>
                <a:off x="4191000" y="3962400"/>
                <a:ext cx="76200" cy="76200"/>
              </a:xfrm>
              <a:prstGeom prst="rect">
                <a:avLst/>
              </a:prstGeom>
              <a:grp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sp>
          <p:nvSpPr>
            <p:cNvPr id="1687" name="Rectangle 1686"/>
            <p:cNvSpPr/>
            <p:nvPr/>
          </p:nvSpPr>
          <p:spPr bwMode="auto">
            <a:xfrm>
              <a:off x="54864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88" name="Rectangle 1687"/>
            <p:cNvSpPr/>
            <p:nvPr/>
          </p:nvSpPr>
          <p:spPr bwMode="auto">
            <a:xfrm>
              <a:off x="55626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89" name="Rectangle 1688"/>
            <p:cNvSpPr/>
            <p:nvPr/>
          </p:nvSpPr>
          <p:spPr bwMode="auto">
            <a:xfrm>
              <a:off x="4724400" y="3657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0" name="Rectangle 1689"/>
            <p:cNvSpPr/>
            <p:nvPr/>
          </p:nvSpPr>
          <p:spPr bwMode="auto">
            <a:xfrm>
              <a:off x="47244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1" name="Rectangle 1690"/>
            <p:cNvSpPr/>
            <p:nvPr/>
          </p:nvSpPr>
          <p:spPr bwMode="auto">
            <a:xfrm>
              <a:off x="47244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2" name="Rectangle 1691"/>
            <p:cNvSpPr/>
            <p:nvPr/>
          </p:nvSpPr>
          <p:spPr bwMode="auto">
            <a:xfrm>
              <a:off x="54864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3" name="Rectangle 1692"/>
            <p:cNvSpPr/>
            <p:nvPr/>
          </p:nvSpPr>
          <p:spPr bwMode="auto">
            <a:xfrm>
              <a:off x="5562600" y="3581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4" name="Rectangle 1693"/>
            <p:cNvSpPr/>
            <p:nvPr/>
          </p:nvSpPr>
          <p:spPr bwMode="auto">
            <a:xfrm>
              <a:off x="5334000" y="4267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5" name="Rectangle 1694"/>
            <p:cNvSpPr/>
            <p:nvPr/>
          </p:nvSpPr>
          <p:spPr bwMode="auto">
            <a:xfrm>
              <a:off x="5410200" y="4267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6" name="Rectangle 1695"/>
            <p:cNvSpPr/>
            <p:nvPr/>
          </p:nvSpPr>
          <p:spPr bwMode="auto">
            <a:xfrm>
              <a:off x="55626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7" name="Rectangle 1696"/>
            <p:cNvSpPr/>
            <p:nvPr/>
          </p:nvSpPr>
          <p:spPr bwMode="auto">
            <a:xfrm>
              <a:off x="4724400" y="3733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8" name="Rectangle 1697"/>
            <p:cNvSpPr/>
            <p:nvPr/>
          </p:nvSpPr>
          <p:spPr bwMode="auto">
            <a:xfrm>
              <a:off x="48006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9" name="Rectangle 1698"/>
            <p:cNvSpPr/>
            <p:nvPr/>
          </p:nvSpPr>
          <p:spPr bwMode="auto">
            <a:xfrm>
              <a:off x="4724400" y="3505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0" name="Rectangle 1699"/>
            <p:cNvSpPr/>
            <p:nvPr/>
          </p:nvSpPr>
          <p:spPr bwMode="auto">
            <a:xfrm>
              <a:off x="54102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1" name="Rectangle 1700"/>
            <p:cNvSpPr/>
            <p:nvPr/>
          </p:nvSpPr>
          <p:spPr bwMode="auto">
            <a:xfrm>
              <a:off x="54864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2" name="Rectangle 1701"/>
            <p:cNvSpPr/>
            <p:nvPr/>
          </p:nvSpPr>
          <p:spPr bwMode="auto">
            <a:xfrm>
              <a:off x="5486400" y="4267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3" name="Rectangle 1702"/>
            <p:cNvSpPr/>
            <p:nvPr/>
          </p:nvSpPr>
          <p:spPr bwMode="auto">
            <a:xfrm>
              <a:off x="54102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4" name="Rectangle 1703"/>
            <p:cNvSpPr/>
            <p:nvPr/>
          </p:nvSpPr>
          <p:spPr bwMode="auto">
            <a:xfrm>
              <a:off x="54864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5" name="Rectangle 1704"/>
            <p:cNvSpPr/>
            <p:nvPr/>
          </p:nvSpPr>
          <p:spPr bwMode="auto">
            <a:xfrm>
              <a:off x="53340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6" name="Rectangle 1705"/>
            <p:cNvSpPr/>
            <p:nvPr/>
          </p:nvSpPr>
          <p:spPr bwMode="auto">
            <a:xfrm>
              <a:off x="51816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7" name="Rectangle 1706"/>
            <p:cNvSpPr/>
            <p:nvPr/>
          </p:nvSpPr>
          <p:spPr bwMode="auto">
            <a:xfrm>
              <a:off x="52578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8" name="Rectangle 1707"/>
            <p:cNvSpPr/>
            <p:nvPr/>
          </p:nvSpPr>
          <p:spPr bwMode="auto">
            <a:xfrm>
              <a:off x="48006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9" name="Rectangle 1708"/>
            <p:cNvSpPr/>
            <p:nvPr/>
          </p:nvSpPr>
          <p:spPr bwMode="auto">
            <a:xfrm>
              <a:off x="51054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0" name="Rectangle 1709"/>
            <p:cNvSpPr/>
            <p:nvPr/>
          </p:nvSpPr>
          <p:spPr bwMode="auto">
            <a:xfrm>
              <a:off x="49530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1" name="Rectangle 1710"/>
            <p:cNvSpPr/>
            <p:nvPr/>
          </p:nvSpPr>
          <p:spPr bwMode="auto">
            <a:xfrm>
              <a:off x="4876800" y="3429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2" name="Rectangle 1711"/>
            <p:cNvSpPr/>
            <p:nvPr/>
          </p:nvSpPr>
          <p:spPr bwMode="auto">
            <a:xfrm>
              <a:off x="47244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3" name="Rectangle 1712"/>
            <p:cNvSpPr/>
            <p:nvPr/>
          </p:nvSpPr>
          <p:spPr bwMode="auto">
            <a:xfrm>
              <a:off x="48006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4" name="Rectangle 1713"/>
            <p:cNvSpPr/>
            <p:nvPr/>
          </p:nvSpPr>
          <p:spPr bwMode="auto">
            <a:xfrm>
              <a:off x="47244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5" name="Rectangle 1714"/>
            <p:cNvSpPr/>
            <p:nvPr/>
          </p:nvSpPr>
          <p:spPr bwMode="auto">
            <a:xfrm>
              <a:off x="48006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6" name="Rectangle 1715"/>
            <p:cNvSpPr/>
            <p:nvPr/>
          </p:nvSpPr>
          <p:spPr bwMode="auto">
            <a:xfrm>
              <a:off x="47244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7" name="Rectangle 1716"/>
            <p:cNvSpPr/>
            <p:nvPr/>
          </p:nvSpPr>
          <p:spPr bwMode="auto">
            <a:xfrm>
              <a:off x="48006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8" name="Rectangle 1717"/>
            <p:cNvSpPr/>
            <p:nvPr/>
          </p:nvSpPr>
          <p:spPr bwMode="auto">
            <a:xfrm>
              <a:off x="48768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9" name="Rectangle 1718"/>
            <p:cNvSpPr/>
            <p:nvPr/>
          </p:nvSpPr>
          <p:spPr bwMode="auto">
            <a:xfrm>
              <a:off x="48768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0" name="Rectangle 1719"/>
            <p:cNvSpPr/>
            <p:nvPr/>
          </p:nvSpPr>
          <p:spPr bwMode="auto">
            <a:xfrm>
              <a:off x="4724400" y="3810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1" name="Rectangle 1720"/>
            <p:cNvSpPr/>
            <p:nvPr/>
          </p:nvSpPr>
          <p:spPr bwMode="auto">
            <a:xfrm>
              <a:off x="4724400" y="4267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2" name="Rectangle 1721"/>
            <p:cNvSpPr/>
            <p:nvPr/>
          </p:nvSpPr>
          <p:spPr bwMode="auto">
            <a:xfrm>
              <a:off x="4800600" y="42672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3" name="Rectangle 1722"/>
            <p:cNvSpPr/>
            <p:nvPr/>
          </p:nvSpPr>
          <p:spPr bwMode="auto">
            <a:xfrm>
              <a:off x="5334000" y="4191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4" name="Rectangle 1723"/>
            <p:cNvSpPr/>
            <p:nvPr/>
          </p:nvSpPr>
          <p:spPr bwMode="auto">
            <a:xfrm>
              <a:off x="5410200" y="4191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5" name="Rectangle 1724"/>
            <p:cNvSpPr/>
            <p:nvPr/>
          </p:nvSpPr>
          <p:spPr bwMode="auto">
            <a:xfrm>
              <a:off x="5486400" y="41910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6" name="Rectangle 1725"/>
            <p:cNvSpPr/>
            <p:nvPr/>
          </p:nvSpPr>
          <p:spPr bwMode="auto">
            <a:xfrm>
              <a:off x="54102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7" name="Rectangle 1726"/>
            <p:cNvSpPr/>
            <p:nvPr/>
          </p:nvSpPr>
          <p:spPr bwMode="auto">
            <a:xfrm>
              <a:off x="54864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8" name="Rectangle 1727"/>
            <p:cNvSpPr/>
            <p:nvPr/>
          </p:nvSpPr>
          <p:spPr bwMode="auto">
            <a:xfrm>
              <a:off x="53340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9" name="Rectangle 1728"/>
            <p:cNvSpPr/>
            <p:nvPr/>
          </p:nvSpPr>
          <p:spPr bwMode="auto">
            <a:xfrm>
              <a:off x="54102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0" name="Rectangle 1729"/>
            <p:cNvSpPr/>
            <p:nvPr/>
          </p:nvSpPr>
          <p:spPr bwMode="auto">
            <a:xfrm>
              <a:off x="5486400" y="4114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1" name="Rectangle 1730"/>
            <p:cNvSpPr/>
            <p:nvPr/>
          </p:nvSpPr>
          <p:spPr bwMode="auto">
            <a:xfrm>
              <a:off x="54102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2" name="Rectangle 1731"/>
            <p:cNvSpPr/>
            <p:nvPr/>
          </p:nvSpPr>
          <p:spPr bwMode="auto">
            <a:xfrm>
              <a:off x="54864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3" name="Rectangle 1732"/>
            <p:cNvSpPr/>
            <p:nvPr/>
          </p:nvSpPr>
          <p:spPr bwMode="auto">
            <a:xfrm>
              <a:off x="51816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4" name="Rectangle 1733"/>
            <p:cNvSpPr/>
            <p:nvPr/>
          </p:nvSpPr>
          <p:spPr bwMode="auto">
            <a:xfrm>
              <a:off x="52578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5" name="Rectangle 1734"/>
            <p:cNvSpPr/>
            <p:nvPr/>
          </p:nvSpPr>
          <p:spPr bwMode="auto">
            <a:xfrm>
              <a:off x="5334000" y="44958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6" name="Rectangle 1735"/>
            <p:cNvSpPr/>
            <p:nvPr/>
          </p:nvSpPr>
          <p:spPr bwMode="auto">
            <a:xfrm>
              <a:off x="5334000" y="44196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7" name="Rectangle 1736"/>
            <p:cNvSpPr/>
            <p:nvPr/>
          </p:nvSpPr>
          <p:spPr bwMode="auto">
            <a:xfrm>
              <a:off x="52578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8" name="Rectangle 1737"/>
            <p:cNvSpPr/>
            <p:nvPr/>
          </p:nvSpPr>
          <p:spPr bwMode="auto">
            <a:xfrm>
              <a:off x="5334000" y="4343400"/>
              <a:ext cx="76200" cy="76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grpSp>
          <p:nvGrpSpPr>
            <p:cNvPr id="1739" name="Group 1738"/>
            <p:cNvGrpSpPr/>
            <p:nvPr/>
          </p:nvGrpSpPr>
          <p:grpSpPr>
            <a:xfrm>
              <a:off x="990600" y="4114800"/>
              <a:ext cx="1219200" cy="1447800"/>
              <a:chOff x="990600" y="4495800"/>
              <a:chExt cx="1219200" cy="1447800"/>
            </a:xfrm>
          </p:grpSpPr>
          <p:sp>
            <p:nvSpPr>
              <p:cNvPr id="1740" name="Rectangle 1739"/>
              <p:cNvSpPr/>
              <p:nvPr/>
            </p:nvSpPr>
            <p:spPr bwMode="auto">
              <a:xfrm>
                <a:off x="14478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1" name="Rectangle 1740"/>
              <p:cNvSpPr/>
              <p:nvPr/>
            </p:nvSpPr>
            <p:spPr bwMode="auto">
              <a:xfrm>
                <a:off x="14478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2" name="Rectangle 1741"/>
              <p:cNvSpPr/>
              <p:nvPr/>
            </p:nvSpPr>
            <p:spPr bwMode="auto">
              <a:xfrm>
                <a:off x="14478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3" name="Rectangle 1742"/>
              <p:cNvSpPr/>
              <p:nvPr/>
            </p:nvSpPr>
            <p:spPr bwMode="auto">
              <a:xfrm>
                <a:off x="1447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4" name="Rectangle 1743"/>
              <p:cNvSpPr/>
              <p:nvPr/>
            </p:nvSpPr>
            <p:spPr bwMode="auto">
              <a:xfrm>
                <a:off x="14478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5" name="Rectangle 1744"/>
              <p:cNvSpPr/>
              <p:nvPr/>
            </p:nvSpPr>
            <p:spPr bwMode="auto">
              <a:xfrm>
                <a:off x="14478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6" name="Rectangle 1745"/>
              <p:cNvSpPr/>
              <p:nvPr/>
            </p:nvSpPr>
            <p:spPr bwMode="auto">
              <a:xfrm>
                <a:off x="990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7" name="Rectangle 1746"/>
              <p:cNvSpPr/>
              <p:nvPr/>
            </p:nvSpPr>
            <p:spPr bwMode="auto">
              <a:xfrm>
                <a:off x="990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8" name="Rectangle 1747"/>
              <p:cNvSpPr/>
              <p:nvPr/>
            </p:nvSpPr>
            <p:spPr bwMode="auto">
              <a:xfrm>
                <a:off x="990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49" name="Rectangle 1748"/>
              <p:cNvSpPr/>
              <p:nvPr/>
            </p:nvSpPr>
            <p:spPr bwMode="auto">
              <a:xfrm>
                <a:off x="990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0" name="Rectangle 1749"/>
              <p:cNvSpPr/>
              <p:nvPr/>
            </p:nvSpPr>
            <p:spPr bwMode="auto">
              <a:xfrm>
                <a:off x="990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1" name="Rectangle 1750"/>
              <p:cNvSpPr/>
              <p:nvPr/>
            </p:nvSpPr>
            <p:spPr bwMode="auto">
              <a:xfrm>
                <a:off x="990600" y="4876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2" name="Rectangle 1751"/>
              <p:cNvSpPr/>
              <p:nvPr/>
            </p:nvSpPr>
            <p:spPr bwMode="auto">
              <a:xfrm>
                <a:off x="990600" y="5029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3" name="Rectangle 1752"/>
              <p:cNvSpPr/>
              <p:nvPr/>
            </p:nvSpPr>
            <p:spPr bwMode="auto">
              <a:xfrm>
                <a:off x="990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4" name="Rectangle 1753"/>
              <p:cNvSpPr/>
              <p:nvPr/>
            </p:nvSpPr>
            <p:spPr bwMode="auto">
              <a:xfrm>
                <a:off x="990600" y="5105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5" name="Rectangle 1754"/>
              <p:cNvSpPr/>
              <p:nvPr/>
            </p:nvSpPr>
            <p:spPr bwMode="auto">
              <a:xfrm>
                <a:off x="990600" y="5257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6" name="Rectangle 1755"/>
              <p:cNvSpPr/>
              <p:nvPr/>
            </p:nvSpPr>
            <p:spPr bwMode="auto">
              <a:xfrm>
                <a:off x="9906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7" name="Rectangle 1756"/>
              <p:cNvSpPr/>
              <p:nvPr/>
            </p:nvSpPr>
            <p:spPr bwMode="auto">
              <a:xfrm>
                <a:off x="9906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8" name="Rectangle 1757"/>
              <p:cNvSpPr/>
              <p:nvPr/>
            </p:nvSpPr>
            <p:spPr bwMode="auto">
              <a:xfrm>
                <a:off x="2133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59" name="Rectangle 1758"/>
              <p:cNvSpPr/>
              <p:nvPr/>
            </p:nvSpPr>
            <p:spPr bwMode="auto">
              <a:xfrm>
                <a:off x="2133600" y="4648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0" name="Rectangle 1759"/>
              <p:cNvSpPr/>
              <p:nvPr/>
            </p:nvSpPr>
            <p:spPr bwMode="auto">
              <a:xfrm>
                <a:off x="2133600" y="4572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1" name="Rectangle 1760"/>
              <p:cNvSpPr/>
              <p:nvPr/>
            </p:nvSpPr>
            <p:spPr bwMode="auto">
              <a:xfrm>
                <a:off x="2133600" y="4724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2" name="Rectangle 1761"/>
              <p:cNvSpPr/>
              <p:nvPr/>
            </p:nvSpPr>
            <p:spPr bwMode="auto">
              <a:xfrm>
                <a:off x="2133600" y="4876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3" name="Rectangle 1762"/>
              <p:cNvSpPr/>
              <p:nvPr/>
            </p:nvSpPr>
            <p:spPr bwMode="auto">
              <a:xfrm>
                <a:off x="2133600" y="4800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4" name="Rectangle 1763"/>
              <p:cNvSpPr/>
              <p:nvPr/>
            </p:nvSpPr>
            <p:spPr bwMode="auto">
              <a:xfrm>
                <a:off x="9906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5" name="Rectangle 1764"/>
              <p:cNvSpPr/>
              <p:nvPr/>
            </p:nvSpPr>
            <p:spPr bwMode="auto">
              <a:xfrm>
                <a:off x="9906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6" name="Rectangle 1765"/>
              <p:cNvSpPr/>
              <p:nvPr/>
            </p:nvSpPr>
            <p:spPr bwMode="auto">
              <a:xfrm>
                <a:off x="9906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7" name="Rectangle 1766"/>
              <p:cNvSpPr/>
              <p:nvPr/>
            </p:nvSpPr>
            <p:spPr bwMode="auto">
              <a:xfrm>
                <a:off x="9906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8" name="Rectangle 1767"/>
              <p:cNvSpPr/>
              <p:nvPr/>
            </p:nvSpPr>
            <p:spPr bwMode="auto">
              <a:xfrm>
                <a:off x="9906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69" name="Rectangle 1768"/>
              <p:cNvSpPr/>
              <p:nvPr/>
            </p:nvSpPr>
            <p:spPr bwMode="auto">
              <a:xfrm>
                <a:off x="9906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0" name="Rectangle 1769"/>
              <p:cNvSpPr/>
              <p:nvPr/>
            </p:nvSpPr>
            <p:spPr bwMode="auto">
              <a:xfrm>
                <a:off x="10668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1" name="Rectangle 1770"/>
              <p:cNvSpPr/>
              <p:nvPr/>
            </p:nvSpPr>
            <p:spPr bwMode="auto">
              <a:xfrm>
                <a:off x="1143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2" name="Rectangle 1771"/>
              <p:cNvSpPr/>
              <p:nvPr/>
            </p:nvSpPr>
            <p:spPr bwMode="auto">
              <a:xfrm>
                <a:off x="1219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3" name="Rectangle 1772"/>
              <p:cNvSpPr/>
              <p:nvPr/>
            </p:nvSpPr>
            <p:spPr bwMode="auto">
              <a:xfrm>
                <a:off x="1295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4" name="Rectangle 1773"/>
              <p:cNvSpPr/>
              <p:nvPr/>
            </p:nvSpPr>
            <p:spPr bwMode="auto">
              <a:xfrm>
                <a:off x="1371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5" name="Rectangle 1774"/>
              <p:cNvSpPr/>
              <p:nvPr/>
            </p:nvSpPr>
            <p:spPr bwMode="auto">
              <a:xfrm>
                <a:off x="1447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6" name="Rectangle 1775"/>
              <p:cNvSpPr/>
              <p:nvPr/>
            </p:nvSpPr>
            <p:spPr bwMode="auto">
              <a:xfrm>
                <a:off x="1524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7" name="Rectangle 1776"/>
              <p:cNvSpPr/>
              <p:nvPr/>
            </p:nvSpPr>
            <p:spPr bwMode="auto">
              <a:xfrm>
                <a:off x="16002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8" name="Rectangle 1777"/>
              <p:cNvSpPr/>
              <p:nvPr/>
            </p:nvSpPr>
            <p:spPr bwMode="auto">
              <a:xfrm>
                <a:off x="16764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79" name="Rectangle 1778"/>
              <p:cNvSpPr/>
              <p:nvPr/>
            </p:nvSpPr>
            <p:spPr bwMode="auto">
              <a:xfrm>
                <a:off x="17526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0" name="Rectangle 1779"/>
              <p:cNvSpPr/>
              <p:nvPr/>
            </p:nvSpPr>
            <p:spPr bwMode="auto">
              <a:xfrm>
                <a:off x="18288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1" name="Rectangle 1780"/>
              <p:cNvSpPr/>
              <p:nvPr/>
            </p:nvSpPr>
            <p:spPr bwMode="auto">
              <a:xfrm>
                <a:off x="1905000" y="5867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2" name="Rectangle 1781"/>
              <p:cNvSpPr/>
              <p:nvPr/>
            </p:nvSpPr>
            <p:spPr bwMode="auto">
              <a:xfrm>
                <a:off x="19812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3" name="Rectangle 1782"/>
              <p:cNvSpPr/>
              <p:nvPr/>
            </p:nvSpPr>
            <p:spPr bwMode="auto">
              <a:xfrm>
                <a:off x="2057400" y="58674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4" name="Rectangle 1783"/>
              <p:cNvSpPr/>
              <p:nvPr/>
            </p:nvSpPr>
            <p:spPr bwMode="auto">
              <a:xfrm>
                <a:off x="20574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5" name="Rectangle 1784"/>
              <p:cNvSpPr/>
              <p:nvPr/>
            </p:nvSpPr>
            <p:spPr bwMode="auto">
              <a:xfrm>
                <a:off x="20574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6" name="Rectangle 1785"/>
              <p:cNvSpPr/>
              <p:nvPr/>
            </p:nvSpPr>
            <p:spPr bwMode="auto">
              <a:xfrm>
                <a:off x="2057400" y="5562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7" name="Rectangle 1786"/>
              <p:cNvSpPr/>
              <p:nvPr/>
            </p:nvSpPr>
            <p:spPr bwMode="auto">
              <a:xfrm>
                <a:off x="2057400" y="54864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8" name="Rectangle 1787"/>
              <p:cNvSpPr/>
              <p:nvPr/>
            </p:nvSpPr>
            <p:spPr bwMode="auto">
              <a:xfrm>
                <a:off x="2057400" y="5638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89" name="Rectangle 1788"/>
              <p:cNvSpPr/>
              <p:nvPr/>
            </p:nvSpPr>
            <p:spPr bwMode="auto">
              <a:xfrm>
                <a:off x="2057400" y="5791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0" name="Rectangle 1789"/>
              <p:cNvSpPr/>
              <p:nvPr/>
            </p:nvSpPr>
            <p:spPr bwMode="auto">
              <a:xfrm>
                <a:off x="2057400" y="5715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1" name="Rectangle 1790"/>
              <p:cNvSpPr/>
              <p:nvPr/>
            </p:nvSpPr>
            <p:spPr bwMode="auto">
              <a:xfrm>
                <a:off x="20574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2" name="Rectangle 1791"/>
              <p:cNvSpPr/>
              <p:nvPr/>
            </p:nvSpPr>
            <p:spPr bwMode="auto">
              <a:xfrm>
                <a:off x="2057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3" name="Rectangle 1792"/>
              <p:cNvSpPr/>
              <p:nvPr/>
            </p:nvSpPr>
            <p:spPr bwMode="auto">
              <a:xfrm>
                <a:off x="1600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4" name="Rectangle 1793"/>
              <p:cNvSpPr/>
              <p:nvPr/>
            </p:nvSpPr>
            <p:spPr bwMode="auto">
              <a:xfrm>
                <a:off x="16764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5" name="Rectangle 1794"/>
              <p:cNvSpPr/>
              <p:nvPr/>
            </p:nvSpPr>
            <p:spPr bwMode="auto">
              <a:xfrm>
                <a:off x="17526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6" name="Rectangle 1795"/>
              <p:cNvSpPr/>
              <p:nvPr/>
            </p:nvSpPr>
            <p:spPr bwMode="auto">
              <a:xfrm>
                <a:off x="18288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7" name="Rectangle 1796"/>
              <p:cNvSpPr/>
              <p:nvPr/>
            </p:nvSpPr>
            <p:spPr bwMode="auto">
              <a:xfrm>
                <a:off x="1905000" y="51816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8" name="Rectangle 1797"/>
              <p:cNvSpPr/>
              <p:nvPr/>
            </p:nvSpPr>
            <p:spPr bwMode="auto">
              <a:xfrm>
                <a:off x="1981200" y="51816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799" name="Rectangle 1798"/>
              <p:cNvSpPr/>
              <p:nvPr/>
            </p:nvSpPr>
            <p:spPr bwMode="auto">
              <a:xfrm>
                <a:off x="1600200" y="5334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0" name="Rectangle 1799"/>
              <p:cNvSpPr/>
              <p:nvPr/>
            </p:nvSpPr>
            <p:spPr bwMode="auto">
              <a:xfrm>
                <a:off x="16002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1" name="Rectangle 1800"/>
              <p:cNvSpPr/>
              <p:nvPr/>
            </p:nvSpPr>
            <p:spPr bwMode="auto">
              <a:xfrm>
                <a:off x="1600200" y="5257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2" name="Rectangle 1801"/>
              <p:cNvSpPr/>
              <p:nvPr/>
            </p:nvSpPr>
            <p:spPr bwMode="auto">
              <a:xfrm>
                <a:off x="1447800" y="54102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3" name="Rectangle 1802"/>
              <p:cNvSpPr/>
              <p:nvPr/>
            </p:nvSpPr>
            <p:spPr bwMode="auto">
              <a:xfrm>
                <a:off x="1524000" y="54102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4" name="Rectangle 1803"/>
              <p:cNvSpPr/>
              <p:nvPr/>
            </p:nvSpPr>
            <p:spPr bwMode="auto">
              <a:xfrm>
                <a:off x="1981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5" name="Rectangle 1804"/>
              <p:cNvSpPr/>
              <p:nvPr/>
            </p:nvSpPr>
            <p:spPr bwMode="auto">
              <a:xfrm>
                <a:off x="1524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6" name="Rectangle 1805"/>
              <p:cNvSpPr/>
              <p:nvPr/>
            </p:nvSpPr>
            <p:spPr bwMode="auto">
              <a:xfrm>
                <a:off x="16002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7" name="Rectangle 1806"/>
              <p:cNvSpPr/>
              <p:nvPr/>
            </p:nvSpPr>
            <p:spPr bwMode="auto">
              <a:xfrm>
                <a:off x="16764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8" name="Rectangle 1807"/>
              <p:cNvSpPr/>
              <p:nvPr/>
            </p:nvSpPr>
            <p:spPr bwMode="auto">
              <a:xfrm>
                <a:off x="17526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09" name="Rectangle 1808"/>
              <p:cNvSpPr/>
              <p:nvPr/>
            </p:nvSpPr>
            <p:spPr bwMode="auto">
              <a:xfrm>
                <a:off x="18288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0" name="Rectangle 1809"/>
              <p:cNvSpPr/>
              <p:nvPr/>
            </p:nvSpPr>
            <p:spPr bwMode="auto">
              <a:xfrm>
                <a:off x="1905000" y="49530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1" name="Rectangle 1810"/>
              <p:cNvSpPr/>
              <p:nvPr/>
            </p:nvSpPr>
            <p:spPr bwMode="auto">
              <a:xfrm>
                <a:off x="21336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2" name="Rectangle 1811"/>
              <p:cNvSpPr/>
              <p:nvPr/>
            </p:nvSpPr>
            <p:spPr bwMode="auto">
              <a:xfrm>
                <a:off x="2057400" y="49530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3" name="Rectangle 1812"/>
              <p:cNvSpPr/>
              <p:nvPr/>
            </p:nvSpPr>
            <p:spPr bwMode="auto">
              <a:xfrm>
                <a:off x="9906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4" name="Rectangle 1813"/>
              <p:cNvSpPr/>
              <p:nvPr/>
            </p:nvSpPr>
            <p:spPr bwMode="auto">
              <a:xfrm>
                <a:off x="10668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5" name="Rectangle 1814"/>
              <p:cNvSpPr/>
              <p:nvPr/>
            </p:nvSpPr>
            <p:spPr bwMode="auto">
              <a:xfrm>
                <a:off x="1143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6" name="Rectangle 1815"/>
              <p:cNvSpPr/>
              <p:nvPr/>
            </p:nvSpPr>
            <p:spPr bwMode="auto">
              <a:xfrm>
                <a:off x="1219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7" name="Rectangle 1816"/>
              <p:cNvSpPr/>
              <p:nvPr/>
            </p:nvSpPr>
            <p:spPr bwMode="auto">
              <a:xfrm>
                <a:off x="1295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8" name="Rectangle 1817"/>
              <p:cNvSpPr/>
              <p:nvPr/>
            </p:nvSpPr>
            <p:spPr bwMode="auto">
              <a:xfrm>
                <a:off x="1371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19" name="Rectangle 1818"/>
              <p:cNvSpPr/>
              <p:nvPr/>
            </p:nvSpPr>
            <p:spPr bwMode="auto">
              <a:xfrm>
                <a:off x="1447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0" name="Rectangle 1819"/>
              <p:cNvSpPr/>
              <p:nvPr/>
            </p:nvSpPr>
            <p:spPr bwMode="auto">
              <a:xfrm>
                <a:off x="1524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1" name="Rectangle 1820"/>
              <p:cNvSpPr/>
              <p:nvPr/>
            </p:nvSpPr>
            <p:spPr bwMode="auto">
              <a:xfrm>
                <a:off x="1600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2" name="Rectangle 1821"/>
              <p:cNvSpPr/>
              <p:nvPr/>
            </p:nvSpPr>
            <p:spPr bwMode="auto">
              <a:xfrm>
                <a:off x="16764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3" name="Rectangle 1822"/>
              <p:cNvSpPr/>
              <p:nvPr/>
            </p:nvSpPr>
            <p:spPr bwMode="auto">
              <a:xfrm>
                <a:off x="17526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4" name="Rectangle 1823"/>
              <p:cNvSpPr/>
              <p:nvPr/>
            </p:nvSpPr>
            <p:spPr bwMode="auto">
              <a:xfrm>
                <a:off x="18288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5" name="Rectangle 1824"/>
              <p:cNvSpPr/>
              <p:nvPr/>
            </p:nvSpPr>
            <p:spPr bwMode="auto">
              <a:xfrm>
                <a:off x="19050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6" name="Rectangle 1825"/>
              <p:cNvSpPr/>
              <p:nvPr/>
            </p:nvSpPr>
            <p:spPr bwMode="auto">
              <a:xfrm>
                <a:off x="1981200" y="4495800"/>
                <a:ext cx="76200" cy="76200"/>
              </a:xfrm>
              <a:prstGeom prst="rect">
                <a:avLst/>
              </a:prstGeom>
              <a:solidFill>
                <a:srgbClr val="00B0F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  <p:sp>
            <p:nvSpPr>
              <p:cNvPr id="1827" name="Rectangle 1826"/>
              <p:cNvSpPr/>
              <p:nvPr/>
            </p:nvSpPr>
            <p:spPr bwMode="auto">
              <a:xfrm>
                <a:off x="2057400" y="4495800"/>
                <a:ext cx="76200" cy="76200"/>
              </a:xfrm>
              <a:prstGeom prst="rect">
                <a:avLst/>
              </a:prstGeom>
              <a:solidFill>
                <a:srgbClr val="0070C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400" b="1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Comic Sans MS" pitchFamily="66" charset="0"/>
                </a:endParaRPr>
              </a:p>
            </p:txBody>
          </p:sp>
        </p:grpSp>
        <p:grpSp>
          <p:nvGrpSpPr>
            <p:cNvPr id="1828" name="Group 1827"/>
            <p:cNvGrpSpPr/>
            <p:nvPr/>
          </p:nvGrpSpPr>
          <p:grpSpPr>
            <a:xfrm>
              <a:off x="990600" y="1370012"/>
              <a:ext cx="914400" cy="1146176"/>
              <a:chOff x="990600" y="1217612"/>
              <a:chExt cx="914400" cy="1146176"/>
            </a:xfrm>
          </p:grpSpPr>
          <p:grpSp>
            <p:nvGrpSpPr>
              <p:cNvPr id="1829" name="Group 1133"/>
              <p:cNvGrpSpPr/>
              <p:nvPr/>
            </p:nvGrpSpPr>
            <p:grpSpPr>
              <a:xfrm>
                <a:off x="990600" y="1219200"/>
                <a:ext cx="914400" cy="1143000"/>
                <a:chOff x="1066800" y="3505200"/>
                <a:chExt cx="914400" cy="1143000"/>
              </a:xfrm>
            </p:grpSpPr>
            <p:sp>
              <p:nvSpPr>
                <p:cNvPr id="1841" name="Rectangle 1840"/>
                <p:cNvSpPr/>
                <p:nvPr/>
              </p:nvSpPr>
              <p:spPr bwMode="auto">
                <a:xfrm>
                  <a:off x="1828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2" name="Rectangle 1841"/>
                <p:cNvSpPr/>
                <p:nvPr/>
              </p:nvSpPr>
              <p:spPr bwMode="auto">
                <a:xfrm>
                  <a:off x="1905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3" name="Rectangle 1842"/>
                <p:cNvSpPr/>
                <p:nvPr/>
              </p:nvSpPr>
              <p:spPr bwMode="auto">
                <a:xfrm>
                  <a:off x="10668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4" name="Rectangle 1843"/>
                <p:cNvSpPr/>
                <p:nvPr/>
              </p:nvSpPr>
              <p:spPr bwMode="auto">
                <a:xfrm>
                  <a:off x="11430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5" name="Rectangle 1844"/>
                <p:cNvSpPr/>
                <p:nvPr/>
              </p:nvSpPr>
              <p:spPr bwMode="auto">
                <a:xfrm>
                  <a:off x="10668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6" name="Rectangle 1845"/>
                <p:cNvSpPr/>
                <p:nvPr/>
              </p:nvSpPr>
              <p:spPr bwMode="auto">
                <a:xfrm>
                  <a:off x="1066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7" name="Rectangle 1846"/>
                <p:cNvSpPr/>
                <p:nvPr/>
              </p:nvSpPr>
              <p:spPr bwMode="auto">
                <a:xfrm>
                  <a:off x="11430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8" name="Rectangle 1847"/>
                <p:cNvSpPr/>
                <p:nvPr/>
              </p:nvSpPr>
              <p:spPr bwMode="auto">
                <a:xfrm>
                  <a:off x="1752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49" name="Rectangle 1848"/>
                <p:cNvSpPr/>
                <p:nvPr/>
              </p:nvSpPr>
              <p:spPr bwMode="auto">
                <a:xfrm>
                  <a:off x="1752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0" name="Rectangle 1849"/>
                <p:cNvSpPr/>
                <p:nvPr/>
              </p:nvSpPr>
              <p:spPr bwMode="auto">
                <a:xfrm>
                  <a:off x="1828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1" name="Rectangle 1850"/>
                <p:cNvSpPr/>
                <p:nvPr/>
              </p:nvSpPr>
              <p:spPr bwMode="auto">
                <a:xfrm>
                  <a:off x="1828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2" name="Rectangle 1851"/>
                <p:cNvSpPr/>
                <p:nvPr/>
              </p:nvSpPr>
              <p:spPr bwMode="auto">
                <a:xfrm>
                  <a:off x="1905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3" name="Rectangle 1852"/>
                <p:cNvSpPr/>
                <p:nvPr/>
              </p:nvSpPr>
              <p:spPr bwMode="auto">
                <a:xfrm>
                  <a:off x="1905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4" name="Rectangle 1853"/>
                <p:cNvSpPr/>
                <p:nvPr/>
              </p:nvSpPr>
              <p:spPr bwMode="auto">
                <a:xfrm>
                  <a:off x="1066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5" name="Rectangle 1854"/>
                <p:cNvSpPr/>
                <p:nvPr/>
              </p:nvSpPr>
              <p:spPr bwMode="auto">
                <a:xfrm>
                  <a:off x="16764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6" name="Rectangle 1855"/>
                <p:cNvSpPr/>
                <p:nvPr/>
              </p:nvSpPr>
              <p:spPr bwMode="auto">
                <a:xfrm>
                  <a:off x="17526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7" name="Rectangle 1856"/>
                <p:cNvSpPr/>
                <p:nvPr/>
              </p:nvSpPr>
              <p:spPr bwMode="auto">
                <a:xfrm>
                  <a:off x="1752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8" name="Rectangle 1857"/>
                <p:cNvSpPr/>
                <p:nvPr/>
              </p:nvSpPr>
              <p:spPr bwMode="auto">
                <a:xfrm>
                  <a:off x="1066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59" name="Rectangle 1858"/>
                <p:cNvSpPr/>
                <p:nvPr/>
              </p:nvSpPr>
              <p:spPr bwMode="auto">
                <a:xfrm>
                  <a:off x="11430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0" name="Rectangle 1859"/>
                <p:cNvSpPr/>
                <p:nvPr/>
              </p:nvSpPr>
              <p:spPr bwMode="auto">
                <a:xfrm>
                  <a:off x="12192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1" name="Rectangle 1860"/>
                <p:cNvSpPr/>
                <p:nvPr/>
              </p:nvSpPr>
              <p:spPr bwMode="auto">
                <a:xfrm>
                  <a:off x="1143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2" name="Rectangle 1861"/>
                <p:cNvSpPr/>
                <p:nvPr/>
              </p:nvSpPr>
              <p:spPr bwMode="auto">
                <a:xfrm>
                  <a:off x="1219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3" name="Rectangle 1862"/>
                <p:cNvSpPr/>
                <p:nvPr/>
              </p:nvSpPr>
              <p:spPr bwMode="auto">
                <a:xfrm>
                  <a:off x="1295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4" name="Rectangle 1863"/>
                <p:cNvSpPr/>
                <p:nvPr/>
              </p:nvSpPr>
              <p:spPr bwMode="auto">
                <a:xfrm>
                  <a:off x="1066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5" name="Rectangle 1864"/>
                <p:cNvSpPr/>
                <p:nvPr/>
              </p:nvSpPr>
              <p:spPr bwMode="auto">
                <a:xfrm>
                  <a:off x="10668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6" name="Rectangle 1865"/>
                <p:cNvSpPr/>
                <p:nvPr/>
              </p:nvSpPr>
              <p:spPr bwMode="auto">
                <a:xfrm>
                  <a:off x="11430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7" name="Rectangle 1866"/>
                <p:cNvSpPr/>
                <p:nvPr/>
              </p:nvSpPr>
              <p:spPr bwMode="auto">
                <a:xfrm>
                  <a:off x="12192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8" name="Rectangle 1867"/>
                <p:cNvSpPr/>
                <p:nvPr/>
              </p:nvSpPr>
              <p:spPr bwMode="auto">
                <a:xfrm>
                  <a:off x="1600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69" name="Rectangle 1868"/>
                <p:cNvSpPr/>
                <p:nvPr/>
              </p:nvSpPr>
              <p:spPr bwMode="auto">
                <a:xfrm>
                  <a:off x="1676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0" name="Rectangle 1869"/>
                <p:cNvSpPr/>
                <p:nvPr/>
              </p:nvSpPr>
              <p:spPr bwMode="auto">
                <a:xfrm>
                  <a:off x="1371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1" name="Rectangle 1870"/>
                <p:cNvSpPr/>
                <p:nvPr/>
              </p:nvSpPr>
              <p:spPr bwMode="auto">
                <a:xfrm>
                  <a:off x="1447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2" name="Rectangle 1871"/>
                <p:cNvSpPr/>
                <p:nvPr/>
              </p:nvSpPr>
              <p:spPr bwMode="auto">
                <a:xfrm>
                  <a:off x="1524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3" name="Rectangle 1872"/>
                <p:cNvSpPr/>
                <p:nvPr/>
              </p:nvSpPr>
              <p:spPr bwMode="auto">
                <a:xfrm>
                  <a:off x="1600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4" name="Rectangle 1873"/>
                <p:cNvSpPr/>
                <p:nvPr/>
              </p:nvSpPr>
              <p:spPr bwMode="auto">
                <a:xfrm>
                  <a:off x="1676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5" name="Rectangle 1874"/>
                <p:cNvSpPr/>
                <p:nvPr/>
              </p:nvSpPr>
              <p:spPr bwMode="auto">
                <a:xfrm>
                  <a:off x="1371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6" name="Rectangle 1875"/>
                <p:cNvSpPr/>
                <p:nvPr/>
              </p:nvSpPr>
              <p:spPr bwMode="auto">
                <a:xfrm>
                  <a:off x="1447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7" name="Rectangle 1876"/>
                <p:cNvSpPr/>
                <p:nvPr/>
              </p:nvSpPr>
              <p:spPr bwMode="auto">
                <a:xfrm>
                  <a:off x="1524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8" name="Rectangle 1877"/>
                <p:cNvSpPr/>
                <p:nvPr/>
              </p:nvSpPr>
              <p:spPr bwMode="auto">
                <a:xfrm>
                  <a:off x="1600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79" name="Rectangle 1878"/>
                <p:cNvSpPr/>
                <p:nvPr/>
              </p:nvSpPr>
              <p:spPr bwMode="auto">
                <a:xfrm>
                  <a:off x="1676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0" name="Rectangle 1879"/>
                <p:cNvSpPr/>
                <p:nvPr/>
              </p:nvSpPr>
              <p:spPr bwMode="auto">
                <a:xfrm>
                  <a:off x="12192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1" name="Rectangle 1880"/>
                <p:cNvSpPr/>
                <p:nvPr/>
              </p:nvSpPr>
              <p:spPr bwMode="auto">
                <a:xfrm>
                  <a:off x="12192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2" name="Rectangle 1881"/>
                <p:cNvSpPr/>
                <p:nvPr/>
              </p:nvSpPr>
              <p:spPr bwMode="auto">
                <a:xfrm>
                  <a:off x="1828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3" name="Rectangle 1882"/>
                <p:cNvSpPr/>
                <p:nvPr/>
              </p:nvSpPr>
              <p:spPr bwMode="auto">
                <a:xfrm>
                  <a:off x="1752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4" name="Rectangle 1883"/>
                <p:cNvSpPr/>
                <p:nvPr/>
              </p:nvSpPr>
              <p:spPr bwMode="auto">
                <a:xfrm>
                  <a:off x="1828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5" name="Rectangle 1884"/>
                <p:cNvSpPr/>
                <p:nvPr/>
              </p:nvSpPr>
              <p:spPr bwMode="auto">
                <a:xfrm>
                  <a:off x="1524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6" name="Rectangle 1885"/>
                <p:cNvSpPr/>
                <p:nvPr/>
              </p:nvSpPr>
              <p:spPr bwMode="auto">
                <a:xfrm>
                  <a:off x="1371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7" name="Rectangle 1886"/>
                <p:cNvSpPr/>
                <p:nvPr/>
              </p:nvSpPr>
              <p:spPr bwMode="auto">
                <a:xfrm>
                  <a:off x="1447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8" name="Rectangle 1887"/>
                <p:cNvSpPr/>
                <p:nvPr/>
              </p:nvSpPr>
              <p:spPr bwMode="auto">
                <a:xfrm>
                  <a:off x="1143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89" name="Rectangle 1888"/>
                <p:cNvSpPr/>
                <p:nvPr/>
              </p:nvSpPr>
              <p:spPr bwMode="auto">
                <a:xfrm>
                  <a:off x="1219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0" name="Rectangle 1889"/>
                <p:cNvSpPr/>
                <p:nvPr/>
              </p:nvSpPr>
              <p:spPr bwMode="auto">
                <a:xfrm>
                  <a:off x="1295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1" name="Rectangle 1890"/>
                <p:cNvSpPr/>
                <p:nvPr/>
              </p:nvSpPr>
              <p:spPr bwMode="auto">
                <a:xfrm>
                  <a:off x="1295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2" name="Rectangle 1891"/>
                <p:cNvSpPr/>
                <p:nvPr/>
              </p:nvSpPr>
              <p:spPr bwMode="auto">
                <a:xfrm>
                  <a:off x="1143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3" name="Rectangle 1892"/>
                <p:cNvSpPr/>
                <p:nvPr/>
              </p:nvSpPr>
              <p:spPr bwMode="auto">
                <a:xfrm>
                  <a:off x="1219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4" name="Rectangle 1893"/>
                <p:cNvSpPr/>
                <p:nvPr/>
              </p:nvSpPr>
              <p:spPr bwMode="auto">
                <a:xfrm>
                  <a:off x="10668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5" name="Rectangle 1894"/>
                <p:cNvSpPr/>
                <p:nvPr/>
              </p:nvSpPr>
              <p:spPr bwMode="auto">
                <a:xfrm>
                  <a:off x="11430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6" name="Rectangle 1895"/>
                <p:cNvSpPr/>
                <p:nvPr/>
              </p:nvSpPr>
              <p:spPr bwMode="auto">
                <a:xfrm>
                  <a:off x="10668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7" name="Rectangle 1896"/>
                <p:cNvSpPr/>
                <p:nvPr/>
              </p:nvSpPr>
              <p:spPr bwMode="auto">
                <a:xfrm>
                  <a:off x="11430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8" name="Rectangle 1897"/>
                <p:cNvSpPr/>
                <p:nvPr/>
              </p:nvSpPr>
              <p:spPr bwMode="auto">
                <a:xfrm>
                  <a:off x="12192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899" name="Rectangle 1898"/>
                <p:cNvSpPr/>
                <p:nvPr/>
              </p:nvSpPr>
              <p:spPr bwMode="auto">
                <a:xfrm>
                  <a:off x="12192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0" name="Rectangle 1899"/>
                <p:cNvSpPr/>
                <p:nvPr/>
              </p:nvSpPr>
              <p:spPr bwMode="auto">
                <a:xfrm>
                  <a:off x="10668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1" name="Rectangle 1900"/>
                <p:cNvSpPr/>
                <p:nvPr/>
              </p:nvSpPr>
              <p:spPr bwMode="auto">
                <a:xfrm>
                  <a:off x="11430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2" name="Rectangle 1901"/>
                <p:cNvSpPr/>
                <p:nvPr/>
              </p:nvSpPr>
              <p:spPr bwMode="auto">
                <a:xfrm>
                  <a:off x="12192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3" name="Rectangle 1902"/>
                <p:cNvSpPr/>
                <p:nvPr/>
              </p:nvSpPr>
              <p:spPr bwMode="auto">
                <a:xfrm>
                  <a:off x="1066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4" name="Rectangle 1903"/>
                <p:cNvSpPr/>
                <p:nvPr/>
              </p:nvSpPr>
              <p:spPr bwMode="auto">
                <a:xfrm>
                  <a:off x="1143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5" name="Rectangle 1904"/>
                <p:cNvSpPr/>
                <p:nvPr/>
              </p:nvSpPr>
              <p:spPr bwMode="auto">
                <a:xfrm>
                  <a:off x="1066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6" name="Rectangle 1905"/>
                <p:cNvSpPr/>
                <p:nvPr/>
              </p:nvSpPr>
              <p:spPr bwMode="auto">
                <a:xfrm>
                  <a:off x="1143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7" name="Rectangle 1906"/>
                <p:cNvSpPr/>
                <p:nvPr/>
              </p:nvSpPr>
              <p:spPr bwMode="auto">
                <a:xfrm>
                  <a:off x="1066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8" name="Rectangle 1907"/>
                <p:cNvSpPr/>
                <p:nvPr/>
              </p:nvSpPr>
              <p:spPr bwMode="auto">
                <a:xfrm>
                  <a:off x="1143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09" name="Rectangle 1908"/>
                <p:cNvSpPr/>
                <p:nvPr/>
              </p:nvSpPr>
              <p:spPr bwMode="auto">
                <a:xfrm>
                  <a:off x="1219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0" name="Rectangle 1909"/>
                <p:cNvSpPr/>
                <p:nvPr/>
              </p:nvSpPr>
              <p:spPr bwMode="auto">
                <a:xfrm>
                  <a:off x="1219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1" name="Rectangle 1910"/>
                <p:cNvSpPr/>
                <p:nvPr/>
              </p:nvSpPr>
              <p:spPr bwMode="auto">
                <a:xfrm>
                  <a:off x="1219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2" name="Rectangle 1911"/>
                <p:cNvSpPr/>
                <p:nvPr/>
              </p:nvSpPr>
              <p:spPr bwMode="auto">
                <a:xfrm>
                  <a:off x="1066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3" name="Rectangle 1912"/>
                <p:cNvSpPr/>
                <p:nvPr/>
              </p:nvSpPr>
              <p:spPr bwMode="auto">
                <a:xfrm>
                  <a:off x="11430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4" name="Rectangle 1913"/>
                <p:cNvSpPr/>
                <p:nvPr/>
              </p:nvSpPr>
              <p:spPr bwMode="auto">
                <a:xfrm>
                  <a:off x="12192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5" name="Rectangle 1914"/>
                <p:cNvSpPr/>
                <p:nvPr/>
              </p:nvSpPr>
              <p:spPr bwMode="auto">
                <a:xfrm>
                  <a:off x="1066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6" name="Rectangle 1915"/>
                <p:cNvSpPr/>
                <p:nvPr/>
              </p:nvSpPr>
              <p:spPr bwMode="auto">
                <a:xfrm>
                  <a:off x="11430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7" name="Rectangle 1916"/>
                <p:cNvSpPr/>
                <p:nvPr/>
              </p:nvSpPr>
              <p:spPr bwMode="auto">
                <a:xfrm>
                  <a:off x="12192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8" name="Rectangle 1917"/>
                <p:cNvSpPr/>
                <p:nvPr/>
              </p:nvSpPr>
              <p:spPr bwMode="auto">
                <a:xfrm>
                  <a:off x="16764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19" name="Rectangle 1918"/>
                <p:cNvSpPr/>
                <p:nvPr/>
              </p:nvSpPr>
              <p:spPr bwMode="auto">
                <a:xfrm>
                  <a:off x="17526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0" name="Rectangle 1919"/>
                <p:cNvSpPr/>
                <p:nvPr/>
              </p:nvSpPr>
              <p:spPr bwMode="auto">
                <a:xfrm>
                  <a:off x="1828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1" name="Rectangle 1920"/>
                <p:cNvSpPr/>
                <p:nvPr/>
              </p:nvSpPr>
              <p:spPr bwMode="auto">
                <a:xfrm>
                  <a:off x="1752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2" name="Rectangle 1921"/>
                <p:cNvSpPr/>
                <p:nvPr/>
              </p:nvSpPr>
              <p:spPr bwMode="auto">
                <a:xfrm>
                  <a:off x="1828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3" name="Rectangle 1922"/>
                <p:cNvSpPr/>
                <p:nvPr/>
              </p:nvSpPr>
              <p:spPr bwMode="auto">
                <a:xfrm>
                  <a:off x="16764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4" name="Rectangle 1923"/>
                <p:cNvSpPr/>
                <p:nvPr/>
              </p:nvSpPr>
              <p:spPr bwMode="auto">
                <a:xfrm>
                  <a:off x="17526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5" name="Rectangle 1924"/>
                <p:cNvSpPr/>
                <p:nvPr/>
              </p:nvSpPr>
              <p:spPr bwMode="auto">
                <a:xfrm>
                  <a:off x="1828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6" name="Rectangle 1925"/>
                <p:cNvSpPr/>
                <p:nvPr/>
              </p:nvSpPr>
              <p:spPr bwMode="auto">
                <a:xfrm>
                  <a:off x="1752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7" name="Rectangle 1926"/>
                <p:cNvSpPr/>
                <p:nvPr/>
              </p:nvSpPr>
              <p:spPr bwMode="auto">
                <a:xfrm>
                  <a:off x="1828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8" name="Rectangle 1927"/>
                <p:cNvSpPr/>
                <p:nvPr/>
              </p:nvSpPr>
              <p:spPr bwMode="auto">
                <a:xfrm>
                  <a:off x="1295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29" name="Rectangle 1928"/>
                <p:cNvSpPr/>
                <p:nvPr/>
              </p:nvSpPr>
              <p:spPr bwMode="auto">
                <a:xfrm>
                  <a:off x="1371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0" name="Rectangle 1929"/>
                <p:cNvSpPr/>
                <p:nvPr/>
              </p:nvSpPr>
              <p:spPr bwMode="auto">
                <a:xfrm>
                  <a:off x="1447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1" name="Rectangle 1930"/>
                <p:cNvSpPr/>
                <p:nvPr/>
              </p:nvSpPr>
              <p:spPr bwMode="auto">
                <a:xfrm>
                  <a:off x="1524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2" name="Rectangle 1931"/>
                <p:cNvSpPr/>
                <p:nvPr/>
              </p:nvSpPr>
              <p:spPr bwMode="auto">
                <a:xfrm>
                  <a:off x="1600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3" name="Rectangle 1932"/>
                <p:cNvSpPr/>
                <p:nvPr/>
              </p:nvSpPr>
              <p:spPr bwMode="auto">
                <a:xfrm>
                  <a:off x="1676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4" name="Rectangle 1933"/>
                <p:cNvSpPr/>
                <p:nvPr/>
              </p:nvSpPr>
              <p:spPr bwMode="auto">
                <a:xfrm>
                  <a:off x="1295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5" name="Rectangle 1934"/>
                <p:cNvSpPr/>
                <p:nvPr/>
              </p:nvSpPr>
              <p:spPr bwMode="auto">
                <a:xfrm>
                  <a:off x="1371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6" name="Rectangle 1935"/>
                <p:cNvSpPr/>
                <p:nvPr/>
              </p:nvSpPr>
              <p:spPr bwMode="auto">
                <a:xfrm>
                  <a:off x="1447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7" name="Rectangle 1936"/>
                <p:cNvSpPr/>
                <p:nvPr/>
              </p:nvSpPr>
              <p:spPr bwMode="auto">
                <a:xfrm>
                  <a:off x="1524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8" name="Rectangle 1937"/>
                <p:cNvSpPr/>
                <p:nvPr/>
              </p:nvSpPr>
              <p:spPr bwMode="auto">
                <a:xfrm>
                  <a:off x="1600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39" name="Rectangle 1938"/>
                <p:cNvSpPr/>
                <p:nvPr/>
              </p:nvSpPr>
              <p:spPr bwMode="auto">
                <a:xfrm>
                  <a:off x="1676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0" name="Rectangle 1939"/>
                <p:cNvSpPr/>
                <p:nvPr/>
              </p:nvSpPr>
              <p:spPr bwMode="auto">
                <a:xfrm>
                  <a:off x="1295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1" name="Rectangle 1940"/>
                <p:cNvSpPr/>
                <p:nvPr/>
              </p:nvSpPr>
              <p:spPr bwMode="auto">
                <a:xfrm>
                  <a:off x="1371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2" name="Rectangle 1941"/>
                <p:cNvSpPr/>
                <p:nvPr/>
              </p:nvSpPr>
              <p:spPr bwMode="auto">
                <a:xfrm>
                  <a:off x="1447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3" name="Rectangle 1942"/>
                <p:cNvSpPr/>
                <p:nvPr/>
              </p:nvSpPr>
              <p:spPr bwMode="auto">
                <a:xfrm>
                  <a:off x="1524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4" name="Rectangle 1943"/>
                <p:cNvSpPr/>
                <p:nvPr/>
              </p:nvSpPr>
              <p:spPr bwMode="auto">
                <a:xfrm>
                  <a:off x="1600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45" name="Rectangle 1944"/>
                <p:cNvSpPr/>
                <p:nvPr/>
              </p:nvSpPr>
              <p:spPr bwMode="auto">
                <a:xfrm>
                  <a:off x="1676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1830" name="Group 1908"/>
              <p:cNvGrpSpPr/>
              <p:nvPr/>
            </p:nvGrpSpPr>
            <p:grpSpPr>
              <a:xfrm>
                <a:off x="990600" y="1217612"/>
                <a:ext cx="914400" cy="1146176"/>
                <a:chOff x="990600" y="1217612"/>
                <a:chExt cx="914400" cy="1146176"/>
              </a:xfrm>
            </p:grpSpPr>
            <p:cxnSp>
              <p:nvCxnSpPr>
                <p:cNvPr id="1831" name="Straight Connector 1830"/>
                <p:cNvCxnSpPr/>
                <p:nvPr/>
              </p:nvCxnSpPr>
              <p:spPr bwMode="auto">
                <a:xfrm rot="16200000" flipH="1">
                  <a:off x="419894" y="1790700"/>
                  <a:ext cx="1143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2" name="Straight Connector 1831"/>
                <p:cNvCxnSpPr/>
                <p:nvPr/>
              </p:nvCxnSpPr>
              <p:spPr bwMode="auto">
                <a:xfrm>
                  <a:off x="990600" y="2362200"/>
                  <a:ext cx="838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3" name="Straight Connector 1832"/>
                <p:cNvCxnSpPr/>
                <p:nvPr/>
              </p:nvCxnSpPr>
              <p:spPr bwMode="auto">
                <a:xfrm rot="5400000">
                  <a:off x="1600994" y="2133600"/>
                  <a:ext cx="457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4" name="Straight Connector 1833"/>
                <p:cNvCxnSpPr/>
                <p:nvPr/>
              </p:nvCxnSpPr>
              <p:spPr bwMode="auto">
                <a:xfrm>
                  <a:off x="1600200" y="1903412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5" name="Straight Connector 1834"/>
                <p:cNvCxnSpPr/>
                <p:nvPr/>
              </p:nvCxnSpPr>
              <p:spPr bwMode="auto">
                <a:xfrm rot="5400000">
                  <a:off x="1485106" y="20193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6" name="Straight Connector 1835"/>
                <p:cNvCxnSpPr/>
                <p:nvPr/>
              </p:nvCxnSpPr>
              <p:spPr bwMode="auto">
                <a:xfrm rot="5400000">
                  <a:off x="875506" y="17907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7" name="Straight Connector 1836"/>
                <p:cNvCxnSpPr/>
                <p:nvPr/>
              </p:nvCxnSpPr>
              <p:spPr bwMode="auto">
                <a:xfrm>
                  <a:off x="1219200" y="2132012"/>
                  <a:ext cx="381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8" name="Straight Connector 1837"/>
                <p:cNvCxnSpPr/>
                <p:nvPr/>
              </p:nvCxnSpPr>
              <p:spPr bwMode="auto">
                <a:xfrm rot="10800000">
                  <a:off x="1219200" y="14478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39" name="Straight Connector 1838"/>
                <p:cNvCxnSpPr/>
                <p:nvPr/>
              </p:nvCxnSpPr>
              <p:spPr bwMode="auto">
                <a:xfrm rot="5400000">
                  <a:off x="1789905" y="13335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40" name="Straight Connector 1839"/>
                <p:cNvCxnSpPr/>
                <p:nvPr/>
              </p:nvCxnSpPr>
              <p:spPr bwMode="auto">
                <a:xfrm>
                  <a:off x="990600" y="1217612"/>
                  <a:ext cx="9144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1946" name="Group 1945"/>
            <p:cNvGrpSpPr/>
            <p:nvPr/>
          </p:nvGrpSpPr>
          <p:grpSpPr>
            <a:xfrm>
              <a:off x="7315200" y="4953000"/>
              <a:ext cx="914400" cy="1146176"/>
              <a:chOff x="990600" y="1217612"/>
              <a:chExt cx="914400" cy="1146176"/>
            </a:xfrm>
          </p:grpSpPr>
          <p:grpSp>
            <p:nvGrpSpPr>
              <p:cNvPr id="1947" name="Group 1133"/>
              <p:cNvGrpSpPr/>
              <p:nvPr/>
            </p:nvGrpSpPr>
            <p:grpSpPr>
              <a:xfrm>
                <a:off x="990600" y="1219200"/>
                <a:ext cx="914400" cy="1143000"/>
                <a:chOff x="1066800" y="3505200"/>
                <a:chExt cx="914400" cy="1143000"/>
              </a:xfrm>
            </p:grpSpPr>
            <p:sp>
              <p:nvSpPr>
                <p:cNvPr id="1959" name="Rectangle 1958"/>
                <p:cNvSpPr/>
                <p:nvPr/>
              </p:nvSpPr>
              <p:spPr bwMode="auto">
                <a:xfrm>
                  <a:off x="1828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0" name="Rectangle 1959"/>
                <p:cNvSpPr/>
                <p:nvPr/>
              </p:nvSpPr>
              <p:spPr bwMode="auto">
                <a:xfrm>
                  <a:off x="1905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1" name="Rectangle 1960"/>
                <p:cNvSpPr/>
                <p:nvPr/>
              </p:nvSpPr>
              <p:spPr bwMode="auto">
                <a:xfrm>
                  <a:off x="10668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2" name="Rectangle 1961"/>
                <p:cNvSpPr/>
                <p:nvPr/>
              </p:nvSpPr>
              <p:spPr bwMode="auto">
                <a:xfrm>
                  <a:off x="11430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3" name="Rectangle 1962"/>
                <p:cNvSpPr/>
                <p:nvPr/>
              </p:nvSpPr>
              <p:spPr bwMode="auto">
                <a:xfrm>
                  <a:off x="10668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4" name="Rectangle 1963"/>
                <p:cNvSpPr/>
                <p:nvPr/>
              </p:nvSpPr>
              <p:spPr bwMode="auto">
                <a:xfrm>
                  <a:off x="1066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5" name="Rectangle 1964"/>
                <p:cNvSpPr/>
                <p:nvPr/>
              </p:nvSpPr>
              <p:spPr bwMode="auto">
                <a:xfrm>
                  <a:off x="11430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6" name="Rectangle 1965"/>
                <p:cNvSpPr/>
                <p:nvPr/>
              </p:nvSpPr>
              <p:spPr bwMode="auto">
                <a:xfrm>
                  <a:off x="1752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7" name="Rectangle 1966"/>
                <p:cNvSpPr/>
                <p:nvPr/>
              </p:nvSpPr>
              <p:spPr bwMode="auto">
                <a:xfrm>
                  <a:off x="1752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8" name="Rectangle 1967"/>
                <p:cNvSpPr/>
                <p:nvPr/>
              </p:nvSpPr>
              <p:spPr bwMode="auto">
                <a:xfrm>
                  <a:off x="1828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69" name="Rectangle 1968"/>
                <p:cNvSpPr/>
                <p:nvPr/>
              </p:nvSpPr>
              <p:spPr bwMode="auto">
                <a:xfrm>
                  <a:off x="1828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0" name="Rectangle 1969"/>
                <p:cNvSpPr/>
                <p:nvPr/>
              </p:nvSpPr>
              <p:spPr bwMode="auto">
                <a:xfrm>
                  <a:off x="1905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1" name="Rectangle 1970"/>
                <p:cNvSpPr/>
                <p:nvPr/>
              </p:nvSpPr>
              <p:spPr bwMode="auto">
                <a:xfrm>
                  <a:off x="1905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2" name="Rectangle 1971"/>
                <p:cNvSpPr/>
                <p:nvPr/>
              </p:nvSpPr>
              <p:spPr bwMode="auto">
                <a:xfrm>
                  <a:off x="1066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3" name="Rectangle 1972"/>
                <p:cNvSpPr/>
                <p:nvPr/>
              </p:nvSpPr>
              <p:spPr bwMode="auto">
                <a:xfrm>
                  <a:off x="16764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4" name="Rectangle 1973"/>
                <p:cNvSpPr/>
                <p:nvPr/>
              </p:nvSpPr>
              <p:spPr bwMode="auto">
                <a:xfrm>
                  <a:off x="17526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5" name="Rectangle 1974"/>
                <p:cNvSpPr/>
                <p:nvPr/>
              </p:nvSpPr>
              <p:spPr bwMode="auto">
                <a:xfrm>
                  <a:off x="1752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6" name="Rectangle 1975"/>
                <p:cNvSpPr/>
                <p:nvPr/>
              </p:nvSpPr>
              <p:spPr bwMode="auto">
                <a:xfrm>
                  <a:off x="1066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7" name="Rectangle 1976"/>
                <p:cNvSpPr/>
                <p:nvPr/>
              </p:nvSpPr>
              <p:spPr bwMode="auto">
                <a:xfrm>
                  <a:off x="11430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8" name="Rectangle 1977"/>
                <p:cNvSpPr/>
                <p:nvPr/>
              </p:nvSpPr>
              <p:spPr bwMode="auto">
                <a:xfrm>
                  <a:off x="12192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79" name="Rectangle 1978"/>
                <p:cNvSpPr/>
                <p:nvPr/>
              </p:nvSpPr>
              <p:spPr bwMode="auto">
                <a:xfrm>
                  <a:off x="1143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0" name="Rectangle 1979"/>
                <p:cNvSpPr/>
                <p:nvPr/>
              </p:nvSpPr>
              <p:spPr bwMode="auto">
                <a:xfrm>
                  <a:off x="1219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1" name="Rectangle 1980"/>
                <p:cNvSpPr/>
                <p:nvPr/>
              </p:nvSpPr>
              <p:spPr bwMode="auto">
                <a:xfrm>
                  <a:off x="1295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2" name="Rectangle 1981"/>
                <p:cNvSpPr/>
                <p:nvPr/>
              </p:nvSpPr>
              <p:spPr bwMode="auto">
                <a:xfrm>
                  <a:off x="1066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3" name="Rectangle 1982"/>
                <p:cNvSpPr/>
                <p:nvPr/>
              </p:nvSpPr>
              <p:spPr bwMode="auto">
                <a:xfrm>
                  <a:off x="10668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4" name="Rectangle 1983"/>
                <p:cNvSpPr/>
                <p:nvPr/>
              </p:nvSpPr>
              <p:spPr bwMode="auto">
                <a:xfrm>
                  <a:off x="11430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5" name="Rectangle 1984"/>
                <p:cNvSpPr/>
                <p:nvPr/>
              </p:nvSpPr>
              <p:spPr bwMode="auto">
                <a:xfrm>
                  <a:off x="12192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6" name="Rectangle 1985"/>
                <p:cNvSpPr/>
                <p:nvPr/>
              </p:nvSpPr>
              <p:spPr bwMode="auto">
                <a:xfrm>
                  <a:off x="1600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7" name="Rectangle 1986"/>
                <p:cNvSpPr/>
                <p:nvPr/>
              </p:nvSpPr>
              <p:spPr bwMode="auto">
                <a:xfrm>
                  <a:off x="1676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8" name="Rectangle 1987"/>
                <p:cNvSpPr/>
                <p:nvPr/>
              </p:nvSpPr>
              <p:spPr bwMode="auto">
                <a:xfrm>
                  <a:off x="1371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89" name="Rectangle 1988"/>
                <p:cNvSpPr/>
                <p:nvPr/>
              </p:nvSpPr>
              <p:spPr bwMode="auto">
                <a:xfrm>
                  <a:off x="1447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0" name="Rectangle 1989"/>
                <p:cNvSpPr/>
                <p:nvPr/>
              </p:nvSpPr>
              <p:spPr bwMode="auto">
                <a:xfrm>
                  <a:off x="1524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1" name="Rectangle 1990"/>
                <p:cNvSpPr/>
                <p:nvPr/>
              </p:nvSpPr>
              <p:spPr bwMode="auto">
                <a:xfrm>
                  <a:off x="1600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2" name="Rectangle 1991"/>
                <p:cNvSpPr/>
                <p:nvPr/>
              </p:nvSpPr>
              <p:spPr bwMode="auto">
                <a:xfrm>
                  <a:off x="1676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3" name="Rectangle 1992"/>
                <p:cNvSpPr/>
                <p:nvPr/>
              </p:nvSpPr>
              <p:spPr bwMode="auto">
                <a:xfrm>
                  <a:off x="1371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4" name="Rectangle 1993"/>
                <p:cNvSpPr/>
                <p:nvPr/>
              </p:nvSpPr>
              <p:spPr bwMode="auto">
                <a:xfrm>
                  <a:off x="1447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5" name="Rectangle 1994"/>
                <p:cNvSpPr/>
                <p:nvPr/>
              </p:nvSpPr>
              <p:spPr bwMode="auto">
                <a:xfrm>
                  <a:off x="1524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6" name="Rectangle 1995"/>
                <p:cNvSpPr/>
                <p:nvPr/>
              </p:nvSpPr>
              <p:spPr bwMode="auto">
                <a:xfrm>
                  <a:off x="1600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7" name="Rectangle 1996"/>
                <p:cNvSpPr/>
                <p:nvPr/>
              </p:nvSpPr>
              <p:spPr bwMode="auto">
                <a:xfrm>
                  <a:off x="1676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8" name="Rectangle 1997"/>
                <p:cNvSpPr/>
                <p:nvPr/>
              </p:nvSpPr>
              <p:spPr bwMode="auto">
                <a:xfrm>
                  <a:off x="12192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1999" name="Rectangle 1998"/>
                <p:cNvSpPr/>
                <p:nvPr/>
              </p:nvSpPr>
              <p:spPr bwMode="auto">
                <a:xfrm>
                  <a:off x="12192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0" name="Rectangle 1999"/>
                <p:cNvSpPr/>
                <p:nvPr/>
              </p:nvSpPr>
              <p:spPr bwMode="auto">
                <a:xfrm>
                  <a:off x="1828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1" name="Rectangle 2000"/>
                <p:cNvSpPr/>
                <p:nvPr/>
              </p:nvSpPr>
              <p:spPr bwMode="auto">
                <a:xfrm>
                  <a:off x="1752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2" name="Rectangle 2001"/>
                <p:cNvSpPr/>
                <p:nvPr/>
              </p:nvSpPr>
              <p:spPr bwMode="auto">
                <a:xfrm>
                  <a:off x="1828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3" name="Rectangle 2002"/>
                <p:cNvSpPr/>
                <p:nvPr/>
              </p:nvSpPr>
              <p:spPr bwMode="auto">
                <a:xfrm>
                  <a:off x="1524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4" name="Rectangle 2003"/>
                <p:cNvSpPr/>
                <p:nvPr/>
              </p:nvSpPr>
              <p:spPr bwMode="auto">
                <a:xfrm>
                  <a:off x="1371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5" name="Rectangle 2004"/>
                <p:cNvSpPr/>
                <p:nvPr/>
              </p:nvSpPr>
              <p:spPr bwMode="auto">
                <a:xfrm>
                  <a:off x="1447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6" name="Rectangle 2005"/>
                <p:cNvSpPr/>
                <p:nvPr/>
              </p:nvSpPr>
              <p:spPr bwMode="auto">
                <a:xfrm>
                  <a:off x="1143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7" name="Rectangle 2006"/>
                <p:cNvSpPr/>
                <p:nvPr/>
              </p:nvSpPr>
              <p:spPr bwMode="auto">
                <a:xfrm>
                  <a:off x="1219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8" name="Rectangle 2007"/>
                <p:cNvSpPr/>
                <p:nvPr/>
              </p:nvSpPr>
              <p:spPr bwMode="auto">
                <a:xfrm>
                  <a:off x="1295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09" name="Rectangle 2008"/>
                <p:cNvSpPr/>
                <p:nvPr/>
              </p:nvSpPr>
              <p:spPr bwMode="auto">
                <a:xfrm>
                  <a:off x="1295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0" name="Rectangle 2009"/>
                <p:cNvSpPr/>
                <p:nvPr/>
              </p:nvSpPr>
              <p:spPr bwMode="auto">
                <a:xfrm>
                  <a:off x="1143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1" name="Rectangle 2010"/>
                <p:cNvSpPr/>
                <p:nvPr/>
              </p:nvSpPr>
              <p:spPr bwMode="auto">
                <a:xfrm>
                  <a:off x="1219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2" name="Rectangle 2011"/>
                <p:cNvSpPr/>
                <p:nvPr/>
              </p:nvSpPr>
              <p:spPr bwMode="auto">
                <a:xfrm>
                  <a:off x="10668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3" name="Rectangle 2012"/>
                <p:cNvSpPr/>
                <p:nvPr/>
              </p:nvSpPr>
              <p:spPr bwMode="auto">
                <a:xfrm>
                  <a:off x="11430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4" name="Rectangle 2013"/>
                <p:cNvSpPr/>
                <p:nvPr/>
              </p:nvSpPr>
              <p:spPr bwMode="auto">
                <a:xfrm>
                  <a:off x="10668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5" name="Rectangle 2014"/>
                <p:cNvSpPr/>
                <p:nvPr/>
              </p:nvSpPr>
              <p:spPr bwMode="auto">
                <a:xfrm>
                  <a:off x="11430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6" name="Rectangle 2015"/>
                <p:cNvSpPr/>
                <p:nvPr/>
              </p:nvSpPr>
              <p:spPr bwMode="auto">
                <a:xfrm>
                  <a:off x="12192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7" name="Rectangle 2016"/>
                <p:cNvSpPr/>
                <p:nvPr/>
              </p:nvSpPr>
              <p:spPr bwMode="auto">
                <a:xfrm>
                  <a:off x="12192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8" name="Rectangle 2017"/>
                <p:cNvSpPr/>
                <p:nvPr/>
              </p:nvSpPr>
              <p:spPr bwMode="auto">
                <a:xfrm>
                  <a:off x="10668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19" name="Rectangle 2018"/>
                <p:cNvSpPr/>
                <p:nvPr/>
              </p:nvSpPr>
              <p:spPr bwMode="auto">
                <a:xfrm>
                  <a:off x="11430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0" name="Rectangle 2019"/>
                <p:cNvSpPr/>
                <p:nvPr/>
              </p:nvSpPr>
              <p:spPr bwMode="auto">
                <a:xfrm>
                  <a:off x="12192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1" name="Rectangle 2020"/>
                <p:cNvSpPr/>
                <p:nvPr/>
              </p:nvSpPr>
              <p:spPr bwMode="auto">
                <a:xfrm>
                  <a:off x="1066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2" name="Rectangle 2021"/>
                <p:cNvSpPr/>
                <p:nvPr/>
              </p:nvSpPr>
              <p:spPr bwMode="auto">
                <a:xfrm>
                  <a:off x="1143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3" name="Rectangle 2022"/>
                <p:cNvSpPr/>
                <p:nvPr/>
              </p:nvSpPr>
              <p:spPr bwMode="auto">
                <a:xfrm>
                  <a:off x="1066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4" name="Rectangle 2023"/>
                <p:cNvSpPr/>
                <p:nvPr/>
              </p:nvSpPr>
              <p:spPr bwMode="auto">
                <a:xfrm>
                  <a:off x="1143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5" name="Rectangle 2024"/>
                <p:cNvSpPr/>
                <p:nvPr/>
              </p:nvSpPr>
              <p:spPr bwMode="auto">
                <a:xfrm>
                  <a:off x="1066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6" name="Rectangle 2025"/>
                <p:cNvSpPr/>
                <p:nvPr/>
              </p:nvSpPr>
              <p:spPr bwMode="auto">
                <a:xfrm>
                  <a:off x="1143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7" name="Rectangle 2026"/>
                <p:cNvSpPr/>
                <p:nvPr/>
              </p:nvSpPr>
              <p:spPr bwMode="auto">
                <a:xfrm>
                  <a:off x="1219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8" name="Rectangle 2027"/>
                <p:cNvSpPr/>
                <p:nvPr/>
              </p:nvSpPr>
              <p:spPr bwMode="auto">
                <a:xfrm>
                  <a:off x="1219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29" name="Rectangle 2028"/>
                <p:cNvSpPr/>
                <p:nvPr/>
              </p:nvSpPr>
              <p:spPr bwMode="auto">
                <a:xfrm>
                  <a:off x="1219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0" name="Rectangle 2029"/>
                <p:cNvSpPr/>
                <p:nvPr/>
              </p:nvSpPr>
              <p:spPr bwMode="auto">
                <a:xfrm>
                  <a:off x="1066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1" name="Rectangle 2030"/>
                <p:cNvSpPr/>
                <p:nvPr/>
              </p:nvSpPr>
              <p:spPr bwMode="auto">
                <a:xfrm>
                  <a:off x="11430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2" name="Rectangle 2031"/>
                <p:cNvSpPr/>
                <p:nvPr/>
              </p:nvSpPr>
              <p:spPr bwMode="auto">
                <a:xfrm>
                  <a:off x="12192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3" name="Rectangle 2032"/>
                <p:cNvSpPr/>
                <p:nvPr/>
              </p:nvSpPr>
              <p:spPr bwMode="auto">
                <a:xfrm>
                  <a:off x="1066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4" name="Rectangle 2033"/>
                <p:cNvSpPr/>
                <p:nvPr/>
              </p:nvSpPr>
              <p:spPr bwMode="auto">
                <a:xfrm>
                  <a:off x="11430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5" name="Rectangle 2034"/>
                <p:cNvSpPr/>
                <p:nvPr/>
              </p:nvSpPr>
              <p:spPr bwMode="auto">
                <a:xfrm>
                  <a:off x="12192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6" name="Rectangle 2035"/>
                <p:cNvSpPr/>
                <p:nvPr/>
              </p:nvSpPr>
              <p:spPr bwMode="auto">
                <a:xfrm>
                  <a:off x="16764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7" name="Rectangle 2036"/>
                <p:cNvSpPr/>
                <p:nvPr/>
              </p:nvSpPr>
              <p:spPr bwMode="auto">
                <a:xfrm>
                  <a:off x="17526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8" name="Rectangle 2037"/>
                <p:cNvSpPr/>
                <p:nvPr/>
              </p:nvSpPr>
              <p:spPr bwMode="auto">
                <a:xfrm>
                  <a:off x="1828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39" name="Rectangle 2038"/>
                <p:cNvSpPr/>
                <p:nvPr/>
              </p:nvSpPr>
              <p:spPr bwMode="auto">
                <a:xfrm>
                  <a:off x="1752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0" name="Rectangle 2039"/>
                <p:cNvSpPr/>
                <p:nvPr/>
              </p:nvSpPr>
              <p:spPr bwMode="auto">
                <a:xfrm>
                  <a:off x="1828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1" name="Rectangle 2040"/>
                <p:cNvSpPr/>
                <p:nvPr/>
              </p:nvSpPr>
              <p:spPr bwMode="auto">
                <a:xfrm>
                  <a:off x="16764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2" name="Rectangle 2041"/>
                <p:cNvSpPr/>
                <p:nvPr/>
              </p:nvSpPr>
              <p:spPr bwMode="auto">
                <a:xfrm>
                  <a:off x="17526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3" name="Rectangle 2042"/>
                <p:cNvSpPr/>
                <p:nvPr/>
              </p:nvSpPr>
              <p:spPr bwMode="auto">
                <a:xfrm>
                  <a:off x="1828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4" name="Rectangle 2043"/>
                <p:cNvSpPr/>
                <p:nvPr/>
              </p:nvSpPr>
              <p:spPr bwMode="auto">
                <a:xfrm>
                  <a:off x="1752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5" name="Rectangle 2044"/>
                <p:cNvSpPr/>
                <p:nvPr/>
              </p:nvSpPr>
              <p:spPr bwMode="auto">
                <a:xfrm>
                  <a:off x="1828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6" name="Rectangle 2045"/>
                <p:cNvSpPr/>
                <p:nvPr/>
              </p:nvSpPr>
              <p:spPr bwMode="auto">
                <a:xfrm>
                  <a:off x="1295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7" name="Rectangle 2046"/>
                <p:cNvSpPr/>
                <p:nvPr/>
              </p:nvSpPr>
              <p:spPr bwMode="auto">
                <a:xfrm>
                  <a:off x="1371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8" name="Rectangle 2047"/>
                <p:cNvSpPr/>
                <p:nvPr/>
              </p:nvSpPr>
              <p:spPr bwMode="auto">
                <a:xfrm>
                  <a:off x="1447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49" name="Rectangle 2048"/>
                <p:cNvSpPr/>
                <p:nvPr/>
              </p:nvSpPr>
              <p:spPr bwMode="auto">
                <a:xfrm>
                  <a:off x="1524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0" name="Rectangle 2049"/>
                <p:cNvSpPr/>
                <p:nvPr/>
              </p:nvSpPr>
              <p:spPr bwMode="auto">
                <a:xfrm>
                  <a:off x="1600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1" name="Rectangle 2050"/>
                <p:cNvSpPr/>
                <p:nvPr/>
              </p:nvSpPr>
              <p:spPr bwMode="auto">
                <a:xfrm>
                  <a:off x="1676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2" name="Rectangle 2051"/>
                <p:cNvSpPr/>
                <p:nvPr/>
              </p:nvSpPr>
              <p:spPr bwMode="auto">
                <a:xfrm>
                  <a:off x="1295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3" name="Rectangle 2052"/>
                <p:cNvSpPr/>
                <p:nvPr/>
              </p:nvSpPr>
              <p:spPr bwMode="auto">
                <a:xfrm>
                  <a:off x="1371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4" name="Rectangle 2053"/>
                <p:cNvSpPr/>
                <p:nvPr/>
              </p:nvSpPr>
              <p:spPr bwMode="auto">
                <a:xfrm>
                  <a:off x="1447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5" name="Rectangle 2054"/>
                <p:cNvSpPr/>
                <p:nvPr/>
              </p:nvSpPr>
              <p:spPr bwMode="auto">
                <a:xfrm>
                  <a:off x="1524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6" name="Rectangle 2055"/>
                <p:cNvSpPr/>
                <p:nvPr/>
              </p:nvSpPr>
              <p:spPr bwMode="auto">
                <a:xfrm>
                  <a:off x="1600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7" name="Rectangle 2056"/>
                <p:cNvSpPr/>
                <p:nvPr/>
              </p:nvSpPr>
              <p:spPr bwMode="auto">
                <a:xfrm>
                  <a:off x="1676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8" name="Rectangle 2057"/>
                <p:cNvSpPr/>
                <p:nvPr/>
              </p:nvSpPr>
              <p:spPr bwMode="auto">
                <a:xfrm>
                  <a:off x="1295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59" name="Rectangle 2058"/>
                <p:cNvSpPr/>
                <p:nvPr/>
              </p:nvSpPr>
              <p:spPr bwMode="auto">
                <a:xfrm>
                  <a:off x="1371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60" name="Rectangle 2059"/>
                <p:cNvSpPr/>
                <p:nvPr/>
              </p:nvSpPr>
              <p:spPr bwMode="auto">
                <a:xfrm>
                  <a:off x="1447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61" name="Rectangle 2060"/>
                <p:cNvSpPr/>
                <p:nvPr/>
              </p:nvSpPr>
              <p:spPr bwMode="auto">
                <a:xfrm>
                  <a:off x="1524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62" name="Rectangle 2061"/>
                <p:cNvSpPr/>
                <p:nvPr/>
              </p:nvSpPr>
              <p:spPr bwMode="auto">
                <a:xfrm>
                  <a:off x="1600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63" name="Rectangle 2062"/>
                <p:cNvSpPr/>
                <p:nvPr/>
              </p:nvSpPr>
              <p:spPr bwMode="auto">
                <a:xfrm>
                  <a:off x="1676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1948" name="Group 1908"/>
              <p:cNvGrpSpPr/>
              <p:nvPr/>
            </p:nvGrpSpPr>
            <p:grpSpPr>
              <a:xfrm>
                <a:off x="990600" y="1217612"/>
                <a:ext cx="914400" cy="1146176"/>
                <a:chOff x="990600" y="1217612"/>
                <a:chExt cx="914400" cy="1146176"/>
              </a:xfrm>
            </p:grpSpPr>
            <p:cxnSp>
              <p:nvCxnSpPr>
                <p:cNvPr id="1949" name="Straight Connector 1948"/>
                <p:cNvCxnSpPr/>
                <p:nvPr/>
              </p:nvCxnSpPr>
              <p:spPr bwMode="auto">
                <a:xfrm rot="16200000" flipH="1">
                  <a:off x="419894" y="1790700"/>
                  <a:ext cx="1143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0" name="Straight Connector 1949"/>
                <p:cNvCxnSpPr/>
                <p:nvPr/>
              </p:nvCxnSpPr>
              <p:spPr bwMode="auto">
                <a:xfrm>
                  <a:off x="990600" y="2362200"/>
                  <a:ext cx="838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1" name="Straight Connector 1950"/>
                <p:cNvCxnSpPr/>
                <p:nvPr/>
              </p:nvCxnSpPr>
              <p:spPr bwMode="auto">
                <a:xfrm rot="5400000">
                  <a:off x="1600994" y="2133600"/>
                  <a:ext cx="457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2" name="Straight Connector 1951"/>
                <p:cNvCxnSpPr/>
                <p:nvPr/>
              </p:nvCxnSpPr>
              <p:spPr bwMode="auto">
                <a:xfrm>
                  <a:off x="1600200" y="1903412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3" name="Straight Connector 1952"/>
                <p:cNvCxnSpPr/>
                <p:nvPr/>
              </p:nvCxnSpPr>
              <p:spPr bwMode="auto">
                <a:xfrm rot="5400000">
                  <a:off x="1485106" y="20193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4" name="Straight Connector 1953"/>
                <p:cNvCxnSpPr/>
                <p:nvPr/>
              </p:nvCxnSpPr>
              <p:spPr bwMode="auto">
                <a:xfrm rot="5400000">
                  <a:off x="875506" y="17907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5" name="Straight Connector 1954"/>
                <p:cNvCxnSpPr/>
                <p:nvPr/>
              </p:nvCxnSpPr>
              <p:spPr bwMode="auto">
                <a:xfrm>
                  <a:off x="1219200" y="2132012"/>
                  <a:ext cx="381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6" name="Straight Connector 1955"/>
                <p:cNvCxnSpPr/>
                <p:nvPr/>
              </p:nvCxnSpPr>
              <p:spPr bwMode="auto">
                <a:xfrm rot="10800000">
                  <a:off x="1219200" y="14478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7" name="Straight Connector 1956"/>
                <p:cNvCxnSpPr/>
                <p:nvPr/>
              </p:nvCxnSpPr>
              <p:spPr bwMode="auto">
                <a:xfrm rot="5400000">
                  <a:off x="1789905" y="13335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58" name="Straight Connector 1957"/>
                <p:cNvCxnSpPr/>
                <p:nvPr/>
              </p:nvCxnSpPr>
              <p:spPr bwMode="auto">
                <a:xfrm>
                  <a:off x="990600" y="1217612"/>
                  <a:ext cx="9144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2064" name="Group 2063"/>
            <p:cNvGrpSpPr/>
            <p:nvPr/>
          </p:nvGrpSpPr>
          <p:grpSpPr>
            <a:xfrm>
              <a:off x="2438400" y="3505200"/>
              <a:ext cx="914400" cy="1146176"/>
              <a:chOff x="990600" y="1217612"/>
              <a:chExt cx="914400" cy="1146176"/>
            </a:xfrm>
          </p:grpSpPr>
          <p:grpSp>
            <p:nvGrpSpPr>
              <p:cNvPr id="2065" name="Group 2064"/>
              <p:cNvGrpSpPr/>
              <p:nvPr/>
            </p:nvGrpSpPr>
            <p:grpSpPr>
              <a:xfrm>
                <a:off x="990600" y="1219200"/>
                <a:ext cx="914400" cy="1143000"/>
                <a:chOff x="1066800" y="3505200"/>
                <a:chExt cx="914400" cy="1143000"/>
              </a:xfrm>
            </p:grpSpPr>
            <p:sp>
              <p:nvSpPr>
                <p:cNvPr id="2077" name="Rectangle 2076"/>
                <p:cNvSpPr/>
                <p:nvPr/>
              </p:nvSpPr>
              <p:spPr bwMode="auto">
                <a:xfrm>
                  <a:off x="1828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78" name="Rectangle 2077"/>
                <p:cNvSpPr/>
                <p:nvPr/>
              </p:nvSpPr>
              <p:spPr bwMode="auto">
                <a:xfrm>
                  <a:off x="1905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79" name="Rectangle 2078"/>
                <p:cNvSpPr/>
                <p:nvPr/>
              </p:nvSpPr>
              <p:spPr bwMode="auto">
                <a:xfrm>
                  <a:off x="10668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0" name="Rectangle 2079"/>
                <p:cNvSpPr/>
                <p:nvPr/>
              </p:nvSpPr>
              <p:spPr bwMode="auto">
                <a:xfrm>
                  <a:off x="11430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1" name="Rectangle 2080"/>
                <p:cNvSpPr/>
                <p:nvPr/>
              </p:nvSpPr>
              <p:spPr bwMode="auto">
                <a:xfrm>
                  <a:off x="10668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2" name="Rectangle 2081"/>
                <p:cNvSpPr/>
                <p:nvPr/>
              </p:nvSpPr>
              <p:spPr bwMode="auto">
                <a:xfrm>
                  <a:off x="1066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3" name="Rectangle 2082"/>
                <p:cNvSpPr/>
                <p:nvPr/>
              </p:nvSpPr>
              <p:spPr bwMode="auto">
                <a:xfrm>
                  <a:off x="11430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4" name="Rectangle 2083"/>
                <p:cNvSpPr/>
                <p:nvPr/>
              </p:nvSpPr>
              <p:spPr bwMode="auto">
                <a:xfrm>
                  <a:off x="1752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5" name="Rectangle 2084"/>
                <p:cNvSpPr/>
                <p:nvPr/>
              </p:nvSpPr>
              <p:spPr bwMode="auto">
                <a:xfrm>
                  <a:off x="1752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6" name="Rectangle 2085"/>
                <p:cNvSpPr/>
                <p:nvPr/>
              </p:nvSpPr>
              <p:spPr bwMode="auto">
                <a:xfrm>
                  <a:off x="1828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7" name="Rectangle 2086"/>
                <p:cNvSpPr/>
                <p:nvPr/>
              </p:nvSpPr>
              <p:spPr bwMode="auto">
                <a:xfrm>
                  <a:off x="1828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8" name="Rectangle 2087"/>
                <p:cNvSpPr/>
                <p:nvPr/>
              </p:nvSpPr>
              <p:spPr bwMode="auto">
                <a:xfrm>
                  <a:off x="1905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89" name="Rectangle 2088"/>
                <p:cNvSpPr/>
                <p:nvPr/>
              </p:nvSpPr>
              <p:spPr bwMode="auto">
                <a:xfrm>
                  <a:off x="1905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0" name="Rectangle 2089"/>
                <p:cNvSpPr/>
                <p:nvPr/>
              </p:nvSpPr>
              <p:spPr bwMode="auto">
                <a:xfrm>
                  <a:off x="1066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1" name="Rectangle 2090"/>
                <p:cNvSpPr/>
                <p:nvPr/>
              </p:nvSpPr>
              <p:spPr bwMode="auto">
                <a:xfrm>
                  <a:off x="16764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2" name="Rectangle 2091"/>
                <p:cNvSpPr/>
                <p:nvPr/>
              </p:nvSpPr>
              <p:spPr bwMode="auto">
                <a:xfrm>
                  <a:off x="17526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3" name="Rectangle 2092"/>
                <p:cNvSpPr/>
                <p:nvPr/>
              </p:nvSpPr>
              <p:spPr bwMode="auto">
                <a:xfrm>
                  <a:off x="1752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4" name="Rectangle 2093"/>
                <p:cNvSpPr/>
                <p:nvPr/>
              </p:nvSpPr>
              <p:spPr bwMode="auto">
                <a:xfrm>
                  <a:off x="1066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5" name="Rectangle 2094"/>
                <p:cNvSpPr/>
                <p:nvPr/>
              </p:nvSpPr>
              <p:spPr bwMode="auto">
                <a:xfrm>
                  <a:off x="11430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6" name="Rectangle 2095"/>
                <p:cNvSpPr/>
                <p:nvPr/>
              </p:nvSpPr>
              <p:spPr bwMode="auto">
                <a:xfrm>
                  <a:off x="12192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7" name="Rectangle 2096"/>
                <p:cNvSpPr/>
                <p:nvPr/>
              </p:nvSpPr>
              <p:spPr bwMode="auto">
                <a:xfrm>
                  <a:off x="1143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8" name="Rectangle 2097"/>
                <p:cNvSpPr/>
                <p:nvPr/>
              </p:nvSpPr>
              <p:spPr bwMode="auto">
                <a:xfrm>
                  <a:off x="1219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099" name="Rectangle 2098"/>
                <p:cNvSpPr/>
                <p:nvPr/>
              </p:nvSpPr>
              <p:spPr bwMode="auto">
                <a:xfrm>
                  <a:off x="1295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0" name="Rectangle 2099"/>
                <p:cNvSpPr/>
                <p:nvPr/>
              </p:nvSpPr>
              <p:spPr bwMode="auto">
                <a:xfrm>
                  <a:off x="1066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1" name="Rectangle 2100"/>
                <p:cNvSpPr/>
                <p:nvPr/>
              </p:nvSpPr>
              <p:spPr bwMode="auto">
                <a:xfrm>
                  <a:off x="10668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2" name="Rectangle 2101"/>
                <p:cNvSpPr/>
                <p:nvPr/>
              </p:nvSpPr>
              <p:spPr bwMode="auto">
                <a:xfrm>
                  <a:off x="11430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3" name="Rectangle 2102"/>
                <p:cNvSpPr/>
                <p:nvPr/>
              </p:nvSpPr>
              <p:spPr bwMode="auto">
                <a:xfrm>
                  <a:off x="12192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4" name="Rectangle 2103"/>
                <p:cNvSpPr/>
                <p:nvPr/>
              </p:nvSpPr>
              <p:spPr bwMode="auto">
                <a:xfrm>
                  <a:off x="1600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5" name="Rectangle 2104"/>
                <p:cNvSpPr/>
                <p:nvPr/>
              </p:nvSpPr>
              <p:spPr bwMode="auto">
                <a:xfrm>
                  <a:off x="1676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6" name="Rectangle 2105"/>
                <p:cNvSpPr/>
                <p:nvPr/>
              </p:nvSpPr>
              <p:spPr bwMode="auto">
                <a:xfrm>
                  <a:off x="1371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7" name="Rectangle 2106"/>
                <p:cNvSpPr/>
                <p:nvPr/>
              </p:nvSpPr>
              <p:spPr bwMode="auto">
                <a:xfrm>
                  <a:off x="1447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8" name="Rectangle 2107"/>
                <p:cNvSpPr/>
                <p:nvPr/>
              </p:nvSpPr>
              <p:spPr bwMode="auto">
                <a:xfrm>
                  <a:off x="1524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09" name="Rectangle 2108"/>
                <p:cNvSpPr/>
                <p:nvPr/>
              </p:nvSpPr>
              <p:spPr bwMode="auto">
                <a:xfrm>
                  <a:off x="1600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0" name="Rectangle 2109"/>
                <p:cNvSpPr/>
                <p:nvPr/>
              </p:nvSpPr>
              <p:spPr bwMode="auto">
                <a:xfrm>
                  <a:off x="1676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1" name="Rectangle 2110"/>
                <p:cNvSpPr/>
                <p:nvPr/>
              </p:nvSpPr>
              <p:spPr bwMode="auto">
                <a:xfrm>
                  <a:off x="1371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2" name="Rectangle 2111"/>
                <p:cNvSpPr/>
                <p:nvPr/>
              </p:nvSpPr>
              <p:spPr bwMode="auto">
                <a:xfrm>
                  <a:off x="1447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3" name="Rectangle 2112"/>
                <p:cNvSpPr/>
                <p:nvPr/>
              </p:nvSpPr>
              <p:spPr bwMode="auto">
                <a:xfrm>
                  <a:off x="1524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4" name="Rectangle 2113"/>
                <p:cNvSpPr/>
                <p:nvPr/>
              </p:nvSpPr>
              <p:spPr bwMode="auto">
                <a:xfrm>
                  <a:off x="1600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5" name="Rectangle 2114"/>
                <p:cNvSpPr/>
                <p:nvPr/>
              </p:nvSpPr>
              <p:spPr bwMode="auto">
                <a:xfrm>
                  <a:off x="1676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6" name="Rectangle 2115"/>
                <p:cNvSpPr/>
                <p:nvPr/>
              </p:nvSpPr>
              <p:spPr bwMode="auto">
                <a:xfrm>
                  <a:off x="12192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7" name="Rectangle 2116"/>
                <p:cNvSpPr/>
                <p:nvPr/>
              </p:nvSpPr>
              <p:spPr bwMode="auto">
                <a:xfrm>
                  <a:off x="12192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8" name="Rectangle 2117"/>
                <p:cNvSpPr/>
                <p:nvPr/>
              </p:nvSpPr>
              <p:spPr bwMode="auto">
                <a:xfrm>
                  <a:off x="1828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19" name="Rectangle 2118"/>
                <p:cNvSpPr/>
                <p:nvPr/>
              </p:nvSpPr>
              <p:spPr bwMode="auto">
                <a:xfrm>
                  <a:off x="1752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0" name="Rectangle 2119"/>
                <p:cNvSpPr/>
                <p:nvPr/>
              </p:nvSpPr>
              <p:spPr bwMode="auto">
                <a:xfrm>
                  <a:off x="1828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1" name="Rectangle 2120"/>
                <p:cNvSpPr/>
                <p:nvPr/>
              </p:nvSpPr>
              <p:spPr bwMode="auto">
                <a:xfrm>
                  <a:off x="1524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2" name="Rectangle 2121"/>
                <p:cNvSpPr/>
                <p:nvPr/>
              </p:nvSpPr>
              <p:spPr bwMode="auto">
                <a:xfrm>
                  <a:off x="1371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3" name="Rectangle 2122"/>
                <p:cNvSpPr/>
                <p:nvPr/>
              </p:nvSpPr>
              <p:spPr bwMode="auto">
                <a:xfrm>
                  <a:off x="1447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4" name="Rectangle 2123"/>
                <p:cNvSpPr/>
                <p:nvPr/>
              </p:nvSpPr>
              <p:spPr bwMode="auto">
                <a:xfrm>
                  <a:off x="1143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5" name="Rectangle 2124"/>
                <p:cNvSpPr/>
                <p:nvPr/>
              </p:nvSpPr>
              <p:spPr bwMode="auto">
                <a:xfrm>
                  <a:off x="1219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6" name="Rectangle 2125"/>
                <p:cNvSpPr/>
                <p:nvPr/>
              </p:nvSpPr>
              <p:spPr bwMode="auto">
                <a:xfrm>
                  <a:off x="1295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7" name="Rectangle 2126"/>
                <p:cNvSpPr/>
                <p:nvPr/>
              </p:nvSpPr>
              <p:spPr bwMode="auto">
                <a:xfrm>
                  <a:off x="1295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8" name="Rectangle 2127"/>
                <p:cNvSpPr/>
                <p:nvPr/>
              </p:nvSpPr>
              <p:spPr bwMode="auto">
                <a:xfrm>
                  <a:off x="1143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29" name="Rectangle 2128"/>
                <p:cNvSpPr/>
                <p:nvPr/>
              </p:nvSpPr>
              <p:spPr bwMode="auto">
                <a:xfrm>
                  <a:off x="1219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0" name="Rectangle 2129"/>
                <p:cNvSpPr/>
                <p:nvPr/>
              </p:nvSpPr>
              <p:spPr bwMode="auto">
                <a:xfrm>
                  <a:off x="10668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1" name="Rectangle 2130"/>
                <p:cNvSpPr/>
                <p:nvPr/>
              </p:nvSpPr>
              <p:spPr bwMode="auto">
                <a:xfrm>
                  <a:off x="11430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2" name="Rectangle 2131"/>
                <p:cNvSpPr/>
                <p:nvPr/>
              </p:nvSpPr>
              <p:spPr bwMode="auto">
                <a:xfrm>
                  <a:off x="10668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3" name="Rectangle 2132"/>
                <p:cNvSpPr/>
                <p:nvPr/>
              </p:nvSpPr>
              <p:spPr bwMode="auto">
                <a:xfrm>
                  <a:off x="11430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4" name="Rectangle 2133"/>
                <p:cNvSpPr/>
                <p:nvPr/>
              </p:nvSpPr>
              <p:spPr bwMode="auto">
                <a:xfrm>
                  <a:off x="12192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5" name="Rectangle 2134"/>
                <p:cNvSpPr/>
                <p:nvPr/>
              </p:nvSpPr>
              <p:spPr bwMode="auto">
                <a:xfrm>
                  <a:off x="12192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6" name="Rectangle 2135"/>
                <p:cNvSpPr/>
                <p:nvPr/>
              </p:nvSpPr>
              <p:spPr bwMode="auto">
                <a:xfrm>
                  <a:off x="10668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7" name="Rectangle 2136"/>
                <p:cNvSpPr/>
                <p:nvPr/>
              </p:nvSpPr>
              <p:spPr bwMode="auto">
                <a:xfrm>
                  <a:off x="11430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8" name="Rectangle 2137"/>
                <p:cNvSpPr/>
                <p:nvPr/>
              </p:nvSpPr>
              <p:spPr bwMode="auto">
                <a:xfrm>
                  <a:off x="12192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39" name="Rectangle 2138"/>
                <p:cNvSpPr/>
                <p:nvPr/>
              </p:nvSpPr>
              <p:spPr bwMode="auto">
                <a:xfrm>
                  <a:off x="1066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0" name="Rectangle 2139"/>
                <p:cNvSpPr/>
                <p:nvPr/>
              </p:nvSpPr>
              <p:spPr bwMode="auto">
                <a:xfrm>
                  <a:off x="1143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1" name="Rectangle 2140"/>
                <p:cNvSpPr/>
                <p:nvPr/>
              </p:nvSpPr>
              <p:spPr bwMode="auto">
                <a:xfrm>
                  <a:off x="1066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2" name="Rectangle 2141"/>
                <p:cNvSpPr/>
                <p:nvPr/>
              </p:nvSpPr>
              <p:spPr bwMode="auto">
                <a:xfrm>
                  <a:off x="1143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3" name="Rectangle 2142"/>
                <p:cNvSpPr/>
                <p:nvPr/>
              </p:nvSpPr>
              <p:spPr bwMode="auto">
                <a:xfrm>
                  <a:off x="1066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4" name="Rectangle 2143"/>
                <p:cNvSpPr/>
                <p:nvPr/>
              </p:nvSpPr>
              <p:spPr bwMode="auto">
                <a:xfrm>
                  <a:off x="1143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5" name="Rectangle 2144"/>
                <p:cNvSpPr/>
                <p:nvPr/>
              </p:nvSpPr>
              <p:spPr bwMode="auto">
                <a:xfrm>
                  <a:off x="1219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6" name="Rectangle 2145"/>
                <p:cNvSpPr/>
                <p:nvPr/>
              </p:nvSpPr>
              <p:spPr bwMode="auto">
                <a:xfrm>
                  <a:off x="1219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7" name="Rectangle 2146"/>
                <p:cNvSpPr/>
                <p:nvPr/>
              </p:nvSpPr>
              <p:spPr bwMode="auto">
                <a:xfrm>
                  <a:off x="1219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8" name="Rectangle 2147"/>
                <p:cNvSpPr/>
                <p:nvPr/>
              </p:nvSpPr>
              <p:spPr bwMode="auto">
                <a:xfrm>
                  <a:off x="1066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49" name="Rectangle 2148"/>
                <p:cNvSpPr/>
                <p:nvPr/>
              </p:nvSpPr>
              <p:spPr bwMode="auto">
                <a:xfrm>
                  <a:off x="11430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0" name="Rectangle 2149"/>
                <p:cNvSpPr/>
                <p:nvPr/>
              </p:nvSpPr>
              <p:spPr bwMode="auto">
                <a:xfrm>
                  <a:off x="12192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1" name="Rectangle 2150"/>
                <p:cNvSpPr/>
                <p:nvPr/>
              </p:nvSpPr>
              <p:spPr bwMode="auto">
                <a:xfrm>
                  <a:off x="1066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2" name="Rectangle 2151"/>
                <p:cNvSpPr/>
                <p:nvPr/>
              </p:nvSpPr>
              <p:spPr bwMode="auto">
                <a:xfrm>
                  <a:off x="11430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3" name="Rectangle 2152"/>
                <p:cNvSpPr/>
                <p:nvPr/>
              </p:nvSpPr>
              <p:spPr bwMode="auto">
                <a:xfrm>
                  <a:off x="12192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4" name="Rectangle 2153"/>
                <p:cNvSpPr/>
                <p:nvPr/>
              </p:nvSpPr>
              <p:spPr bwMode="auto">
                <a:xfrm>
                  <a:off x="16764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5" name="Rectangle 2154"/>
                <p:cNvSpPr/>
                <p:nvPr/>
              </p:nvSpPr>
              <p:spPr bwMode="auto">
                <a:xfrm>
                  <a:off x="17526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6" name="Rectangle 2155"/>
                <p:cNvSpPr/>
                <p:nvPr/>
              </p:nvSpPr>
              <p:spPr bwMode="auto">
                <a:xfrm>
                  <a:off x="1828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7" name="Rectangle 2156"/>
                <p:cNvSpPr/>
                <p:nvPr/>
              </p:nvSpPr>
              <p:spPr bwMode="auto">
                <a:xfrm>
                  <a:off x="1752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8" name="Rectangle 2157"/>
                <p:cNvSpPr/>
                <p:nvPr/>
              </p:nvSpPr>
              <p:spPr bwMode="auto">
                <a:xfrm>
                  <a:off x="1828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59" name="Rectangle 2158"/>
                <p:cNvSpPr/>
                <p:nvPr/>
              </p:nvSpPr>
              <p:spPr bwMode="auto">
                <a:xfrm>
                  <a:off x="16764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0" name="Rectangle 2159"/>
                <p:cNvSpPr/>
                <p:nvPr/>
              </p:nvSpPr>
              <p:spPr bwMode="auto">
                <a:xfrm>
                  <a:off x="17526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1" name="Rectangle 2160"/>
                <p:cNvSpPr/>
                <p:nvPr/>
              </p:nvSpPr>
              <p:spPr bwMode="auto">
                <a:xfrm>
                  <a:off x="1828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2" name="Rectangle 2161"/>
                <p:cNvSpPr/>
                <p:nvPr/>
              </p:nvSpPr>
              <p:spPr bwMode="auto">
                <a:xfrm>
                  <a:off x="1752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3" name="Rectangle 2162"/>
                <p:cNvSpPr/>
                <p:nvPr/>
              </p:nvSpPr>
              <p:spPr bwMode="auto">
                <a:xfrm>
                  <a:off x="1828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4" name="Rectangle 2163"/>
                <p:cNvSpPr/>
                <p:nvPr/>
              </p:nvSpPr>
              <p:spPr bwMode="auto">
                <a:xfrm>
                  <a:off x="1295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5" name="Rectangle 2164"/>
                <p:cNvSpPr/>
                <p:nvPr/>
              </p:nvSpPr>
              <p:spPr bwMode="auto">
                <a:xfrm>
                  <a:off x="1371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6" name="Rectangle 2165"/>
                <p:cNvSpPr/>
                <p:nvPr/>
              </p:nvSpPr>
              <p:spPr bwMode="auto">
                <a:xfrm>
                  <a:off x="1447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7" name="Rectangle 2166"/>
                <p:cNvSpPr/>
                <p:nvPr/>
              </p:nvSpPr>
              <p:spPr bwMode="auto">
                <a:xfrm>
                  <a:off x="1524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8" name="Rectangle 2167"/>
                <p:cNvSpPr/>
                <p:nvPr/>
              </p:nvSpPr>
              <p:spPr bwMode="auto">
                <a:xfrm>
                  <a:off x="1600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69" name="Rectangle 2168"/>
                <p:cNvSpPr/>
                <p:nvPr/>
              </p:nvSpPr>
              <p:spPr bwMode="auto">
                <a:xfrm>
                  <a:off x="1676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0" name="Rectangle 2169"/>
                <p:cNvSpPr/>
                <p:nvPr/>
              </p:nvSpPr>
              <p:spPr bwMode="auto">
                <a:xfrm>
                  <a:off x="1295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1" name="Rectangle 2170"/>
                <p:cNvSpPr/>
                <p:nvPr/>
              </p:nvSpPr>
              <p:spPr bwMode="auto">
                <a:xfrm>
                  <a:off x="1371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2" name="Rectangle 2171"/>
                <p:cNvSpPr/>
                <p:nvPr/>
              </p:nvSpPr>
              <p:spPr bwMode="auto">
                <a:xfrm>
                  <a:off x="1447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3" name="Rectangle 2172"/>
                <p:cNvSpPr/>
                <p:nvPr/>
              </p:nvSpPr>
              <p:spPr bwMode="auto">
                <a:xfrm>
                  <a:off x="1524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4" name="Rectangle 2173"/>
                <p:cNvSpPr/>
                <p:nvPr/>
              </p:nvSpPr>
              <p:spPr bwMode="auto">
                <a:xfrm>
                  <a:off x="1600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5" name="Rectangle 2174"/>
                <p:cNvSpPr/>
                <p:nvPr/>
              </p:nvSpPr>
              <p:spPr bwMode="auto">
                <a:xfrm>
                  <a:off x="1676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6" name="Rectangle 2175"/>
                <p:cNvSpPr/>
                <p:nvPr/>
              </p:nvSpPr>
              <p:spPr bwMode="auto">
                <a:xfrm>
                  <a:off x="1295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7" name="Rectangle 2176"/>
                <p:cNvSpPr/>
                <p:nvPr/>
              </p:nvSpPr>
              <p:spPr bwMode="auto">
                <a:xfrm>
                  <a:off x="1371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8" name="Rectangle 2177"/>
                <p:cNvSpPr/>
                <p:nvPr/>
              </p:nvSpPr>
              <p:spPr bwMode="auto">
                <a:xfrm>
                  <a:off x="1447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79" name="Rectangle 2178"/>
                <p:cNvSpPr/>
                <p:nvPr/>
              </p:nvSpPr>
              <p:spPr bwMode="auto">
                <a:xfrm>
                  <a:off x="1524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80" name="Rectangle 2179"/>
                <p:cNvSpPr/>
                <p:nvPr/>
              </p:nvSpPr>
              <p:spPr bwMode="auto">
                <a:xfrm>
                  <a:off x="1600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81" name="Rectangle 2180"/>
                <p:cNvSpPr/>
                <p:nvPr/>
              </p:nvSpPr>
              <p:spPr bwMode="auto">
                <a:xfrm>
                  <a:off x="1676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2066" name="Group 1908"/>
              <p:cNvGrpSpPr/>
              <p:nvPr/>
            </p:nvGrpSpPr>
            <p:grpSpPr>
              <a:xfrm>
                <a:off x="990600" y="1217612"/>
                <a:ext cx="914400" cy="1146176"/>
                <a:chOff x="990600" y="1217612"/>
                <a:chExt cx="914400" cy="1146176"/>
              </a:xfrm>
            </p:grpSpPr>
            <p:cxnSp>
              <p:nvCxnSpPr>
                <p:cNvPr id="2067" name="Straight Connector 2066"/>
                <p:cNvCxnSpPr/>
                <p:nvPr/>
              </p:nvCxnSpPr>
              <p:spPr bwMode="auto">
                <a:xfrm rot="16200000" flipH="1">
                  <a:off x="419894" y="1790700"/>
                  <a:ext cx="1143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68" name="Straight Connector 2067"/>
                <p:cNvCxnSpPr/>
                <p:nvPr/>
              </p:nvCxnSpPr>
              <p:spPr bwMode="auto">
                <a:xfrm>
                  <a:off x="990600" y="2362200"/>
                  <a:ext cx="838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69" name="Straight Connector 2068"/>
                <p:cNvCxnSpPr/>
                <p:nvPr/>
              </p:nvCxnSpPr>
              <p:spPr bwMode="auto">
                <a:xfrm rot="5400000">
                  <a:off x="1600994" y="2133600"/>
                  <a:ext cx="457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0" name="Straight Connector 2069"/>
                <p:cNvCxnSpPr/>
                <p:nvPr/>
              </p:nvCxnSpPr>
              <p:spPr bwMode="auto">
                <a:xfrm>
                  <a:off x="1600200" y="1903412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1" name="Straight Connector 2070"/>
                <p:cNvCxnSpPr/>
                <p:nvPr/>
              </p:nvCxnSpPr>
              <p:spPr bwMode="auto">
                <a:xfrm rot="5400000">
                  <a:off x="1485106" y="20193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2" name="Straight Connector 2071"/>
                <p:cNvCxnSpPr/>
                <p:nvPr/>
              </p:nvCxnSpPr>
              <p:spPr bwMode="auto">
                <a:xfrm rot="5400000">
                  <a:off x="875506" y="17907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3" name="Straight Connector 2072"/>
                <p:cNvCxnSpPr/>
                <p:nvPr/>
              </p:nvCxnSpPr>
              <p:spPr bwMode="auto">
                <a:xfrm>
                  <a:off x="1219200" y="2132012"/>
                  <a:ext cx="381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4" name="Straight Connector 2073"/>
                <p:cNvCxnSpPr/>
                <p:nvPr/>
              </p:nvCxnSpPr>
              <p:spPr bwMode="auto">
                <a:xfrm rot="10800000">
                  <a:off x="1219200" y="14478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5" name="Straight Connector 2074"/>
                <p:cNvCxnSpPr/>
                <p:nvPr/>
              </p:nvCxnSpPr>
              <p:spPr bwMode="auto">
                <a:xfrm rot="5400000">
                  <a:off x="1789905" y="13335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6" name="Straight Connector 2075"/>
                <p:cNvCxnSpPr/>
                <p:nvPr/>
              </p:nvCxnSpPr>
              <p:spPr bwMode="auto">
                <a:xfrm>
                  <a:off x="990600" y="1217612"/>
                  <a:ext cx="9144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2182" name="Group 2181"/>
            <p:cNvGrpSpPr/>
            <p:nvPr/>
          </p:nvGrpSpPr>
          <p:grpSpPr>
            <a:xfrm>
              <a:off x="2362200" y="5029200"/>
              <a:ext cx="914400" cy="1146176"/>
              <a:chOff x="990600" y="1217612"/>
              <a:chExt cx="914400" cy="1146176"/>
            </a:xfrm>
          </p:grpSpPr>
          <p:grpSp>
            <p:nvGrpSpPr>
              <p:cNvPr id="2183" name="Group 1133"/>
              <p:cNvGrpSpPr/>
              <p:nvPr/>
            </p:nvGrpSpPr>
            <p:grpSpPr>
              <a:xfrm>
                <a:off x="990600" y="1219200"/>
                <a:ext cx="914400" cy="1143000"/>
                <a:chOff x="1066800" y="3505200"/>
                <a:chExt cx="914400" cy="1143000"/>
              </a:xfrm>
            </p:grpSpPr>
            <p:sp>
              <p:nvSpPr>
                <p:cNvPr id="2195" name="Rectangle 2194"/>
                <p:cNvSpPr/>
                <p:nvPr/>
              </p:nvSpPr>
              <p:spPr bwMode="auto">
                <a:xfrm>
                  <a:off x="1828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96" name="Rectangle 2195"/>
                <p:cNvSpPr/>
                <p:nvPr/>
              </p:nvSpPr>
              <p:spPr bwMode="auto">
                <a:xfrm>
                  <a:off x="1905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97" name="Rectangle 2196"/>
                <p:cNvSpPr/>
                <p:nvPr/>
              </p:nvSpPr>
              <p:spPr bwMode="auto">
                <a:xfrm>
                  <a:off x="10668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98" name="Rectangle 2197"/>
                <p:cNvSpPr/>
                <p:nvPr/>
              </p:nvSpPr>
              <p:spPr bwMode="auto">
                <a:xfrm>
                  <a:off x="11430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199" name="Rectangle 2198"/>
                <p:cNvSpPr/>
                <p:nvPr/>
              </p:nvSpPr>
              <p:spPr bwMode="auto">
                <a:xfrm>
                  <a:off x="10668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0" name="Rectangle 2199"/>
                <p:cNvSpPr/>
                <p:nvPr/>
              </p:nvSpPr>
              <p:spPr bwMode="auto">
                <a:xfrm>
                  <a:off x="1066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1" name="Rectangle 2200"/>
                <p:cNvSpPr/>
                <p:nvPr/>
              </p:nvSpPr>
              <p:spPr bwMode="auto">
                <a:xfrm>
                  <a:off x="11430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2" name="Rectangle 2201"/>
                <p:cNvSpPr/>
                <p:nvPr/>
              </p:nvSpPr>
              <p:spPr bwMode="auto">
                <a:xfrm>
                  <a:off x="1752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3" name="Rectangle 2202"/>
                <p:cNvSpPr/>
                <p:nvPr/>
              </p:nvSpPr>
              <p:spPr bwMode="auto">
                <a:xfrm>
                  <a:off x="1752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4" name="Rectangle 2203"/>
                <p:cNvSpPr/>
                <p:nvPr/>
              </p:nvSpPr>
              <p:spPr bwMode="auto">
                <a:xfrm>
                  <a:off x="1828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5" name="Rectangle 2204"/>
                <p:cNvSpPr/>
                <p:nvPr/>
              </p:nvSpPr>
              <p:spPr bwMode="auto">
                <a:xfrm>
                  <a:off x="1828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6" name="Rectangle 2205"/>
                <p:cNvSpPr/>
                <p:nvPr/>
              </p:nvSpPr>
              <p:spPr bwMode="auto">
                <a:xfrm>
                  <a:off x="1905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7" name="Rectangle 2206"/>
                <p:cNvSpPr/>
                <p:nvPr/>
              </p:nvSpPr>
              <p:spPr bwMode="auto">
                <a:xfrm>
                  <a:off x="1905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8" name="Rectangle 2207"/>
                <p:cNvSpPr/>
                <p:nvPr/>
              </p:nvSpPr>
              <p:spPr bwMode="auto">
                <a:xfrm>
                  <a:off x="1066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09" name="Rectangle 2208"/>
                <p:cNvSpPr/>
                <p:nvPr/>
              </p:nvSpPr>
              <p:spPr bwMode="auto">
                <a:xfrm>
                  <a:off x="16764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0" name="Rectangle 2209"/>
                <p:cNvSpPr/>
                <p:nvPr/>
              </p:nvSpPr>
              <p:spPr bwMode="auto">
                <a:xfrm>
                  <a:off x="17526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1" name="Rectangle 2210"/>
                <p:cNvSpPr/>
                <p:nvPr/>
              </p:nvSpPr>
              <p:spPr bwMode="auto">
                <a:xfrm>
                  <a:off x="1752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2" name="Rectangle 2211"/>
                <p:cNvSpPr/>
                <p:nvPr/>
              </p:nvSpPr>
              <p:spPr bwMode="auto">
                <a:xfrm>
                  <a:off x="1066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3" name="Rectangle 2212"/>
                <p:cNvSpPr/>
                <p:nvPr/>
              </p:nvSpPr>
              <p:spPr bwMode="auto">
                <a:xfrm>
                  <a:off x="11430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4" name="Rectangle 2213"/>
                <p:cNvSpPr/>
                <p:nvPr/>
              </p:nvSpPr>
              <p:spPr bwMode="auto">
                <a:xfrm>
                  <a:off x="12192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5" name="Rectangle 2214"/>
                <p:cNvSpPr/>
                <p:nvPr/>
              </p:nvSpPr>
              <p:spPr bwMode="auto">
                <a:xfrm>
                  <a:off x="1143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6" name="Rectangle 2215"/>
                <p:cNvSpPr/>
                <p:nvPr/>
              </p:nvSpPr>
              <p:spPr bwMode="auto">
                <a:xfrm>
                  <a:off x="1219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7" name="Rectangle 2216"/>
                <p:cNvSpPr/>
                <p:nvPr/>
              </p:nvSpPr>
              <p:spPr bwMode="auto">
                <a:xfrm>
                  <a:off x="1295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8" name="Rectangle 2217"/>
                <p:cNvSpPr/>
                <p:nvPr/>
              </p:nvSpPr>
              <p:spPr bwMode="auto">
                <a:xfrm>
                  <a:off x="1066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19" name="Rectangle 2218"/>
                <p:cNvSpPr/>
                <p:nvPr/>
              </p:nvSpPr>
              <p:spPr bwMode="auto">
                <a:xfrm>
                  <a:off x="10668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0" name="Rectangle 2219"/>
                <p:cNvSpPr/>
                <p:nvPr/>
              </p:nvSpPr>
              <p:spPr bwMode="auto">
                <a:xfrm>
                  <a:off x="11430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1" name="Rectangle 2220"/>
                <p:cNvSpPr/>
                <p:nvPr/>
              </p:nvSpPr>
              <p:spPr bwMode="auto">
                <a:xfrm>
                  <a:off x="12192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2" name="Rectangle 2221"/>
                <p:cNvSpPr/>
                <p:nvPr/>
              </p:nvSpPr>
              <p:spPr bwMode="auto">
                <a:xfrm>
                  <a:off x="1600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3" name="Rectangle 2222"/>
                <p:cNvSpPr/>
                <p:nvPr/>
              </p:nvSpPr>
              <p:spPr bwMode="auto">
                <a:xfrm>
                  <a:off x="1676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4" name="Rectangle 2223"/>
                <p:cNvSpPr/>
                <p:nvPr/>
              </p:nvSpPr>
              <p:spPr bwMode="auto">
                <a:xfrm>
                  <a:off x="1371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5" name="Rectangle 2224"/>
                <p:cNvSpPr/>
                <p:nvPr/>
              </p:nvSpPr>
              <p:spPr bwMode="auto">
                <a:xfrm>
                  <a:off x="1447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6" name="Rectangle 2225"/>
                <p:cNvSpPr/>
                <p:nvPr/>
              </p:nvSpPr>
              <p:spPr bwMode="auto">
                <a:xfrm>
                  <a:off x="1524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7" name="Rectangle 2226"/>
                <p:cNvSpPr/>
                <p:nvPr/>
              </p:nvSpPr>
              <p:spPr bwMode="auto">
                <a:xfrm>
                  <a:off x="1600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8" name="Rectangle 2227"/>
                <p:cNvSpPr/>
                <p:nvPr/>
              </p:nvSpPr>
              <p:spPr bwMode="auto">
                <a:xfrm>
                  <a:off x="1676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29" name="Rectangle 2228"/>
                <p:cNvSpPr/>
                <p:nvPr/>
              </p:nvSpPr>
              <p:spPr bwMode="auto">
                <a:xfrm>
                  <a:off x="1371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0" name="Rectangle 2229"/>
                <p:cNvSpPr/>
                <p:nvPr/>
              </p:nvSpPr>
              <p:spPr bwMode="auto">
                <a:xfrm>
                  <a:off x="1447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1" name="Rectangle 2230"/>
                <p:cNvSpPr/>
                <p:nvPr/>
              </p:nvSpPr>
              <p:spPr bwMode="auto">
                <a:xfrm>
                  <a:off x="1524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2" name="Rectangle 2231"/>
                <p:cNvSpPr/>
                <p:nvPr/>
              </p:nvSpPr>
              <p:spPr bwMode="auto">
                <a:xfrm>
                  <a:off x="1600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3" name="Rectangle 2232"/>
                <p:cNvSpPr/>
                <p:nvPr/>
              </p:nvSpPr>
              <p:spPr bwMode="auto">
                <a:xfrm>
                  <a:off x="1676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4" name="Rectangle 2233"/>
                <p:cNvSpPr/>
                <p:nvPr/>
              </p:nvSpPr>
              <p:spPr bwMode="auto">
                <a:xfrm>
                  <a:off x="12192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5" name="Rectangle 2234"/>
                <p:cNvSpPr/>
                <p:nvPr/>
              </p:nvSpPr>
              <p:spPr bwMode="auto">
                <a:xfrm>
                  <a:off x="12192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6" name="Rectangle 2235"/>
                <p:cNvSpPr/>
                <p:nvPr/>
              </p:nvSpPr>
              <p:spPr bwMode="auto">
                <a:xfrm>
                  <a:off x="1828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7" name="Rectangle 2236"/>
                <p:cNvSpPr/>
                <p:nvPr/>
              </p:nvSpPr>
              <p:spPr bwMode="auto">
                <a:xfrm>
                  <a:off x="1752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8" name="Rectangle 2237"/>
                <p:cNvSpPr/>
                <p:nvPr/>
              </p:nvSpPr>
              <p:spPr bwMode="auto">
                <a:xfrm>
                  <a:off x="1828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39" name="Rectangle 2238"/>
                <p:cNvSpPr/>
                <p:nvPr/>
              </p:nvSpPr>
              <p:spPr bwMode="auto">
                <a:xfrm>
                  <a:off x="1524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0" name="Rectangle 2239"/>
                <p:cNvSpPr/>
                <p:nvPr/>
              </p:nvSpPr>
              <p:spPr bwMode="auto">
                <a:xfrm>
                  <a:off x="1371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1" name="Rectangle 2240"/>
                <p:cNvSpPr/>
                <p:nvPr/>
              </p:nvSpPr>
              <p:spPr bwMode="auto">
                <a:xfrm>
                  <a:off x="1447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2" name="Rectangle 2241"/>
                <p:cNvSpPr/>
                <p:nvPr/>
              </p:nvSpPr>
              <p:spPr bwMode="auto">
                <a:xfrm>
                  <a:off x="1143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3" name="Rectangle 2242"/>
                <p:cNvSpPr/>
                <p:nvPr/>
              </p:nvSpPr>
              <p:spPr bwMode="auto">
                <a:xfrm>
                  <a:off x="1219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4" name="Rectangle 2243"/>
                <p:cNvSpPr/>
                <p:nvPr/>
              </p:nvSpPr>
              <p:spPr bwMode="auto">
                <a:xfrm>
                  <a:off x="1295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5" name="Rectangle 2244"/>
                <p:cNvSpPr/>
                <p:nvPr/>
              </p:nvSpPr>
              <p:spPr bwMode="auto">
                <a:xfrm>
                  <a:off x="1295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6" name="Rectangle 2245"/>
                <p:cNvSpPr/>
                <p:nvPr/>
              </p:nvSpPr>
              <p:spPr bwMode="auto">
                <a:xfrm>
                  <a:off x="1143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7" name="Rectangle 2246"/>
                <p:cNvSpPr/>
                <p:nvPr/>
              </p:nvSpPr>
              <p:spPr bwMode="auto">
                <a:xfrm>
                  <a:off x="1219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8" name="Rectangle 2247"/>
                <p:cNvSpPr/>
                <p:nvPr/>
              </p:nvSpPr>
              <p:spPr bwMode="auto">
                <a:xfrm>
                  <a:off x="10668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49" name="Rectangle 2248"/>
                <p:cNvSpPr/>
                <p:nvPr/>
              </p:nvSpPr>
              <p:spPr bwMode="auto">
                <a:xfrm>
                  <a:off x="11430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0" name="Rectangle 2249"/>
                <p:cNvSpPr/>
                <p:nvPr/>
              </p:nvSpPr>
              <p:spPr bwMode="auto">
                <a:xfrm>
                  <a:off x="10668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1" name="Rectangle 2250"/>
                <p:cNvSpPr/>
                <p:nvPr/>
              </p:nvSpPr>
              <p:spPr bwMode="auto">
                <a:xfrm>
                  <a:off x="11430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2" name="Rectangle 2251"/>
                <p:cNvSpPr/>
                <p:nvPr/>
              </p:nvSpPr>
              <p:spPr bwMode="auto">
                <a:xfrm>
                  <a:off x="12192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3" name="Rectangle 2252"/>
                <p:cNvSpPr/>
                <p:nvPr/>
              </p:nvSpPr>
              <p:spPr bwMode="auto">
                <a:xfrm>
                  <a:off x="12192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4" name="Rectangle 2253"/>
                <p:cNvSpPr/>
                <p:nvPr/>
              </p:nvSpPr>
              <p:spPr bwMode="auto">
                <a:xfrm>
                  <a:off x="10668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5" name="Rectangle 2254"/>
                <p:cNvSpPr/>
                <p:nvPr/>
              </p:nvSpPr>
              <p:spPr bwMode="auto">
                <a:xfrm>
                  <a:off x="11430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6" name="Rectangle 2255"/>
                <p:cNvSpPr/>
                <p:nvPr/>
              </p:nvSpPr>
              <p:spPr bwMode="auto">
                <a:xfrm>
                  <a:off x="12192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7" name="Rectangle 2256"/>
                <p:cNvSpPr/>
                <p:nvPr/>
              </p:nvSpPr>
              <p:spPr bwMode="auto">
                <a:xfrm>
                  <a:off x="1066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8" name="Rectangle 2257"/>
                <p:cNvSpPr/>
                <p:nvPr/>
              </p:nvSpPr>
              <p:spPr bwMode="auto">
                <a:xfrm>
                  <a:off x="1143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59" name="Rectangle 2258"/>
                <p:cNvSpPr/>
                <p:nvPr/>
              </p:nvSpPr>
              <p:spPr bwMode="auto">
                <a:xfrm>
                  <a:off x="1066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0" name="Rectangle 2259"/>
                <p:cNvSpPr/>
                <p:nvPr/>
              </p:nvSpPr>
              <p:spPr bwMode="auto">
                <a:xfrm>
                  <a:off x="1143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1" name="Rectangle 2260"/>
                <p:cNvSpPr/>
                <p:nvPr/>
              </p:nvSpPr>
              <p:spPr bwMode="auto">
                <a:xfrm>
                  <a:off x="1066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2" name="Rectangle 2261"/>
                <p:cNvSpPr/>
                <p:nvPr/>
              </p:nvSpPr>
              <p:spPr bwMode="auto">
                <a:xfrm>
                  <a:off x="1143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3" name="Rectangle 2262"/>
                <p:cNvSpPr/>
                <p:nvPr/>
              </p:nvSpPr>
              <p:spPr bwMode="auto">
                <a:xfrm>
                  <a:off x="1219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4" name="Rectangle 2263"/>
                <p:cNvSpPr/>
                <p:nvPr/>
              </p:nvSpPr>
              <p:spPr bwMode="auto">
                <a:xfrm>
                  <a:off x="1219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5" name="Rectangle 2264"/>
                <p:cNvSpPr/>
                <p:nvPr/>
              </p:nvSpPr>
              <p:spPr bwMode="auto">
                <a:xfrm>
                  <a:off x="1219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6" name="Rectangle 2265"/>
                <p:cNvSpPr/>
                <p:nvPr/>
              </p:nvSpPr>
              <p:spPr bwMode="auto">
                <a:xfrm>
                  <a:off x="1066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7" name="Rectangle 2266"/>
                <p:cNvSpPr/>
                <p:nvPr/>
              </p:nvSpPr>
              <p:spPr bwMode="auto">
                <a:xfrm>
                  <a:off x="11430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8" name="Rectangle 2267"/>
                <p:cNvSpPr/>
                <p:nvPr/>
              </p:nvSpPr>
              <p:spPr bwMode="auto">
                <a:xfrm>
                  <a:off x="12192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69" name="Rectangle 2268"/>
                <p:cNvSpPr/>
                <p:nvPr/>
              </p:nvSpPr>
              <p:spPr bwMode="auto">
                <a:xfrm>
                  <a:off x="1066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0" name="Rectangle 2269"/>
                <p:cNvSpPr/>
                <p:nvPr/>
              </p:nvSpPr>
              <p:spPr bwMode="auto">
                <a:xfrm>
                  <a:off x="11430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1" name="Rectangle 2270"/>
                <p:cNvSpPr/>
                <p:nvPr/>
              </p:nvSpPr>
              <p:spPr bwMode="auto">
                <a:xfrm>
                  <a:off x="12192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2" name="Rectangle 2271"/>
                <p:cNvSpPr/>
                <p:nvPr/>
              </p:nvSpPr>
              <p:spPr bwMode="auto">
                <a:xfrm>
                  <a:off x="16764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3" name="Rectangle 2272"/>
                <p:cNvSpPr/>
                <p:nvPr/>
              </p:nvSpPr>
              <p:spPr bwMode="auto">
                <a:xfrm>
                  <a:off x="17526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4" name="Rectangle 2273"/>
                <p:cNvSpPr/>
                <p:nvPr/>
              </p:nvSpPr>
              <p:spPr bwMode="auto">
                <a:xfrm>
                  <a:off x="1828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5" name="Rectangle 2274"/>
                <p:cNvSpPr/>
                <p:nvPr/>
              </p:nvSpPr>
              <p:spPr bwMode="auto">
                <a:xfrm>
                  <a:off x="1752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6" name="Rectangle 2275"/>
                <p:cNvSpPr/>
                <p:nvPr/>
              </p:nvSpPr>
              <p:spPr bwMode="auto">
                <a:xfrm>
                  <a:off x="1828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7" name="Rectangle 2276"/>
                <p:cNvSpPr/>
                <p:nvPr/>
              </p:nvSpPr>
              <p:spPr bwMode="auto">
                <a:xfrm>
                  <a:off x="16764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8" name="Rectangle 2277"/>
                <p:cNvSpPr/>
                <p:nvPr/>
              </p:nvSpPr>
              <p:spPr bwMode="auto">
                <a:xfrm>
                  <a:off x="17526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79" name="Rectangle 2278"/>
                <p:cNvSpPr/>
                <p:nvPr/>
              </p:nvSpPr>
              <p:spPr bwMode="auto">
                <a:xfrm>
                  <a:off x="1828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0" name="Rectangle 2279"/>
                <p:cNvSpPr/>
                <p:nvPr/>
              </p:nvSpPr>
              <p:spPr bwMode="auto">
                <a:xfrm>
                  <a:off x="1752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1" name="Rectangle 2280"/>
                <p:cNvSpPr/>
                <p:nvPr/>
              </p:nvSpPr>
              <p:spPr bwMode="auto">
                <a:xfrm>
                  <a:off x="1828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2" name="Rectangle 2281"/>
                <p:cNvSpPr/>
                <p:nvPr/>
              </p:nvSpPr>
              <p:spPr bwMode="auto">
                <a:xfrm>
                  <a:off x="1295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3" name="Rectangle 2282"/>
                <p:cNvSpPr/>
                <p:nvPr/>
              </p:nvSpPr>
              <p:spPr bwMode="auto">
                <a:xfrm>
                  <a:off x="1371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4" name="Rectangle 2283"/>
                <p:cNvSpPr/>
                <p:nvPr/>
              </p:nvSpPr>
              <p:spPr bwMode="auto">
                <a:xfrm>
                  <a:off x="1447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5" name="Rectangle 2284"/>
                <p:cNvSpPr/>
                <p:nvPr/>
              </p:nvSpPr>
              <p:spPr bwMode="auto">
                <a:xfrm>
                  <a:off x="1524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6" name="Rectangle 2285"/>
                <p:cNvSpPr/>
                <p:nvPr/>
              </p:nvSpPr>
              <p:spPr bwMode="auto">
                <a:xfrm>
                  <a:off x="1600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7" name="Rectangle 2286"/>
                <p:cNvSpPr/>
                <p:nvPr/>
              </p:nvSpPr>
              <p:spPr bwMode="auto">
                <a:xfrm>
                  <a:off x="1676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8" name="Rectangle 2287"/>
                <p:cNvSpPr/>
                <p:nvPr/>
              </p:nvSpPr>
              <p:spPr bwMode="auto">
                <a:xfrm>
                  <a:off x="1295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89" name="Rectangle 2288"/>
                <p:cNvSpPr/>
                <p:nvPr/>
              </p:nvSpPr>
              <p:spPr bwMode="auto">
                <a:xfrm>
                  <a:off x="1371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0" name="Rectangle 2289"/>
                <p:cNvSpPr/>
                <p:nvPr/>
              </p:nvSpPr>
              <p:spPr bwMode="auto">
                <a:xfrm>
                  <a:off x="1447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1" name="Rectangle 2290"/>
                <p:cNvSpPr/>
                <p:nvPr/>
              </p:nvSpPr>
              <p:spPr bwMode="auto">
                <a:xfrm>
                  <a:off x="1524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2" name="Rectangle 2291"/>
                <p:cNvSpPr/>
                <p:nvPr/>
              </p:nvSpPr>
              <p:spPr bwMode="auto">
                <a:xfrm>
                  <a:off x="1600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3" name="Rectangle 2292"/>
                <p:cNvSpPr/>
                <p:nvPr/>
              </p:nvSpPr>
              <p:spPr bwMode="auto">
                <a:xfrm>
                  <a:off x="1676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4" name="Rectangle 2293"/>
                <p:cNvSpPr/>
                <p:nvPr/>
              </p:nvSpPr>
              <p:spPr bwMode="auto">
                <a:xfrm>
                  <a:off x="1295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5" name="Rectangle 2294"/>
                <p:cNvSpPr/>
                <p:nvPr/>
              </p:nvSpPr>
              <p:spPr bwMode="auto">
                <a:xfrm>
                  <a:off x="1371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6" name="Rectangle 2295"/>
                <p:cNvSpPr/>
                <p:nvPr/>
              </p:nvSpPr>
              <p:spPr bwMode="auto">
                <a:xfrm>
                  <a:off x="1447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7" name="Rectangle 2296"/>
                <p:cNvSpPr/>
                <p:nvPr/>
              </p:nvSpPr>
              <p:spPr bwMode="auto">
                <a:xfrm>
                  <a:off x="1524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8" name="Rectangle 2297"/>
                <p:cNvSpPr/>
                <p:nvPr/>
              </p:nvSpPr>
              <p:spPr bwMode="auto">
                <a:xfrm>
                  <a:off x="1600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299" name="Rectangle 2298"/>
                <p:cNvSpPr/>
                <p:nvPr/>
              </p:nvSpPr>
              <p:spPr bwMode="auto">
                <a:xfrm>
                  <a:off x="1676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2184" name="Group 1908"/>
              <p:cNvGrpSpPr/>
              <p:nvPr/>
            </p:nvGrpSpPr>
            <p:grpSpPr>
              <a:xfrm>
                <a:off x="990600" y="1217612"/>
                <a:ext cx="914400" cy="1146176"/>
                <a:chOff x="990600" y="1217612"/>
                <a:chExt cx="914400" cy="1146176"/>
              </a:xfrm>
            </p:grpSpPr>
            <p:cxnSp>
              <p:nvCxnSpPr>
                <p:cNvPr id="2185" name="Straight Connector 2184"/>
                <p:cNvCxnSpPr/>
                <p:nvPr/>
              </p:nvCxnSpPr>
              <p:spPr bwMode="auto">
                <a:xfrm rot="16200000" flipH="1">
                  <a:off x="419894" y="1790700"/>
                  <a:ext cx="1143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86" name="Straight Connector 2185"/>
                <p:cNvCxnSpPr/>
                <p:nvPr/>
              </p:nvCxnSpPr>
              <p:spPr bwMode="auto">
                <a:xfrm>
                  <a:off x="990600" y="2362200"/>
                  <a:ext cx="838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87" name="Straight Connector 2186"/>
                <p:cNvCxnSpPr/>
                <p:nvPr/>
              </p:nvCxnSpPr>
              <p:spPr bwMode="auto">
                <a:xfrm rot="5400000">
                  <a:off x="1600994" y="2133600"/>
                  <a:ext cx="457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88" name="Straight Connector 2187"/>
                <p:cNvCxnSpPr/>
                <p:nvPr/>
              </p:nvCxnSpPr>
              <p:spPr bwMode="auto">
                <a:xfrm>
                  <a:off x="1600200" y="1903412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89" name="Straight Connector 2188"/>
                <p:cNvCxnSpPr/>
                <p:nvPr/>
              </p:nvCxnSpPr>
              <p:spPr bwMode="auto">
                <a:xfrm rot="5400000">
                  <a:off x="1485106" y="20193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0" name="Straight Connector 2189"/>
                <p:cNvCxnSpPr/>
                <p:nvPr/>
              </p:nvCxnSpPr>
              <p:spPr bwMode="auto">
                <a:xfrm rot="5400000">
                  <a:off x="875506" y="17907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1" name="Straight Connector 2190"/>
                <p:cNvCxnSpPr/>
                <p:nvPr/>
              </p:nvCxnSpPr>
              <p:spPr bwMode="auto">
                <a:xfrm>
                  <a:off x="1219200" y="2132012"/>
                  <a:ext cx="381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2" name="Straight Connector 2191"/>
                <p:cNvCxnSpPr/>
                <p:nvPr/>
              </p:nvCxnSpPr>
              <p:spPr bwMode="auto">
                <a:xfrm rot="10800000">
                  <a:off x="1219200" y="14478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3" name="Straight Connector 2192"/>
                <p:cNvCxnSpPr/>
                <p:nvPr/>
              </p:nvCxnSpPr>
              <p:spPr bwMode="auto">
                <a:xfrm rot="5400000">
                  <a:off x="1789905" y="13335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4" name="Straight Connector 2193"/>
                <p:cNvCxnSpPr/>
                <p:nvPr/>
              </p:nvCxnSpPr>
              <p:spPr bwMode="auto">
                <a:xfrm>
                  <a:off x="990600" y="1217612"/>
                  <a:ext cx="9144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2300" name="Group 2299"/>
            <p:cNvGrpSpPr/>
            <p:nvPr/>
          </p:nvGrpSpPr>
          <p:grpSpPr>
            <a:xfrm>
              <a:off x="4724400" y="5029200"/>
              <a:ext cx="914400" cy="1146176"/>
              <a:chOff x="990600" y="1217612"/>
              <a:chExt cx="914400" cy="1146176"/>
            </a:xfrm>
          </p:grpSpPr>
          <p:grpSp>
            <p:nvGrpSpPr>
              <p:cNvPr id="2301" name="Group 1133"/>
              <p:cNvGrpSpPr/>
              <p:nvPr/>
            </p:nvGrpSpPr>
            <p:grpSpPr>
              <a:xfrm>
                <a:off x="990600" y="1219200"/>
                <a:ext cx="914400" cy="1143000"/>
                <a:chOff x="1066800" y="3505200"/>
                <a:chExt cx="914400" cy="1143000"/>
              </a:xfrm>
            </p:grpSpPr>
            <p:sp>
              <p:nvSpPr>
                <p:cNvPr id="2313" name="Rectangle 2312"/>
                <p:cNvSpPr/>
                <p:nvPr/>
              </p:nvSpPr>
              <p:spPr bwMode="auto">
                <a:xfrm>
                  <a:off x="1828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4" name="Rectangle 2313"/>
                <p:cNvSpPr/>
                <p:nvPr/>
              </p:nvSpPr>
              <p:spPr bwMode="auto">
                <a:xfrm>
                  <a:off x="1905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5" name="Rectangle 2314"/>
                <p:cNvSpPr/>
                <p:nvPr/>
              </p:nvSpPr>
              <p:spPr bwMode="auto">
                <a:xfrm>
                  <a:off x="10668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6" name="Rectangle 2315"/>
                <p:cNvSpPr/>
                <p:nvPr/>
              </p:nvSpPr>
              <p:spPr bwMode="auto">
                <a:xfrm>
                  <a:off x="11430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7" name="Rectangle 2316"/>
                <p:cNvSpPr/>
                <p:nvPr/>
              </p:nvSpPr>
              <p:spPr bwMode="auto">
                <a:xfrm>
                  <a:off x="10668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8" name="Rectangle 2317"/>
                <p:cNvSpPr/>
                <p:nvPr/>
              </p:nvSpPr>
              <p:spPr bwMode="auto">
                <a:xfrm>
                  <a:off x="1066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19" name="Rectangle 2318"/>
                <p:cNvSpPr/>
                <p:nvPr/>
              </p:nvSpPr>
              <p:spPr bwMode="auto">
                <a:xfrm>
                  <a:off x="11430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0" name="Rectangle 2319"/>
                <p:cNvSpPr/>
                <p:nvPr/>
              </p:nvSpPr>
              <p:spPr bwMode="auto">
                <a:xfrm>
                  <a:off x="1752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1" name="Rectangle 2320"/>
                <p:cNvSpPr/>
                <p:nvPr/>
              </p:nvSpPr>
              <p:spPr bwMode="auto">
                <a:xfrm>
                  <a:off x="1752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2" name="Rectangle 2321"/>
                <p:cNvSpPr/>
                <p:nvPr/>
              </p:nvSpPr>
              <p:spPr bwMode="auto">
                <a:xfrm>
                  <a:off x="1828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3" name="Rectangle 2322"/>
                <p:cNvSpPr/>
                <p:nvPr/>
              </p:nvSpPr>
              <p:spPr bwMode="auto">
                <a:xfrm>
                  <a:off x="1828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4" name="Rectangle 2323"/>
                <p:cNvSpPr/>
                <p:nvPr/>
              </p:nvSpPr>
              <p:spPr bwMode="auto">
                <a:xfrm>
                  <a:off x="1905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5" name="Rectangle 2324"/>
                <p:cNvSpPr/>
                <p:nvPr/>
              </p:nvSpPr>
              <p:spPr bwMode="auto">
                <a:xfrm>
                  <a:off x="1905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6" name="Rectangle 2325"/>
                <p:cNvSpPr/>
                <p:nvPr/>
              </p:nvSpPr>
              <p:spPr bwMode="auto">
                <a:xfrm>
                  <a:off x="1066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7" name="Rectangle 2326"/>
                <p:cNvSpPr/>
                <p:nvPr/>
              </p:nvSpPr>
              <p:spPr bwMode="auto">
                <a:xfrm>
                  <a:off x="16764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8" name="Rectangle 2327"/>
                <p:cNvSpPr/>
                <p:nvPr/>
              </p:nvSpPr>
              <p:spPr bwMode="auto">
                <a:xfrm>
                  <a:off x="17526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29" name="Rectangle 2328"/>
                <p:cNvSpPr/>
                <p:nvPr/>
              </p:nvSpPr>
              <p:spPr bwMode="auto">
                <a:xfrm>
                  <a:off x="1752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0" name="Rectangle 2329"/>
                <p:cNvSpPr/>
                <p:nvPr/>
              </p:nvSpPr>
              <p:spPr bwMode="auto">
                <a:xfrm>
                  <a:off x="1066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1" name="Rectangle 2330"/>
                <p:cNvSpPr/>
                <p:nvPr/>
              </p:nvSpPr>
              <p:spPr bwMode="auto">
                <a:xfrm>
                  <a:off x="11430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2" name="Rectangle 2331"/>
                <p:cNvSpPr/>
                <p:nvPr/>
              </p:nvSpPr>
              <p:spPr bwMode="auto">
                <a:xfrm>
                  <a:off x="12192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3" name="Rectangle 2332"/>
                <p:cNvSpPr/>
                <p:nvPr/>
              </p:nvSpPr>
              <p:spPr bwMode="auto">
                <a:xfrm>
                  <a:off x="1143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4" name="Rectangle 2333"/>
                <p:cNvSpPr/>
                <p:nvPr/>
              </p:nvSpPr>
              <p:spPr bwMode="auto">
                <a:xfrm>
                  <a:off x="1219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5" name="Rectangle 2334"/>
                <p:cNvSpPr/>
                <p:nvPr/>
              </p:nvSpPr>
              <p:spPr bwMode="auto">
                <a:xfrm>
                  <a:off x="1295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6" name="Rectangle 2335"/>
                <p:cNvSpPr/>
                <p:nvPr/>
              </p:nvSpPr>
              <p:spPr bwMode="auto">
                <a:xfrm>
                  <a:off x="1066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7" name="Rectangle 2336"/>
                <p:cNvSpPr/>
                <p:nvPr/>
              </p:nvSpPr>
              <p:spPr bwMode="auto">
                <a:xfrm>
                  <a:off x="10668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8" name="Rectangle 2337"/>
                <p:cNvSpPr/>
                <p:nvPr/>
              </p:nvSpPr>
              <p:spPr bwMode="auto">
                <a:xfrm>
                  <a:off x="11430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39" name="Rectangle 2338"/>
                <p:cNvSpPr/>
                <p:nvPr/>
              </p:nvSpPr>
              <p:spPr bwMode="auto">
                <a:xfrm>
                  <a:off x="1219200" y="3733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0" name="Rectangle 2339"/>
                <p:cNvSpPr/>
                <p:nvPr/>
              </p:nvSpPr>
              <p:spPr bwMode="auto">
                <a:xfrm>
                  <a:off x="1600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1" name="Rectangle 2340"/>
                <p:cNvSpPr/>
                <p:nvPr/>
              </p:nvSpPr>
              <p:spPr bwMode="auto">
                <a:xfrm>
                  <a:off x="1676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2" name="Rectangle 2341"/>
                <p:cNvSpPr/>
                <p:nvPr/>
              </p:nvSpPr>
              <p:spPr bwMode="auto">
                <a:xfrm>
                  <a:off x="13716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3" name="Rectangle 2342"/>
                <p:cNvSpPr/>
                <p:nvPr/>
              </p:nvSpPr>
              <p:spPr bwMode="auto">
                <a:xfrm>
                  <a:off x="14478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4" name="Rectangle 2343"/>
                <p:cNvSpPr/>
                <p:nvPr/>
              </p:nvSpPr>
              <p:spPr bwMode="auto">
                <a:xfrm>
                  <a:off x="15240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5" name="Rectangle 2344"/>
                <p:cNvSpPr/>
                <p:nvPr/>
              </p:nvSpPr>
              <p:spPr bwMode="auto">
                <a:xfrm>
                  <a:off x="16002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6" name="Rectangle 2345"/>
                <p:cNvSpPr/>
                <p:nvPr/>
              </p:nvSpPr>
              <p:spPr bwMode="auto">
                <a:xfrm>
                  <a:off x="1676400" y="3657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7" name="Rectangle 2346"/>
                <p:cNvSpPr/>
                <p:nvPr/>
              </p:nvSpPr>
              <p:spPr bwMode="auto">
                <a:xfrm>
                  <a:off x="13716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8" name="Rectangle 2347"/>
                <p:cNvSpPr/>
                <p:nvPr/>
              </p:nvSpPr>
              <p:spPr bwMode="auto">
                <a:xfrm>
                  <a:off x="14478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49" name="Rectangle 2348"/>
                <p:cNvSpPr/>
                <p:nvPr/>
              </p:nvSpPr>
              <p:spPr bwMode="auto">
                <a:xfrm>
                  <a:off x="1524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0" name="Rectangle 2349"/>
                <p:cNvSpPr/>
                <p:nvPr/>
              </p:nvSpPr>
              <p:spPr bwMode="auto">
                <a:xfrm>
                  <a:off x="1600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1" name="Rectangle 2350"/>
                <p:cNvSpPr/>
                <p:nvPr/>
              </p:nvSpPr>
              <p:spPr bwMode="auto">
                <a:xfrm>
                  <a:off x="1676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2" name="Rectangle 2351"/>
                <p:cNvSpPr/>
                <p:nvPr/>
              </p:nvSpPr>
              <p:spPr bwMode="auto">
                <a:xfrm>
                  <a:off x="1219200" y="4038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3" name="Rectangle 2352"/>
                <p:cNvSpPr/>
                <p:nvPr/>
              </p:nvSpPr>
              <p:spPr bwMode="auto">
                <a:xfrm>
                  <a:off x="1219200" y="4114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4" name="Rectangle 2353"/>
                <p:cNvSpPr/>
                <p:nvPr/>
              </p:nvSpPr>
              <p:spPr bwMode="auto">
                <a:xfrm>
                  <a:off x="1828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5" name="Rectangle 2354"/>
                <p:cNvSpPr/>
                <p:nvPr/>
              </p:nvSpPr>
              <p:spPr bwMode="auto">
                <a:xfrm>
                  <a:off x="1752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6" name="Rectangle 2355"/>
                <p:cNvSpPr/>
                <p:nvPr/>
              </p:nvSpPr>
              <p:spPr bwMode="auto">
                <a:xfrm>
                  <a:off x="1828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7" name="Rectangle 2356"/>
                <p:cNvSpPr/>
                <p:nvPr/>
              </p:nvSpPr>
              <p:spPr bwMode="auto">
                <a:xfrm>
                  <a:off x="1524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8" name="Rectangle 2357"/>
                <p:cNvSpPr/>
                <p:nvPr/>
              </p:nvSpPr>
              <p:spPr bwMode="auto">
                <a:xfrm>
                  <a:off x="13716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59" name="Rectangle 2358"/>
                <p:cNvSpPr/>
                <p:nvPr/>
              </p:nvSpPr>
              <p:spPr bwMode="auto">
                <a:xfrm>
                  <a:off x="14478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0" name="Rectangle 2359"/>
                <p:cNvSpPr/>
                <p:nvPr/>
              </p:nvSpPr>
              <p:spPr bwMode="auto">
                <a:xfrm>
                  <a:off x="11430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1" name="Rectangle 2360"/>
                <p:cNvSpPr/>
                <p:nvPr/>
              </p:nvSpPr>
              <p:spPr bwMode="auto">
                <a:xfrm>
                  <a:off x="12192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2" name="Rectangle 2361"/>
                <p:cNvSpPr/>
                <p:nvPr/>
              </p:nvSpPr>
              <p:spPr bwMode="auto">
                <a:xfrm>
                  <a:off x="1295400" y="3581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3" name="Rectangle 2362"/>
                <p:cNvSpPr/>
                <p:nvPr/>
              </p:nvSpPr>
              <p:spPr bwMode="auto">
                <a:xfrm>
                  <a:off x="12954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4" name="Rectangle 2363"/>
                <p:cNvSpPr/>
                <p:nvPr/>
              </p:nvSpPr>
              <p:spPr bwMode="auto">
                <a:xfrm>
                  <a:off x="11430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5" name="Rectangle 2364"/>
                <p:cNvSpPr/>
                <p:nvPr/>
              </p:nvSpPr>
              <p:spPr bwMode="auto">
                <a:xfrm>
                  <a:off x="1219200" y="3505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6" name="Rectangle 2365"/>
                <p:cNvSpPr/>
                <p:nvPr/>
              </p:nvSpPr>
              <p:spPr bwMode="auto">
                <a:xfrm>
                  <a:off x="10668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7" name="Rectangle 2366"/>
                <p:cNvSpPr/>
                <p:nvPr/>
              </p:nvSpPr>
              <p:spPr bwMode="auto">
                <a:xfrm>
                  <a:off x="11430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8" name="Rectangle 2367"/>
                <p:cNvSpPr/>
                <p:nvPr/>
              </p:nvSpPr>
              <p:spPr bwMode="auto">
                <a:xfrm>
                  <a:off x="10668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69" name="Rectangle 2368"/>
                <p:cNvSpPr/>
                <p:nvPr/>
              </p:nvSpPr>
              <p:spPr bwMode="auto">
                <a:xfrm>
                  <a:off x="11430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0" name="Rectangle 2369"/>
                <p:cNvSpPr/>
                <p:nvPr/>
              </p:nvSpPr>
              <p:spPr bwMode="auto">
                <a:xfrm>
                  <a:off x="1219200" y="3810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1" name="Rectangle 2370"/>
                <p:cNvSpPr/>
                <p:nvPr/>
              </p:nvSpPr>
              <p:spPr bwMode="auto">
                <a:xfrm>
                  <a:off x="1219200" y="3886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2" name="Rectangle 2371"/>
                <p:cNvSpPr/>
                <p:nvPr/>
              </p:nvSpPr>
              <p:spPr bwMode="auto">
                <a:xfrm>
                  <a:off x="10668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3" name="Rectangle 2372"/>
                <p:cNvSpPr/>
                <p:nvPr/>
              </p:nvSpPr>
              <p:spPr bwMode="auto">
                <a:xfrm>
                  <a:off x="11430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4" name="Rectangle 2373"/>
                <p:cNvSpPr/>
                <p:nvPr/>
              </p:nvSpPr>
              <p:spPr bwMode="auto">
                <a:xfrm>
                  <a:off x="1219200" y="3962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5" name="Rectangle 2374"/>
                <p:cNvSpPr/>
                <p:nvPr/>
              </p:nvSpPr>
              <p:spPr bwMode="auto">
                <a:xfrm>
                  <a:off x="1066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6" name="Rectangle 2375"/>
                <p:cNvSpPr/>
                <p:nvPr/>
              </p:nvSpPr>
              <p:spPr bwMode="auto">
                <a:xfrm>
                  <a:off x="1143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7" name="Rectangle 2376"/>
                <p:cNvSpPr/>
                <p:nvPr/>
              </p:nvSpPr>
              <p:spPr bwMode="auto">
                <a:xfrm>
                  <a:off x="1066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8" name="Rectangle 2377"/>
                <p:cNvSpPr/>
                <p:nvPr/>
              </p:nvSpPr>
              <p:spPr bwMode="auto">
                <a:xfrm>
                  <a:off x="1143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79" name="Rectangle 2378"/>
                <p:cNvSpPr/>
                <p:nvPr/>
              </p:nvSpPr>
              <p:spPr bwMode="auto">
                <a:xfrm>
                  <a:off x="1066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0" name="Rectangle 2379"/>
                <p:cNvSpPr/>
                <p:nvPr/>
              </p:nvSpPr>
              <p:spPr bwMode="auto">
                <a:xfrm>
                  <a:off x="1143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1" name="Rectangle 2380"/>
                <p:cNvSpPr/>
                <p:nvPr/>
              </p:nvSpPr>
              <p:spPr bwMode="auto">
                <a:xfrm>
                  <a:off x="1219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2" name="Rectangle 2381"/>
                <p:cNvSpPr/>
                <p:nvPr/>
              </p:nvSpPr>
              <p:spPr bwMode="auto">
                <a:xfrm>
                  <a:off x="1219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3" name="Rectangle 2382"/>
                <p:cNvSpPr/>
                <p:nvPr/>
              </p:nvSpPr>
              <p:spPr bwMode="auto">
                <a:xfrm>
                  <a:off x="1219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4" name="Rectangle 2383"/>
                <p:cNvSpPr/>
                <p:nvPr/>
              </p:nvSpPr>
              <p:spPr bwMode="auto">
                <a:xfrm>
                  <a:off x="1066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5" name="Rectangle 2384"/>
                <p:cNvSpPr/>
                <p:nvPr/>
              </p:nvSpPr>
              <p:spPr bwMode="auto">
                <a:xfrm>
                  <a:off x="11430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6" name="Rectangle 2385"/>
                <p:cNvSpPr/>
                <p:nvPr/>
              </p:nvSpPr>
              <p:spPr bwMode="auto">
                <a:xfrm>
                  <a:off x="12192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7" name="Rectangle 2386"/>
                <p:cNvSpPr/>
                <p:nvPr/>
              </p:nvSpPr>
              <p:spPr bwMode="auto">
                <a:xfrm>
                  <a:off x="10668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8" name="Rectangle 2387"/>
                <p:cNvSpPr/>
                <p:nvPr/>
              </p:nvSpPr>
              <p:spPr bwMode="auto">
                <a:xfrm>
                  <a:off x="11430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89" name="Rectangle 2388"/>
                <p:cNvSpPr/>
                <p:nvPr/>
              </p:nvSpPr>
              <p:spPr bwMode="auto">
                <a:xfrm>
                  <a:off x="1219200" y="43434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0" name="Rectangle 2389"/>
                <p:cNvSpPr/>
                <p:nvPr/>
              </p:nvSpPr>
              <p:spPr bwMode="auto">
                <a:xfrm>
                  <a:off x="16764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1" name="Rectangle 2390"/>
                <p:cNvSpPr/>
                <p:nvPr/>
              </p:nvSpPr>
              <p:spPr bwMode="auto">
                <a:xfrm>
                  <a:off x="17526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2" name="Rectangle 2391"/>
                <p:cNvSpPr/>
                <p:nvPr/>
              </p:nvSpPr>
              <p:spPr bwMode="auto">
                <a:xfrm>
                  <a:off x="1828800" y="42672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3" name="Rectangle 2392"/>
                <p:cNvSpPr/>
                <p:nvPr/>
              </p:nvSpPr>
              <p:spPr bwMode="auto">
                <a:xfrm>
                  <a:off x="1752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4" name="Rectangle 2393"/>
                <p:cNvSpPr/>
                <p:nvPr/>
              </p:nvSpPr>
              <p:spPr bwMode="auto">
                <a:xfrm>
                  <a:off x="1828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5" name="Rectangle 2394"/>
                <p:cNvSpPr/>
                <p:nvPr/>
              </p:nvSpPr>
              <p:spPr bwMode="auto">
                <a:xfrm>
                  <a:off x="16764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6" name="Rectangle 2395"/>
                <p:cNvSpPr/>
                <p:nvPr/>
              </p:nvSpPr>
              <p:spPr bwMode="auto">
                <a:xfrm>
                  <a:off x="17526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7" name="Rectangle 2396"/>
                <p:cNvSpPr/>
                <p:nvPr/>
              </p:nvSpPr>
              <p:spPr bwMode="auto">
                <a:xfrm>
                  <a:off x="1828800" y="4191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8" name="Rectangle 2397"/>
                <p:cNvSpPr/>
                <p:nvPr/>
              </p:nvSpPr>
              <p:spPr bwMode="auto">
                <a:xfrm>
                  <a:off x="1752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399" name="Rectangle 2398"/>
                <p:cNvSpPr/>
                <p:nvPr/>
              </p:nvSpPr>
              <p:spPr bwMode="auto">
                <a:xfrm>
                  <a:off x="1828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0" name="Rectangle 2399"/>
                <p:cNvSpPr/>
                <p:nvPr/>
              </p:nvSpPr>
              <p:spPr bwMode="auto">
                <a:xfrm>
                  <a:off x="1295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1" name="Rectangle 2400"/>
                <p:cNvSpPr/>
                <p:nvPr/>
              </p:nvSpPr>
              <p:spPr bwMode="auto">
                <a:xfrm>
                  <a:off x="13716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2" name="Rectangle 2401"/>
                <p:cNvSpPr/>
                <p:nvPr/>
              </p:nvSpPr>
              <p:spPr bwMode="auto">
                <a:xfrm>
                  <a:off x="14478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3" name="Rectangle 2402"/>
                <p:cNvSpPr/>
                <p:nvPr/>
              </p:nvSpPr>
              <p:spPr bwMode="auto">
                <a:xfrm>
                  <a:off x="15240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4" name="Rectangle 2403"/>
                <p:cNvSpPr/>
                <p:nvPr/>
              </p:nvSpPr>
              <p:spPr bwMode="auto">
                <a:xfrm>
                  <a:off x="16002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5" name="Rectangle 2404"/>
                <p:cNvSpPr/>
                <p:nvPr/>
              </p:nvSpPr>
              <p:spPr bwMode="auto">
                <a:xfrm>
                  <a:off x="1676400" y="45720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6" name="Rectangle 2405"/>
                <p:cNvSpPr/>
                <p:nvPr/>
              </p:nvSpPr>
              <p:spPr bwMode="auto">
                <a:xfrm>
                  <a:off x="1295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7" name="Rectangle 2406"/>
                <p:cNvSpPr/>
                <p:nvPr/>
              </p:nvSpPr>
              <p:spPr bwMode="auto">
                <a:xfrm>
                  <a:off x="13716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8" name="Rectangle 2407"/>
                <p:cNvSpPr/>
                <p:nvPr/>
              </p:nvSpPr>
              <p:spPr bwMode="auto">
                <a:xfrm>
                  <a:off x="14478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09" name="Rectangle 2408"/>
                <p:cNvSpPr/>
                <p:nvPr/>
              </p:nvSpPr>
              <p:spPr bwMode="auto">
                <a:xfrm>
                  <a:off x="15240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0" name="Rectangle 2409"/>
                <p:cNvSpPr/>
                <p:nvPr/>
              </p:nvSpPr>
              <p:spPr bwMode="auto">
                <a:xfrm>
                  <a:off x="16002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1" name="Rectangle 2410"/>
                <p:cNvSpPr/>
                <p:nvPr/>
              </p:nvSpPr>
              <p:spPr bwMode="auto">
                <a:xfrm>
                  <a:off x="1676400" y="44958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2" name="Rectangle 2411"/>
                <p:cNvSpPr/>
                <p:nvPr/>
              </p:nvSpPr>
              <p:spPr bwMode="auto">
                <a:xfrm>
                  <a:off x="1295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3" name="Rectangle 2412"/>
                <p:cNvSpPr/>
                <p:nvPr/>
              </p:nvSpPr>
              <p:spPr bwMode="auto">
                <a:xfrm>
                  <a:off x="13716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4" name="Rectangle 2413"/>
                <p:cNvSpPr/>
                <p:nvPr/>
              </p:nvSpPr>
              <p:spPr bwMode="auto">
                <a:xfrm>
                  <a:off x="14478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5" name="Rectangle 2414"/>
                <p:cNvSpPr/>
                <p:nvPr/>
              </p:nvSpPr>
              <p:spPr bwMode="auto">
                <a:xfrm>
                  <a:off x="15240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6" name="Rectangle 2415"/>
                <p:cNvSpPr/>
                <p:nvPr/>
              </p:nvSpPr>
              <p:spPr bwMode="auto">
                <a:xfrm>
                  <a:off x="16002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  <p:sp>
              <p:nvSpPr>
                <p:cNvPr id="2417" name="Rectangle 2416"/>
                <p:cNvSpPr/>
                <p:nvPr/>
              </p:nvSpPr>
              <p:spPr bwMode="auto">
                <a:xfrm>
                  <a:off x="1676400" y="4419600"/>
                  <a:ext cx="76200" cy="762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400" b="1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2302" name="Group 1908"/>
              <p:cNvGrpSpPr/>
              <p:nvPr/>
            </p:nvGrpSpPr>
            <p:grpSpPr>
              <a:xfrm>
                <a:off x="990600" y="1217612"/>
                <a:ext cx="914400" cy="1146176"/>
                <a:chOff x="990600" y="1217612"/>
                <a:chExt cx="914400" cy="1146176"/>
              </a:xfrm>
            </p:grpSpPr>
            <p:cxnSp>
              <p:nvCxnSpPr>
                <p:cNvPr id="2303" name="Straight Connector 2302"/>
                <p:cNvCxnSpPr/>
                <p:nvPr/>
              </p:nvCxnSpPr>
              <p:spPr bwMode="auto">
                <a:xfrm rot="16200000" flipH="1">
                  <a:off x="419894" y="1790700"/>
                  <a:ext cx="1143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4" name="Straight Connector 2303"/>
                <p:cNvCxnSpPr/>
                <p:nvPr/>
              </p:nvCxnSpPr>
              <p:spPr bwMode="auto">
                <a:xfrm>
                  <a:off x="990600" y="2362200"/>
                  <a:ext cx="838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5" name="Straight Connector 2304"/>
                <p:cNvCxnSpPr/>
                <p:nvPr/>
              </p:nvCxnSpPr>
              <p:spPr bwMode="auto">
                <a:xfrm rot="5400000">
                  <a:off x="1600994" y="2133600"/>
                  <a:ext cx="4572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6" name="Straight Connector 2305"/>
                <p:cNvCxnSpPr/>
                <p:nvPr/>
              </p:nvCxnSpPr>
              <p:spPr bwMode="auto">
                <a:xfrm>
                  <a:off x="1600200" y="1903412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7" name="Straight Connector 2306"/>
                <p:cNvCxnSpPr/>
                <p:nvPr/>
              </p:nvCxnSpPr>
              <p:spPr bwMode="auto">
                <a:xfrm rot="5400000">
                  <a:off x="1485106" y="20193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8" name="Straight Connector 2307"/>
                <p:cNvCxnSpPr/>
                <p:nvPr/>
              </p:nvCxnSpPr>
              <p:spPr bwMode="auto">
                <a:xfrm rot="5400000">
                  <a:off x="875506" y="17907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09" name="Straight Connector 2308"/>
                <p:cNvCxnSpPr/>
                <p:nvPr/>
              </p:nvCxnSpPr>
              <p:spPr bwMode="auto">
                <a:xfrm>
                  <a:off x="1219200" y="2132012"/>
                  <a:ext cx="3810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10" name="Straight Connector 2309"/>
                <p:cNvCxnSpPr/>
                <p:nvPr/>
              </p:nvCxnSpPr>
              <p:spPr bwMode="auto">
                <a:xfrm rot="10800000">
                  <a:off x="1219200" y="1447800"/>
                  <a:ext cx="6858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11" name="Straight Connector 2310"/>
                <p:cNvCxnSpPr/>
                <p:nvPr/>
              </p:nvCxnSpPr>
              <p:spPr bwMode="auto">
                <a:xfrm rot="5400000">
                  <a:off x="1789905" y="1333500"/>
                  <a:ext cx="2286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12" name="Straight Connector 2311"/>
                <p:cNvCxnSpPr/>
                <p:nvPr/>
              </p:nvCxnSpPr>
              <p:spPr bwMode="auto">
                <a:xfrm>
                  <a:off x="990600" y="1217612"/>
                  <a:ext cx="914400" cy="158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cxnSp>
          <p:nvCxnSpPr>
            <p:cNvPr id="2418" name="Straight Arrow Connector 2417"/>
            <p:cNvCxnSpPr/>
            <p:nvPr/>
          </p:nvCxnSpPr>
          <p:spPr bwMode="auto">
            <a:xfrm>
              <a:off x="2286000" y="1905000"/>
              <a:ext cx="533400" cy="1588"/>
            </a:xfrm>
            <a:prstGeom prst="straightConnector1">
              <a:avLst/>
            </a:prstGeom>
            <a:solidFill>
              <a:schemeClr val="accent1"/>
            </a:solidFill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  <p:cxnSp>
          <p:nvCxnSpPr>
            <p:cNvPr id="2419" name="Straight Arrow Connector 2418"/>
            <p:cNvCxnSpPr/>
            <p:nvPr/>
          </p:nvCxnSpPr>
          <p:spPr bwMode="auto">
            <a:xfrm>
              <a:off x="4648200" y="1905000"/>
              <a:ext cx="533400" cy="1588"/>
            </a:xfrm>
            <a:prstGeom prst="straightConnector1">
              <a:avLst/>
            </a:prstGeom>
            <a:solidFill>
              <a:schemeClr val="accent1"/>
            </a:solidFill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  <p:cxnSp>
          <p:nvCxnSpPr>
            <p:cNvPr id="2420" name="Straight Arrow Connector 2419"/>
            <p:cNvCxnSpPr/>
            <p:nvPr/>
          </p:nvCxnSpPr>
          <p:spPr bwMode="auto">
            <a:xfrm rot="10800000">
              <a:off x="3657600" y="4648200"/>
              <a:ext cx="609600" cy="1588"/>
            </a:xfrm>
            <a:prstGeom prst="straightConnector1">
              <a:avLst/>
            </a:prstGeom>
            <a:solidFill>
              <a:schemeClr val="accent1"/>
            </a:solidFill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  <p:cxnSp>
          <p:nvCxnSpPr>
            <p:cNvPr id="2421" name="Straight Arrow Connector 2420"/>
            <p:cNvCxnSpPr/>
            <p:nvPr/>
          </p:nvCxnSpPr>
          <p:spPr bwMode="auto">
            <a:xfrm rot="10800000">
              <a:off x="6324600" y="4495800"/>
              <a:ext cx="609600" cy="1588"/>
            </a:xfrm>
            <a:prstGeom prst="straightConnector1">
              <a:avLst/>
            </a:prstGeom>
            <a:solidFill>
              <a:schemeClr val="accent1"/>
            </a:solidFill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  <p:cxnSp>
          <p:nvCxnSpPr>
            <p:cNvPr id="2422" name="Elbow Connector 2421"/>
            <p:cNvCxnSpPr/>
            <p:nvPr/>
          </p:nvCxnSpPr>
          <p:spPr bwMode="auto">
            <a:xfrm rot="16200000" flipH="1">
              <a:off x="7353300" y="2171700"/>
              <a:ext cx="609600" cy="533400"/>
            </a:xfrm>
            <a:prstGeom prst="bentConnector3">
              <a:avLst>
                <a:gd name="adj1" fmla="val 3846"/>
              </a:avLst>
            </a:prstGeom>
            <a:solidFill>
              <a:schemeClr val="accent1"/>
            </a:solidFill>
            <a:ln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5417F2-A948-48FD-8959-9D1F912BC5B5}" type="slidenum">
              <a:rPr lang="en-US"/>
              <a:pPr>
                <a:defRPr/>
              </a:pPr>
              <a:t>59</a:t>
            </a:fld>
            <a:endParaRPr lang="en-US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smtClean="0">
                <a:latin typeface="Arial" charset="0"/>
              </a:rPr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Arial" charset="0"/>
              </a:rPr>
              <a:t>Basic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RNA enzyme model</a:t>
            </a:r>
          </a:p>
          <a:p>
            <a:pPr eaLnBrk="1" hangingPunct="1"/>
            <a:r>
              <a:rPr lang="en-US" dirty="0" smtClean="0">
                <a:latin typeface="Arial" charset="0"/>
              </a:rPr>
              <a:t>Shape replication</a:t>
            </a:r>
          </a:p>
          <a:p>
            <a:pPr lvl="2" eaLnBrk="1" hangingPunct="1"/>
            <a:r>
              <a:rPr lang="en-US" dirty="0" smtClean="0">
                <a:latin typeface="Arial" charset="0"/>
              </a:rPr>
              <a:t>Precise yield shape replication</a:t>
            </a:r>
          </a:p>
          <a:p>
            <a:pPr lvl="2" eaLnBrk="1" hangingPunct="1"/>
            <a:r>
              <a:rPr lang="en-US" dirty="0" smtClean="0">
                <a:solidFill>
                  <a:srgbClr val="C00000"/>
                </a:solidFill>
                <a:latin typeface="Arial" charset="0"/>
              </a:rPr>
              <a:t>Infinite yield shape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76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76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81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81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86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86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76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81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76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81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86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86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76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812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76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812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86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86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90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90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90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90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908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908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9" name="TextBox 2428"/>
          <p:cNvSpPr txBox="1"/>
          <p:nvPr/>
        </p:nvSpPr>
        <p:spPr>
          <a:xfrm>
            <a:off x="1676400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0" name="TextBox 2429"/>
          <p:cNvSpPr txBox="1"/>
          <p:nvPr/>
        </p:nvSpPr>
        <p:spPr>
          <a:xfrm>
            <a:off x="19939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1" name="TextBox 2430"/>
          <p:cNvSpPr txBox="1"/>
          <p:nvPr/>
        </p:nvSpPr>
        <p:spPr>
          <a:xfrm>
            <a:off x="22987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2" name="TextBox 2431"/>
          <p:cNvSpPr txBox="1"/>
          <p:nvPr/>
        </p:nvSpPr>
        <p:spPr>
          <a:xfrm>
            <a:off x="26035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3" name="TextBox 2432"/>
          <p:cNvSpPr txBox="1"/>
          <p:nvPr/>
        </p:nvSpPr>
        <p:spPr>
          <a:xfrm>
            <a:off x="2832132" y="2099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4" name="TextBox 2433"/>
          <p:cNvSpPr txBox="1"/>
          <p:nvPr/>
        </p:nvSpPr>
        <p:spPr>
          <a:xfrm>
            <a:off x="2819400" y="24046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5" name="TextBox 2434"/>
          <p:cNvSpPr txBox="1"/>
          <p:nvPr/>
        </p:nvSpPr>
        <p:spPr>
          <a:xfrm>
            <a:off x="2819400" y="27094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6" name="TextBox 2435"/>
          <p:cNvSpPr txBox="1"/>
          <p:nvPr/>
        </p:nvSpPr>
        <p:spPr>
          <a:xfrm>
            <a:off x="2819400" y="30142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7" name="TextBox 2436"/>
          <p:cNvSpPr txBox="1"/>
          <p:nvPr/>
        </p:nvSpPr>
        <p:spPr>
          <a:xfrm>
            <a:off x="2819400" y="3319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8" name="TextBox 2437"/>
          <p:cNvSpPr txBox="1"/>
          <p:nvPr/>
        </p:nvSpPr>
        <p:spPr>
          <a:xfrm>
            <a:off x="2819400" y="3623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9" name="TextBox 2438"/>
          <p:cNvSpPr txBox="1"/>
          <p:nvPr/>
        </p:nvSpPr>
        <p:spPr>
          <a:xfrm>
            <a:off x="1426870" y="21336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0" name="TextBox 2439"/>
          <p:cNvSpPr txBox="1"/>
          <p:nvPr/>
        </p:nvSpPr>
        <p:spPr>
          <a:xfrm>
            <a:off x="1426870" y="24046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1" name="TextBox 2440"/>
          <p:cNvSpPr txBox="1"/>
          <p:nvPr/>
        </p:nvSpPr>
        <p:spPr>
          <a:xfrm>
            <a:off x="1426870" y="27094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2" name="TextBox 2441"/>
          <p:cNvSpPr txBox="1"/>
          <p:nvPr/>
        </p:nvSpPr>
        <p:spPr>
          <a:xfrm>
            <a:off x="1426870" y="30142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3" name="TextBox 2442"/>
          <p:cNvSpPr txBox="1"/>
          <p:nvPr/>
        </p:nvSpPr>
        <p:spPr>
          <a:xfrm>
            <a:off x="1426870" y="3319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4" name="TextBox 2443"/>
          <p:cNvSpPr txBox="1"/>
          <p:nvPr/>
        </p:nvSpPr>
        <p:spPr>
          <a:xfrm>
            <a:off x="1426870" y="36238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5" name="TextBox 2444"/>
          <p:cNvSpPr txBox="1"/>
          <p:nvPr/>
        </p:nvSpPr>
        <p:spPr>
          <a:xfrm>
            <a:off x="19939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6" name="TextBox 2445"/>
          <p:cNvSpPr txBox="1"/>
          <p:nvPr/>
        </p:nvSpPr>
        <p:spPr>
          <a:xfrm>
            <a:off x="22987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7" name="TextBox 2446"/>
          <p:cNvSpPr txBox="1"/>
          <p:nvPr/>
        </p:nvSpPr>
        <p:spPr>
          <a:xfrm>
            <a:off x="26035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2448" name="TextBox 2447"/>
          <p:cNvSpPr txBox="1"/>
          <p:nvPr/>
        </p:nvSpPr>
        <p:spPr>
          <a:xfrm>
            <a:off x="1676400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76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76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81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81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86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86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76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81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76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81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86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86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764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812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764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812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860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860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90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90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90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90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90800" y="3352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90800" y="3657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9" name="TextBox 2428"/>
          <p:cNvSpPr txBox="1"/>
          <p:nvPr/>
        </p:nvSpPr>
        <p:spPr>
          <a:xfrm>
            <a:off x="1676400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0" name="TextBox 2429"/>
          <p:cNvSpPr txBox="1"/>
          <p:nvPr/>
        </p:nvSpPr>
        <p:spPr>
          <a:xfrm>
            <a:off x="19939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1" name="TextBox 2430"/>
          <p:cNvSpPr txBox="1"/>
          <p:nvPr/>
        </p:nvSpPr>
        <p:spPr>
          <a:xfrm>
            <a:off x="22987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2" name="TextBox 2431"/>
          <p:cNvSpPr txBox="1"/>
          <p:nvPr/>
        </p:nvSpPr>
        <p:spPr>
          <a:xfrm>
            <a:off x="2603532" y="1828800"/>
            <a:ext cx="2792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n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33" name="TextBox 2432"/>
          <p:cNvSpPr txBox="1"/>
          <p:nvPr/>
        </p:nvSpPr>
        <p:spPr>
          <a:xfrm>
            <a:off x="2832132" y="2099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4" name="TextBox 2433"/>
          <p:cNvSpPr txBox="1"/>
          <p:nvPr/>
        </p:nvSpPr>
        <p:spPr>
          <a:xfrm>
            <a:off x="2819400" y="24046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5" name="TextBox 2434"/>
          <p:cNvSpPr txBox="1"/>
          <p:nvPr/>
        </p:nvSpPr>
        <p:spPr>
          <a:xfrm>
            <a:off x="2819400" y="27094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6" name="TextBox 2435"/>
          <p:cNvSpPr txBox="1"/>
          <p:nvPr/>
        </p:nvSpPr>
        <p:spPr>
          <a:xfrm>
            <a:off x="2819400" y="30142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7" name="TextBox 2436"/>
          <p:cNvSpPr txBox="1"/>
          <p:nvPr/>
        </p:nvSpPr>
        <p:spPr>
          <a:xfrm>
            <a:off x="2819400" y="33190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8" name="TextBox 2437"/>
          <p:cNvSpPr txBox="1"/>
          <p:nvPr/>
        </p:nvSpPr>
        <p:spPr>
          <a:xfrm>
            <a:off x="2819400" y="3623846"/>
            <a:ext cx="2856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e</a:t>
            </a:r>
          </a:p>
        </p:txBody>
      </p:sp>
      <p:sp>
        <p:nvSpPr>
          <p:cNvPr id="2439" name="TextBox 2438"/>
          <p:cNvSpPr txBox="1"/>
          <p:nvPr/>
        </p:nvSpPr>
        <p:spPr>
          <a:xfrm>
            <a:off x="1426870" y="2133600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0" name="TextBox 2439"/>
          <p:cNvSpPr txBox="1"/>
          <p:nvPr/>
        </p:nvSpPr>
        <p:spPr>
          <a:xfrm>
            <a:off x="1426870" y="24046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1" name="TextBox 2440"/>
          <p:cNvSpPr txBox="1"/>
          <p:nvPr/>
        </p:nvSpPr>
        <p:spPr>
          <a:xfrm>
            <a:off x="1426870" y="27094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2" name="TextBox 2441"/>
          <p:cNvSpPr txBox="1"/>
          <p:nvPr/>
        </p:nvSpPr>
        <p:spPr>
          <a:xfrm>
            <a:off x="1426870" y="30142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3" name="TextBox 2442"/>
          <p:cNvSpPr txBox="1"/>
          <p:nvPr/>
        </p:nvSpPr>
        <p:spPr>
          <a:xfrm>
            <a:off x="1426870" y="33190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4" name="TextBox 2443"/>
          <p:cNvSpPr txBox="1"/>
          <p:nvPr/>
        </p:nvSpPr>
        <p:spPr>
          <a:xfrm>
            <a:off x="1426870" y="3623846"/>
            <a:ext cx="3080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w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5" name="TextBox 2444"/>
          <p:cNvSpPr txBox="1"/>
          <p:nvPr/>
        </p:nvSpPr>
        <p:spPr>
          <a:xfrm>
            <a:off x="19939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6" name="TextBox 2445"/>
          <p:cNvSpPr txBox="1"/>
          <p:nvPr/>
        </p:nvSpPr>
        <p:spPr>
          <a:xfrm>
            <a:off x="22987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latin typeface="Comic Sans MS" pitchFamily="66" charset="0"/>
              </a:rPr>
              <a:t>s</a:t>
            </a:r>
            <a:endParaRPr lang="en-US" sz="1400" dirty="0">
              <a:latin typeface="Comic Sans MS" pitchFamily="66" charset="0"/>
            </a:endParaRPr>
          </a:p>
        </p:txBody>
      </p:sp>
      <p:sp>
        <p:nvSpPr>
          <p:cNvPr id="2447" name="TextBox 2446"/>
          <p:cNvSpPr txBox="1"/>
          <p:nvPr/>
        </p:nvSpPr>
        <p:spPr>
          <a:xfrm>
            <a:off x="2603532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2448" name="TextBox 2447"/>
          <p:cNvSpPr txBox="1"/>
          <p:nvPr/>
        </p:nvSpPr>
        <p:spPr>
          <a:xfrm>
            <a:off x="1676400" y="3886200"/>
            <a:ext cx="2728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latin typeface="Comic Sans MS" pitchFamily="66" charset="0"/>
              </a:rPr>
              <a:t>s</a:t>
            </a:r>
          </a:p>
        </p:txBody>
      </p:sp>
      <p:sp>
        <p:nvSpPr>
          <p:cNvPr id="2475" name="Rectangle 2474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914400" y="4875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914400" y="47990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838200" y="48752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838200" y="47990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609600" y="4343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647700" y="4610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7246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648494" y="4686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724694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6" name="TextBox 2485"/>
          <p:cNvSpPr txBox="1"/>
          <p:nvPr/>
        </p:nvSpPr>
        <p:spPr>
          <a:xfrm>
            <a:off x="990600" y="4419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2487" name="TextBox 2486"/>
          <p:cNvSpPr txBox="1"/>
          <p:nvPr/>
        </p:nvSpPr>
        <p:spPr>
          <a:xfrm>
            <a:off x="838200" y="4267200"/>
            <a:ext cx="2904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w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2501" name="TextBox 2500"/>
          <p:cNvSpPr txBox="1"/>
          <p:nvPr/>
        </p:nvSpPr>
        <p:spPr>
          <a:xfrm>
            <a:off x="1143000" y="4648200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cxnSp>
        <p:nvCxnSpPr>
          <p:cNvPr id="2503" name="Straight Arrow Connector 2502"/>
          <p:cNvCxnSpPr>
            <a:stCxn id="2486" idx="0"/>
            <a:endCxn id="2448" idx="1"/>
          </p:cNvCxnSpPr>
          <p:nvPr/>
        </p:nvCxnSpPr>
        <p:spPr bwMode="auto">
          <a:xfrm rot="5400000" flipH="1" flipV="1">
            <a:off x="1208747" y="3951947"/>
            <a:ext cx="379511" cy="55579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2860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5908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828800" y="3429000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1949792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2860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5908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1" name="Straight Connector 60"/>
          <p:cNvCxnSpPr/>
          <p:nvPr/>
        </p:nvCxnSpPr>
        <p:spPr bwMode="auto">
          <a:xfrm rot="5400000">
            <a:off x="1944688" y="3694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2" name="Straight Connector 61"/>
          <p:cNvCxnSpPr/>
          <p:nvPr/>
        </p:nvCxnSpPr>
        <p:spPr bwMode="auto">
          <a:xfrm rot="5400000">
            <a:off x="20208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4" name="TextBox 63"/>
          <p:cNvSpPr txBox="1"/>
          <p:nvPr/>
        </p:nvSpPr>
        <p:spPr>
          <a:xfrm>
            <a:off x="2133600" y="34290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1752600" y="35814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x</a:t>
            </a:r>
            <a:endParaRPr lang="en-US" sz="1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2860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5908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TextBox 65"/>
          <p:cNvSpPr txBox="1"/>
          <p:nvPr/>
        </p:nvSpPr>
        <p:spPr>
          <a:xfrm>
            <a:off x="2133600" y="36854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133600" y="3379807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254592" y="35814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5908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TextBox 65"/>
          <p:cNvSpPr txBox="1"/>
          <p:nvPr/>
        </p:nvSpPr>
        <p:spPr>
          <a:xfrm>
            <a:off x="2133600" y="36854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438400" y="34290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590800" y="32766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7" name="TextBox 66"/>
          <p:cNvSpPr txBox="1"/>
          <p:nvPr/>
        </p:nvSpPr>
        <p:spPr>
          <a:xfrm>
            <a:off x="2438400" y="34290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7" name="TextBox 76"/>
          <p:cNvSpPr txBox="1"/>
          <p:nvPr/>
        </p:nvSpPr>
        <p:spPr>
          <a:xfrm>
            <a:off x="2438400" y="39902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438400" y="3685401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590800" y="35814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7" name="TextBox 66"/>
          <p:cNvSpPr txBox="1"/>
          <p:nvPr/>
        </p:nvSpPr>
        <p:spPr>
          <a:xfrm>
            <a:off x="2743200" y="33528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7" name="TextBox 76"/>
          <p:cNvSpPr txBox="1"/>
          <p:nvPr/>
        </p:nvSpPr>
        <p:spPr>
          <a:xfrm>
            <a:off x="2438400" y="39902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438400" y="3685401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9" name="Rectangle 78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590800" y="3886200"/>
            <a:ext cx="2600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s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7" name="TextBox 66"/>
          <p:cNvSpPr txBox="1"/>
          <p:nvPr/>
        </p:nvSpPr>
        <p:spPr>
          <a:xfrm>
            <a:off x="2743200" y="33528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7" name="TextBox 76"/>
          <p:cNvSpPr txBox="1"/>
          <p:nvPr/>
        </p:nvSpPr>
        <p:spPr>
          <a:xfrm>
            <a:off x="2438400" y="39902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743200" y="3685401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9" name="Rectangle 78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2514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7" name="TextBox 66"/>
          <p:cNvSpPr txBox="1"/>
          <p:nvPr/>
        </p:nvSpPr>
        <p:spPr>
          <a:xfrm>
            <a:off x="2743200" y="33528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8" name="TextBox 77"/>
          <p:cNvSpPr txBox="1"/>
          <p:nvPr/>
        </p:nvSpPr>
        <p:spPr>
          <a:xfrm>
            <a:off x="2743200" y="3685401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9" name="Rectangle 78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2514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1" name="Rectangle 80"/>
          <p:cNvSpPr/>
          <p:nvPr/>
        </p:nvSpPr>
        <p:spPr bwMode="auto">
          <a:xfrm>
            <a:off x="25146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2" name="Rectangle 81"/>
          <p:cNvSpPr/>
          <p:nvPr/>
        </p:nvSpPr>
        <p:spPr bwMode="auto">
          <a:xfrm>
            <a:off x="2514600" y="4267994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2553494" y="4229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2630488" y="4228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2554288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2630488" y="4303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TextBox 86"/>
          <p:cNvSpPr txBox="1"/>
          <p:nvPr/>
        </p:nvSpPr>
        <p:spPr>
          <a:xfrm>
            <a:off x="2743200" y="3962400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b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2743200" y="4295001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a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9" name="Rectangle 78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2514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1" name="Rectangle 80"/>
          <p:cNvSpPr/>
          <p:nvPr/>
        </p:nvSpPr>
        <p:spPr bwMode="auto">
          <a:xfrm>
            <a:off x="25146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2" name="Rectangle 81"/>
          <p:cNvSpPr/>
          <p:nvPr/>
        </p:nvSpPr>
        <p:spPr bwMode="auto">
          <a:xfrm>
            <a:off x="2514600" y="4267994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2553494" y="4229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2630488" y="4228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2554288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2630488" y="4303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9" name="Rectangle 88"/>
          <p:cNvSpPr/>
          <p:nvPr/>
        </p:nvSpPr>
        <p:spPr bwMode="auto">
          <a:xfrm>
            <a:off x="2819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0" name="Rectangle 89"/>
          <p:cNvSpPr/>
          <p:nvPr/>
        </p:nvSpPr>
        <p:spPr bwMode="auto">
          <a:xfrm>
            <a:off x="31242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124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4290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429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7338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733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40386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2819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28194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9" name="Rectangle 98"/>
          <p:cNvSpPr/>
          <p:nvPr/>
        </p:nvSpPr>
        <p:spPr bwMode="auto">
          <a:xfrm>
            <a:off x="3124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1242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34290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2819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160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160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190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190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220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220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160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160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160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160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2514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2514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295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6002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1600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1600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15240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15240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12954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13335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14104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13342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14104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19050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19050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19438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20208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19446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20208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0" name="Rectangle 69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22098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2209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22486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23256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22494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23256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9" name="Rectangle 78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2514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1" name="Rectangle 80"/>
          <p:cNvSpPr/>
          <p:nvPr/>
        </p:nvSpPr>
        <p:spPr bwMode="auto">
          <a:xfrm>
            <a:off x="25146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2" name="Rectangle 81"/>
          <p:cNvSpPr/>
          <p:nvPr/>
        </p:nvSpPr>
        <p:spPr bwMode="auto">
          <a:xfrm>
            <a:off x="2514600" y="4267994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2553494" y="4229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2630488" y="4228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2554288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2630488" y="4303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9" name="Rectangle 88"/>
          <p:cNvSpPr/>
          <p:nvPr/>
        </p:nvSpPr>
        <p:spPr bwMode="auto">
          <a:xfrm>
            <a:off x="2819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0" name="Rectangle 89"/>
          <p:cNvSpPr/>
          <p:nvPr/>
        </p:nvSpPr>
        <p:spPr bwMode="auto">
          <a:xfrm>
            <a:off x="31242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124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34290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3429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37338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3733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40386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2819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28194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9" name="Rectangle 98"/>
          <p:cNvSpPr/>
          <p:nvPr/>
        </p:nvSpPr>
        <p:spPr bwMode="auto">
          <a:xfrm>
            <a:off x="3124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31242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34290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2819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28194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28194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28194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2819400" y="1828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28194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7" name="Rectangle 116"/>
          <p:cNvSpPr/>
          <p:nvPr/>
        </p:nvSpPr>
        <p:spPr bwMode="auto">
          <a:xfrm>
            <a:off x="2819400" y="1524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3124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3124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3429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3429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3733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3733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3124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3429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3124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3429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3733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3733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3124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3429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" name="Rectangle 140"/>
          <p:cNvSpPr/>
          <p:nvPr/>
        </p:nvSpPr>
        <p:spPr bwMode="auto">
          <a:xfrm>
            <a:off x="3124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3429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3" name="Rectangle 142"/>
          <p:cNvSpPr/>
          <p:nvPr/>
        </p:nvSpPr>
        <p:spPr bwMode="auto">
          <a:xfrm>
            <a:off x="3733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3733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40386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40386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40386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40386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40386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40386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34290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4038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3733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40386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37338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4038600" y="4267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5334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5334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38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838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1143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1143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533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838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533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838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1143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1143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533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838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533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838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1143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Rectangle 2301"/>
          <p:cNvSpPr/>
          <p:nvPr/>
        </p:nvSpPr>
        <p:spPr bwMode="auto">
          <a:xfrm>
            <a:off x="1143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1447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1447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1447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1447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1447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1447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2286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533400" y="3352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77" name="Straight Connector 2476"/>
          <p:cNvCxnSpPr/>
          <p:nvPr/>
        </p:nvCxnSpPr>
        <p:spPr bwMode="auto">
          <a:xfrm>
            <a:off x="5334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8" name="Straight Connector 2477"/>
          <p:cNvCxnSpPr/>
          <p:nvPr/>
        </p:nvCxnSpPr>
        <p:spPr bwMode="auto">
          <a:xfrm>
            <a:off x="5334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79" name="Straight Connector 2478"/>
          <p:cNvCxnSpPr/>
          <p:nvPr/>
        </p:nvCxnSpPr>
        <p:spPr bwMode="auto">
          <a:xfrm>
            <a:off x="457200" y="35798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0" name="Straight Connector 2479"/>
          <p:cNvCxnSpPr/>
          <p:nvPr/>
        </p:nvCxnSpPr>
        <p:spPr bwMode="auto">
          <a:xfrm>
            <a:off x="457200" y="3503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81" name="Rectangle 2480"/>
          <p:cNvSpPr/>
          <p:nvPr/>
        </p:nvSpPr>
        <p:spPr bwMode="auto">
          <a:xfrm>
            <a:off x="228600" y="3048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2482" name="Straight Connector 2481"/>
          <p:cNvCxnSpPr/>
          <p:nvPr/>
        </p:nvCxnSpPr>
        <p:spPr bwMode="auto">
          <a:xfrm rot="5400000">
            <a:off x="266700" y="3314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3" name="Straight Connector 2482"/>
          <p:cNvCxnSpPr/>
          <p:nvPr/>
        </p:nvCxnSpPr>
        <p:spPr bwMode="auto">
          <a:xfrm rot="5400000">
            <a:off x="343694" y="3313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4" name="Straight Connector 2483"/>
          <p:cNvCxnSpPr/>
          <p:nvPr/>
        </p:nvCxnSpPr>
        <p:spPr bwMode="auto">
          <a:xfrm rot="5400000">
            <a:off x="267494" y="3390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85" name="Straight Connector 2484"/>
          <p:cNvCxnSpPr/>
          <p:nvPr/>
        </p:nvCxnSpPr>
        <p:spPr bwMode="auto">
          <a:xfrm rot="5400000">
            <a:off x="343694" y="3390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106"/>
          <p:cNvSpPr/>
          <p:nvPr/>
        </p:nvSpPr>
        <p:spPr bwMode="auto">
          <a:xfrm>
            <a:off x="11430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143000" y="6248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09" name="Straight Connector 108"/>
          <p:cNvCxnSpPr/>
          <p:nvPr/>
        </p:nvCxnSpPr>
        <p:spPr bwMode="auto">
          <a:xfrm rot="5400000">
            <a:off x="1181894" y="6209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/>
          <p:cNvCxnSpPr/>
          <p:nvPr/>
        </p:nvCxnSpPr>
        <p:spPr bwMode="auto">
          <a:xfrm rot="5400000">
            <a:off x="1258888" y="6208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/>
          <p:cNvCxnSpPr/>
          <p:nvPr/>
        </p:nvCxnSpPr>
        <p:spPr bwMode="auto">
          <a:xfrm rot="5400000">
            <a:off x="1182688" y="5828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TextBox 112"/>
          <p:cNvSpPr txBox="1"/>
          <p:nvPr/>
        </p:nvSpPr>
        <p:spPr>
          <a:xfrm>
            <a:off x="914400" y="5452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143000" y="52240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2362200" y="5715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133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362200" y="5452646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619562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2362200" y="5943600"/>
            <a:ext cx="2840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371600" y="6214646"/>
            <a:ext cx="2984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a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400362" y="54526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b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838200" y="4876800"/>
            <a:ext cx="220925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Comic Sans MS" pitchFamily="66" charset="0"/>
              </a:rPr>
              <a:t>Stair step tiles:</a:t>
            </a:r>
            <a:endParaRPr lang="en-US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990600" y="5715000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90600" y="5986046"/>
            <a:ext cx="30649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x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838200" y="33520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838200" y="3657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62" name="Straight Connector 61"/>
          <p:cNvCxnSpPr/>
          <p:nvPr/>
        </p:nvCxnSpPr>
        <p:spPr bwMode="auto">
          <a:xfrm rot="5400000">
            <a:off x="877094" y="3618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/>
          <p:cNvCxnSpPr/>
          <p:nvPr/>
        </p:nvCxnSpPr>
        <p:spPr bwMode="auto">
          <a:xfrm rot="5400000">
            <a:off x="954088" y="3617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63"/>
          <p:cNvCxnSpPr/>
          <p:nvPr/>
        </p:nvCxnSpPr>
        <p:spPr bwMode="auto">
          <a:xfrm rot="5400000">
            <a:off x="877888" y="36941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64"/>
          <p:cNvCxnSpPr/>
          <p:nvPr/>
        </p:nvCxnSpPr>
        <p:spPr bwMode="auto">
          <a:xfrm rot="5400000">
            <a:off x="954088" y="36933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0" name="Rectangle 69"/>
          <p:cNvSpPr/>
          <p:nvPr/>
        </p:nvSpPr>
        <p:spPr bwMode="auto">
          <a:xfrm>
            <a:off x="11430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1" name="Rectangle 70"/>
          <p:cNvSpPr/>
          <p:nvPr/>
        </p:nvSpPr>
        <p:spPr bwMode="auto">
          <a:xfrm>
            <a:off x="1143000" y="3656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2" name="Rectangle 71"/>
          <p:cNvSpPr/>
          <p:nvPr/>
        </p:nvSpPr>
        <p:spPr bwMode="auto">
          <a:xfrm>
            <a:off x="11430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73" name="Straight Connector 72"/>
          <p:cNvCxnSpPr/>
          <p:nvPr/>
        </p:nvCxnSpPr>
        <p:spPr bwMode="auto">
          <a:xfrm rot="5400000">
            <a:off x="1181894" y="3923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3"/>
          <p:cNvCxnSpPr/>
          <p:nvPr/>
        </p:nvCxnSpPr>
        <p:spPr bwMode="auto">
          <a:xfrm rot="5400000">
            <a:off x="1258888" y="3922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4"/>
          <p:cNvCxnSpPr/>
          <p:nvPr/>
        </p:nvCxnSpPr>
        <p:spPr bwMode="auto">
          <a:xfrm rot="5400000">
            <a:off x="1182688" y="3998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5"/>
          <p:cNvCxnSpPr/>
          <p:nvPr/>
        </p:nvCxnSpPr>
        <p:spPr bwMode="auto">
          <a:xfrm rot="5400000">
            <a:off x="1258888" y="3998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9" name="Rectangle 78"/>
          <p:cNvSpPr/>
          <p:nvPr/>
        </p:nvSpPr>
        <p:spPr bwMode="auto">
          <a:xfrm>
            <a:off x="1447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1447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1" name="Rectangle 80"/>
          <p:cNvSpPr/>
          <p:nvPr/>
        </p:nvSpPr>
        <p:spPr bwMode="auto">
          <a:xfrm>
            <a:off x="1447800" y="3962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82" name="Rectangle 81"/>
          <p:cNvSpPr/>
          <p:nvPr/>
        </p:nvSpPr>
        <p:spPr bwMode="auto">
          <a:xfrm>
            <a:off x="1447800" y="4267994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486694" y="4229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563688" y="4228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487488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563688" y="4303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9" name="Rectangle 88"/>
          <p:cNvSpPr/>
          <p:nvPr/>
        </p:nvSpPr>
        <p:spPr bwMode="auto">
          <a:xfrm>
            <a:off x="17526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0" name="Rectangle 89"/>
          <p:cNvSpPr/>
          <p:nvPr/>
        </p:nvSpPr>
        <p:spPr bwMode="auto">
          <a:xfrm>
            <a:off x="2057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20574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2" name="Rectangle 91"/>
          <p:cNvSpPr/>
          <p:nvPr/>
        </p:nvSpPr>
        <p:spPr bwMode="auto">
          <a:xfrm>
            <a:off x="2362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3" name="Rectangle 92"/>
          <p:cNvSpPr/>
          <p:nvPr/>
        </p:nvSpPr>
        <p:spPr bwMode="auto">
          <a:xfrm>
            <a:off x="23622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2667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26670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2971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1752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8" name="Rectangle 97"/>
          <p:cNvSpPr/>
          <p:nvPr/>
        </p:nvSpPr>
        <p:spPr bwMode="auto">
          <a:xfrm>
            <a:off x="17526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9" name="Rectangle 98"/>
          <p:cNvSpPr/>
          <p:nvPr/>
        </p:nvSpPr>
        <p:spPr bwMode="auto">
          <a:xfrm>
            <a:off x="2057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2057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2362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1752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17526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17526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17526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1752600" y="1828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17526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7" name="Rectangle 116"/>
          <p:cNvSpPr/>
          <p:nvPr/>
        </p:nvSpPr>
        <p:spPr bwMode="auto">
          <a:xfrm>
            <a:off x="1752600" y="1524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20574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20574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2362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2362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2667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" name="Rectangle 131"/>
          <p:cNvSpPr/>
          <p:nvPr/>
        </p:nvSpPr>
        <p:spPr bwMode="auto">
          <a:xfrm>
            <a:off x="2667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2057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2362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2057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2362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2667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2667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2057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0" name="Rectangle 139"/>
          <p:cNvSpPr/>
          <p:nvPr/>
        </p:nvSpPr>
        <p:spPr bwMode="auto">
          <a:xfrm>
            <a:off x="2362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1" name="Rectangle 140"/>
          <p:cNvSpPr/>
          <p:nvPr/>
        </p:nvSpPr>
        <p:spPr bwMode="auto">
          <a:xfrm>
            <a:off x="2057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2362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3" name="Rectangle 142"/>
          <p:cNvSpPr/>
          <p:nvPr/>
        </p:nvSpPr>
        <p:spPr bwMode="auto">
          <a:xfrm>
            <a:off x="2667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4" name="Rectangle 143"/>
          <p:cNvSpPr/>
          <p:nvPr/>
        </p:nvSpPr>
        <p:spPr bwMode="auto">
          <a:xfrm>
            <a:off x="2667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5" name="Rectangle 144"/>
          <p:cNvSpPr/>
          <p:nvPr/>
        </p:nvSpPr>
        <p:spPr bwMode="auto">
          <a:xfrm>
            <a:off x="2971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6" name="Rectangle 145"/>
          <p:cNvSpPr/>
          <p:nvPr/>
        </p:nvSpPr>
        <p:spPr bwMode="auto">
          <a:xfrm>
            <a:off x="2971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7" name="Rectangle 146"/>
          <p:cNvSpPr/>
          <p:nvPr/>
        </p:nvSpPr>
        <p:spPr bwMode="auto">
          <a:xfrm>
            <a:off x="2971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8" name="Rectangle 147"/>
          <p:cNvSpPr/>
          <p:nvPr/>
        </p:nvSpPr>
        <p:spPr bwMode="auto">
          <a:xfrm>
            <a:off x="2971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" name="Rectangle 148"/>
          <p:cNvSpPr/>
          <p:nvPr/>
        </p:nvSpPr>
        <p:spPr bwMode="auto">
          <a:xfrm>
            <a:off x="2971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0" name="Rectangle 149"/>
          <p:cNvSpPr/>
          <p:nvPr/>
        </p:nvSpPr>
        <p:spPr bwMode="auto">
          <a:xfrm>
            <a:off x="2971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1" name="Rectangle 150"/>
          <p:cNvSpPr/>
          <p:nvPr/>
        </p:nvSpPr>
        <p:spPr bwMode="auto">
          <a:xfrm>
            <a:off x="23622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2" name="Rectangle 151"/>
          <p:cNvSpPr/>
          <p:nvPr/>
        </p:nvSpPr>
        <p:spPr bwMode="auto">
          <a:xfrm>
            <a:off x="2971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3" name="Rectangle 152"/>
          <p:cNvSpPr/>
          <p:nvPr/>
        </p:nvSpPr>
        <p:spPr bwMode="auto">
          <a:xfrm>
            <a:off x="26670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4" name="Rectangle 153"/>
          <p:cNvSpPr/>
          <p:nvPr/>
        </p:nvSpPr>
        <p:spPr bwMode="auto">
          <a:xfrm>
            <a:off x="2971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5" name="Rectangle 154"/>
          <p:cNvSpPr/>
          <p:nvPr/>
        </p:nvSpPr>
        <p:spPr bwMode="auto">
          <a:xfrm>
            <a:off x="26670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" name="Rectangle 155"/>
          <p:cNvSpPr/>
          <p:nvPr/>
        </p:nvSpPr>
        <p:spPr bwMode="auto">
          <a:xfrm>
            <a:off x="2971800" y="4267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7" name="Rectangle 156"/>
          <p:cNvSpPr/>
          <p:nvPr/>
        </p:nvSpPr>
        <p:spPr bwMode="auto">
          <a:xfrm>
            <a:off x="32766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8" name="Rectangle 157"/>
          <p:cNvSpPr/>
          <p:nvPr/>
        </p:nvSpPr>
        <p:spPr bwMode="auto">
          <a:xfrm>
            <a:off x="3581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9" name="Rectangle 158"/>
          <p:cNvSpPr/>
          <p:nvPr/>
        </p:nvSpPr>
        <p:spPr bwMode="auto">
          <a:xfrm>
            <a:off x="35814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0" name="Rectangle 159"/>
          <p:cNvSpPr/>
          <p:nvPr/>
        </p:nvSpPr>
        <p:spPr bwMode="auto">
          <a:xfrm>
            <a:off x="3886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1" name="Rectangle 160"/>
          <p:cNvSpPr/>
          <p:nvPr/>
        </p:nvSpPr>
        <p:spPr bwMode="auto">
          <a:xfrm>
            <a:off x="38862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4191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" name="Rectangle 162"/>
          <p:cNvSpPr/>
          <p:nvPr/>
        </p:nvSpPr>
        <p:spPr bwMode="auto">
          <a:xfrm>
            <a:off x="41910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4" name="Rectangle 163"/>
          <p:cNvSpPr/>
          <p:nvPr/>
        </p:nvSpPr>
        <p:spPr bwMode="auto">
          <a:xfrm>
            <a:off x="4495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" name="Rectangle 164"/>
          <p:cNvSpPr/>
          <p:nvPr/>
        </p:nvSpPr>
        <p:spPr bwMode="auto">
          <a:xfrm>
            <a:off x="3276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6" name="Rectangle 165"/>
          <p:cNvSpPr/>
          <p:nvPr/>
        </p:nvSpPr>
        <p:spPr bwMode="auto">
          <a:xfrm>
            <a:off x="32766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" name="Rectangle 166"/>
          <p:cNvSpPr/>
          <p:nvPr/>
        </p:nvSpPr>
        <p:spPr bwMode="auto">
          <a:xfrm>
            <a:off x="3581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" name="Rectangle 167"/>
          <p:cNvSpPr/>
          <p:nvPr/>
        </p:nvSpPr>
        <p:spPr bwMode="auto">
          <a:xfrm>
            <a:off x="3581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" name="Rectangle 168"/>
          <p:cNvSpPr/>
          <p:nvPr/>
        </p:nvSpPr>
        <p:spPr bwMode="auto">
          <a:xfrm>
            <a:off x="3886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0" name="Rectangle 169"/>
          <p:cNvSpPr/>
          <p:nvPr/>
        </p:nvSpPr>
        <p:spPr bwMode="auto">
          <a:xfrm>
            <a:off x="3276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1" name="Rectangle 170"/>
          <p:cNvSpPr/>
          <p:nvPr/>
        </p:nvSpPr>
        <p:spPr bwMode="auto">
          <a:xfrm>
            <a:off x="32766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2" name="Rectangle 171"/>
          <p:cNvSpPr/>
          <p:nvPr/>
        </p:nvSpPr>
        <p:spPr bwMode="auto">
          <a:xfrm>
            <a:off x="32766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3" name="Rectangle 172"/>
          <p:cNvSpPr/>
          <p:nvPr/>
        </p:nvSpPr>
        <p:spPr bwMode="auto">
          <a:xfrm>
            <a:off x="32766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4" name="Rectangle 173"/>
          <p:cNvSpPr/>
          <p:nvPr/>
        </p:nvSpPr>
        <p:spPr bwMode="auto">
          <a:xfrm>
            <a:off x="3276600" y="1828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5" name="Rectangle 174"/>
          <p:cNvSpPr/>
          <p:nvPr/>
        </p:nvSpPr>
        <p:spPr bwMode="auto">
          <a:xfrm>
            <a:off x="32766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6" name="Rectangle 175"/>
          <p:cNvSpPr/>
          <p:nvPr/>
        </p:nvSpPr>
        <p:spPr bwMode="auto">
          <a:xfrm>
            <a:off x="3276600" y="1524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7" name="Rectangle 176"/>
          <p:cNvSpPr/>
          <p:nvPr/>
        </p:nvSpPr>
        <p:spPr bwMode="auto">
          <a:xfrm>
            <a:off x="35814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8" name="Rectangle 177"/>
          <p:cNvSpPr/>
          <p:nvPr/>
        </p:nvSpPr>
        <p:spPr bwMode="auto">
          <a:xfrm>
            <a:off x="35814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79" name="Rectangle 178"/>
          <p:cNvSpPr/>
          <p:nvPr/>
        </p:nvSpPr>
        <p:spPr bwMode="auto">
          <a:xfrm>
            <a:off x="3886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0" name="Rectangle 179"/>
          <p:cNvSpPr/>
          <p:nvPr/>
        </p:nvSpPr>
        <p:spPr bwMode="auto">
          <a:xfrm>
            <a:off x="3886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1" name="Rectangle 180"/>
          <p:cNvSpPr/>
          <p:nvPr/>
        </p:nvSpPr>
        <p:spPr bwMode="auto">
          <a:xfrm>
            <a:off x="4191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2" name="Rectangle 181"/>
          <p:cNvSpPr/>
          <p:nvPr/>
        </p:nvSpPr>
        <p:spPr bwMode="auto">
          <a:xfrm>
            <a:off x="4191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" name="Rectangle 182"/>
          <p:cNvSpPr/>
          <p:nvPr/>
        </p:nvSpPr>
        <p:spPr bwMode="auto">
          <a:xfrm>
            <a:off x="3581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" name="Rectangle 183"/>
          <p:cNvSpPr/>
          <p:nvPr/>
        </p:nvSpPr>
        <p:spPr bwMode="auto">
          <a:xfrm>
            <a:off x="3886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5" name="Rectangle 184"/>
          <p:cNvSpPr/>
          <p:nvPr/>
        </p:nvSpPr>
        <p:spPr bwMode="auto">
          <a:xfrm>
            <a:off x="3581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6" name="Rectangle 185"/>
          <p:cNvSpPr/>
          <p:nvPr/>
        </p:nvSpPr>
        <p:spPr bwMode="auto">
          <a:xfrm>
            <a:off x="3886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7" name="Rectangle 186"/>
          <p:cNvSpPr/>
          <p:nvPr/>
        </p:nvSpPr>
        <p:spPr bwMode="auto">
          <a:xfrm>
            <a:off x="4191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8" name="Rectangle 187"/>
          <p:cNvSpPr/>
          <p:nvPr/>
        </p:nvSpPr>
        <p:spPr bwMode="auto">
          <a:xfrm>
            <a:off x="4191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9" name="Rectangle 188"/>
          <p:cNvSpPr/>
          <p:nvPr/>
        </p:nvSpPr>
        <p:spPr bwMode="auto">
          <a:xfrm>
            <a:off x="3581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0" name="Rectangle 189"/>
          <p:cNvSpPr/>
          <p:nvPr/>
        </p:nvSpPr>
        <p:spPr bwMode="auto">
          <a:xfrm>
            <a:off x="3886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1" name="Rectangle 190"/>
          <p:cNvSpPr/>
          <p:nvPr/>
        </p:nvSpPr>
        <p:spPr bwMode="auto">
          <a:xfrm>
            <a:off x="3581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2" name="Rectangle 191"/>
          <p:cNvSpPr/>
          <p:nvPr/>
        </p:nvSpPr>
        <p:spPr bwMode="auto">
          <a:xfrm>
            <a:off x="3886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3" name="Rectangle 192"/>
          <p:cNvSpPr/>
          <p:nvPr/>
        </p:nvSpPr>
        <p:spPr bwMode="auto">
          <a:xfrm>
            <a:off x="4191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4" name="Rectangle 193"/>
          <p:cNvSpPr/>
          <p:nvPr/>
        </p:nvSpPr>
        <p:spPr bwMode="auto">
          <a:xfrm>
            <a:off x="4191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" name="Rectangle 194"/>
          <p:cNvSpPr/>
          <p:nvPr/>
        </p:nvSpPr>
        <p:spPr bwMode="auto">
          <a:xfrm>
            <a:off x="4495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" name="Rectangle 195"/>
          <p:cNvSpPr/>
          <p:nvPr/>
        </p:nvSpPr>
        <p:spPr bwMode="auto">
          <a:xfrm>
            <a:off x="4495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7" name="Rectangle 196"/>
          <p:cNvSpPr/>
          <p:nvPr/>
        </p:nvSpPr>
        <p:spPr bwMode="auto">
          <a:xfrm>
            <a:off x="4495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8" name="Rectangle 197"/>
          <p:cNvSpPr/>
          <p:nvPr/>
        </p:nvSpPr>
        <p:spPr bwMode="auto">
          <a:xfrm>
            <a:off x="4495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9" name="Rectangle 198"/>
          <p:cNvSpPr/>
          <p:nvPr/>
        </p:nvSpPr>
        <p:spPr bwMode="auto">
          <a:xfrm>
            <a:off x="4495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0" name="Rectangle 199"/>
          <p:cNvSpPr/>
          <p:nvPr/>
        </p:nvSpPr>
        <p:spPr bwMode="auto">
          <a:xfrm>
            <a:off x="4495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1" name="Rectangle 200"/>
          <p:cNvSpPr/>
          <p:nvPr/>
        </p:nvSpPr>
        <p:spPr bwMode="auto">
          <a:xfrm>
            <a:off x="38862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2" name="Rectangle 201"/>
          <p:cNvSpPr/>
          <p:nvPr/>
        </p:nvSpPr>
        <p:spPr bwMode="auto">
          <a:xfrm>
            <a:off x="4495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3" name="Rectangle 202"/>
          <p:cNvSpPr/>
          <p:nvPr/>
        </p:nvSpPr>
        <p:spPr bwMode="auto">
          <a:xfrm>
            <a:off x="41910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4" name="Rectangle 203"/>
          <p:cNvSpPr/>
          <p:nvPr/>
        </p:nvSpPr>
        <p:spPr bwMode="auto">
          <a:xfrm>
            <a:off x="4495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" name="Rectangle 204"/>
          <p:cNvSpPr/>
          <p:nvPr/>
        </p:nvSpPr>
        <p:spPr bwMode="auto">
          <a:xfrm>
            <a:off x="41910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" name="Rectangle 205"/>
          <p:cNvSpPr/>
          <p:nvPr/>
        </p:nvSpPr>
        <p:spPr bwMode="auto">
          <a:xfrm>
            <a:off x="4495800" y="4267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7" name="Rectangle 206"/>
          <p:cNvSpPr/>
          <p:nvPr/>
        </p:nvSpPr>
        <p:spPr bwMode="auto">
          <a:xfrm>
            <a:off x="48006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8" name="Rectangle 207"/>
          <p:cNvSpPr/>
          <p:nvPr/>
        </p:nvSpPr>
        <p:spPr bwMode="auto">
          <a:xfrm>
            <a:off x="5105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9" name="Rectangle 208"/>
          <p:cNvSpPr/>
          <p:nvPr/>
        </p:nvSpPr>
        <p:spPr bwMode="auto">
          <a:xfrm>
            <a:off x="51054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" name="Rectangle 209"/>
          <p:cNvSpPr/>
          <p:nvPr/>
        </p:nvSpPr>
        <p:spPr bwMode="auto">
          <a:xfrm>
            <a:off x="5410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" name="Rectangle 210"/>
          <p:cNvSpPr/>
          <p:nvPr/>
        </p:nvSpPr>
        <p:spPr bwMode="auto">
          <a:xfrm>
            <a:off x="54102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2" name="Rectangle 211"/>
          <p:cNvSpPr/>
          <p:nvPr/>
        </p:nvSpPr>
        <p:spPr bwMode="auto">
          <a:xfrm>
            <a:off x="5715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3" name="Rectangle 212"/>
          <p:cNvSpPr/>
          <p:nvPr/>
        </p:nvSpPr>
        <p:spPr bwMode="auto">
          <a:xfrm>
            <a:off x="57150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4" name="Rectangle 213"/>
          <p:cNvSpPr/>
          <p:nvPr/>
        </p:nvSpPr>
        <p:spPr bwMode="auto">
          <a:xfrm>
            <a:off x="6019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5" name="Rectangle 214"/>
          <p:cNvSpPr/>
          <p:nvPr/>
        </p:nvSpPr>
        <p:spPr bwMode="auto">
          <a:xfrm>
            <a:off x="4800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6" name="Rectangle 215"/>
          <p:cNvSpPr/>
          <p:nvPr/>
        </p:nvSpPr>
        <p:spPr bwMode="auto">
          <a:xfrm>
            <a:off x="48006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7" name="Rectangle 216"/>
          <p:cNvSpPr/>
          <p:nvPr/>
        </p:nvSpPr>
        <p:spPr bwMode="auto">
          <a:xfrm>
            <a:off x="5105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8" name="Rectangle 217"/>
          <p:cNvSpPr/>
          <p:nvPr/>
        </p:nvSpPr>
        <p:spPr bwMode="auto">
          <a:xfrm>
            <a:off x="5105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9" name="Rectangle 218"/>
          <p:cNvSpPr/>
          <p:nvPr/>
        </p:nvSpPr>
        <p:spPr bwMode="auto">
          <a:xfrm>
            <a:off x="5410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0" name="Rectangle 219"/>
          <p:cNvSpPr/>
          <p:nvPr/>
        </p:nvSpPr>
        <p:spPr bwMode="auto">
          <a:xfrm>
            <a:off x="4800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1" name="Rectangle 220"/>
          <p:cNvSpPr/>
          <p:nvPr/>
        </p:nvSpPr>
        <p:spPr bwMode="auto">
          <a:xfrm>
            <a:off x="48006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2" name="Rectangle 221"/>
          <p:cNvSpPr/>
          <p:nvPr/>
        </p:nvSpPr>
        <p:spPr bwMode="auto">
          <a:xfrm>
            <a:off x="48006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3" name="Rectangle 222"/>
          <p:cNvSpPr/>
          <p:nvPr/>
        </p:nvSpPr>
        <p:spPr bwMode="auto">
          <a:xfrm>
            <a:off x="48006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" name="Rectangle 223"/>
          <p:cNvSpPr/>
          <p:nvPr/>
        </p:nvSpPr>
        <p:spPr bwMode="auto">
          <a:xfrm>
            <a:off x="4800600" y="1828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" name="Rectangle 224"/>
          <p:cNvSpPr/>
          <p:nvPr/>
        </p:nvSpPr>
        <p:spPr bwMode="auto">
          <a:xfrm>
            <a:off x="48006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" name="Rectangle 225"/>
          <p:cNvSpPr/>
          <p:nvPr/>
        </p:nvSpPr>
        <p:spPr bwMode="auto">
          <a:xfrm>
            <a:off x="4800600" y="1524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7" name="Rectangle 226"/>
          <p:cNvSpPr/>
          <p:nvPr/>
        </p:nvSpPr>
        <p:spPr bwMode="auto">
          <a:xfrm>
            <a:off x="51054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8" name="Rectangle 227"/>
          <p:cNvSpPr/>
          <p:nvPr/>
        </p:nvSpPr>
        <p:spPr bwMode="auto">
          <a:xfrm>
            <a:off x="51054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" name="Rectangle 228"/>
          <p:cNvSpPr/>
          <p:nvPr/>
        </p:nvSpPr>
        <p:spPr bwMode="auto">
          <a:xfrm>
            <a:off x="5410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" name="Rectangle 229"/>
          <p:cNvSpPr/>
          <p:nvPr/>
        </p:nvSpPr>
        <p:spPr bwMode="auto">
          <a:xfrm>
            <a:off x="5410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1" name="Rectangle 230"/>
          <p:cNvSpPr/>
          <p:nvPr/>
        </p:nvSpPr>
        <p:spPr bwMode="auto">
          <a:xfrm>
            <a:off x="5715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2" name="Rectangle 231"/>
          <p:cNvSpPr/>
          <p:nvPr/>
        </p:nvSpPr>
        <p:spPr bwMode="auto">
          <a:xfrm>
            <a:off x="5715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3" name="Rectangle 232"/>
          <p:cNvSpPr/>
          <p:nvPr/>
        </p:nvSpPr>
        <p:spPr bwMode="auto">
          <a:xfrm>
            <a:off x="5105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4" name="Rectangle 233"/>
          <p:cNvSpPr/>
          <p:nvPr/>
        </p:nvSpPr>
        <p:spPr bwMode="auto">
          <a:xfrm>
            <a:off x="5410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5" name="Rectangle 234"/>
          <p:cNvSpPr/>
          <p:nvPr/>
        </p:nvSpPr>
        <p:spPr bwMode="auto">
          <a:xfrm>
            <a:off x="5105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6" name="Rectangle 235"/>
          <p:cNvSpPr/>
          <p:nvPr/>
        </p:nvSpPr>
        <p:spPr bwMode="auto">
          <a:xfrm>
            <a:off x="5410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7" name="Rectangle 236"/>
          <p:cNvSpPr/>
          <p:nvPr/>
        </p:nvSpPr>
        <p:spPr bwMode="auto">
          <a:xfrm>
            <a:off x="5715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8" name="Rectangle 237"/>
          <p:cNvSpPr/>
          <p:nvPr/>
        </p:nvSpPr>
        <p:spPr bwMode="auto">
          <a:xfrm>
            <a:off x="5715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9" name="Rectangle 238"/>
          <p:cNvSpPr/>
          <p:nvPr/>
        </p:nvSpPr>
        <p:spPr bwMode="auto">
          <a:xfrm>
            <a:off x="5105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0" name="Rectangle 239"/>
          <p:cNvSpPr/>
          <p:nvPr/>
        </p:nvSpPr>
        <p:spPr bwMode="auto">
          <a:xfrm>
            <a:off x="5410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1" name="Rectangle 240"/>
          <p:cNvSpPr/>
          <p:nvPr/>
        </p:nvSpPr>
        <p:spPr bwMode="auto">
          <a:xfrm>
            <a:off x="5105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2" name="Rectangle 241"/>
          <p:cNvSpPr/>
          <p:nvPr/>
        </p:nvSpPr>
        <p:spPr bwMode="auto">
          <a:xfrm>
            <a:off x="5410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3" name="Rectangle 242"/>
          <p:cNvSpPr/>
          <p:nvPr/>
        </p:nvSpPr>
        <p:spPr bwMode="auto">
          <a:xfrm>
            <a:off x="5715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4" name="Rectangle 243"/>
          <p:cNvSpPr/>
          <p:nvPr/>
        </p:nvSpPr>
        <p:spPr bwMode="auto">
          <a:xfrm>
            <a:off x="5715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5" name="Rectangle 244"/>
          <p:cNvSpPr/>
          <p:nvPr/>
        </p:nvSpPr>
        <p:spPr bwMode="auto">
          <a:xfrm>
            <a:off x="6019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" name="Rectangle 245"/>
          <p:cNvSpPr/>
          <p:nvPr/>
        </p:nvSpPr>
        <p:spPr bwMode="auto">
          <a:xfrm>
            <a:off x="6019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" name="Rectangle 246"/>
          <p:cNvSpPr/>
          <p:nvPr/>
        </p:nvSpPr>
        <p:spPr bwMode="auto">
          <a:xfrm>
            <a:off x="6019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" name="Rectangle 247"/>
          <p:cNvSpPr/>
          <p:nvPr/>
        </p:nvSpPr>
        <p:spPr bwMode="auto">
          <a:xfrm>
            <a:off x="6019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" name="Rectangle 248"/>
          <p:cNvSpPr/>
          <p:nvPr/>
        </p:nvSpPr>
        <p:spPr bwMode="auto">
          <a:xfrm>
            <a:off x="6019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" name="Rectangle 249"/>
          <p:cNvSpPr/>
          <p:nvPr/>
        </p:nvSpPr>
        <p:spPr bwMode="auto">
          <a:xfrm>
            <a:off x="6019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1" name="Rectangle 250"/>
          <p:cNvSpPr/>
          <p:nvPr/>
        </p:nvSpPr>
        <p:spPr bwMode="auto">
          <a:xfrm>
            <a:off x="54102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2" name="Rectangle 251"/>
          <p:cNvSpPr/>
          <p:nvPr/>
        </p:nvSpPr>
        <p:spPr bwMode="auto">
          <a:xfrm>
            <a:off x="6019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3" name="Rectangle 252"/>
          <p:cNvSpPr/>
          <p:nvPr/>
        </p:nvSpPr>
        <p:spPr bwMode="auto">
          <a:xfrm>
            <a:off x="57150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4" name="Rectangle 253"/>
          <p:cNvSpPr/>
          <p:nvPr/>
        </p:nvSpPr>
        <p:spPr bwMode="auto">
          <a:xfrm>
            <a:off x="6019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5" name="Rectangle 254"/>
          <p:cNvSpPr/>
          <p:nvPr/>
        </p:nvSpPr>
        <p:spPr bwMode="auto">
          <a:xfrm>
            <a:off x="57150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6" name="Rectangle 255"/>
          <p:cNvSpPr/>
          <p:nvPr/>
        </p:nvSpPr>
        <p:spPr bwMode="auto">
          <a:xfrm>
            <a:off x="6019800" y="4267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7" name="Rectangle 256"/>
          <p:cNvSpPr/>
          <p:nvPr/>
        </p:nvSpPr>
        <p:spPr bwMode="auto">
          <a:xfrm>
            <a:off x="63246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8" name="Rectangle 257"/>
          <p:cNvSpPr/>
          <p:nvPr/>
        </p:nvSpPr>
        <p:spPr bwMode="auto">
          <a:xfrm>
            <a:off x="6629400" y="4267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9" name="Rectangle 258"/>
          <p:cNvSpPr/>
          <p:nvPr/>
        </p:nvSpPr>
        <p:spPr bwMode="auto">
          <a:xfrm>
            <a:off x="66294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0" name="Rectangle 259"/>
          <p:cNvSpPr/>
          <p:nvPr/>
        </p:nvSpPr>
        <p:spPr bwMode="auto">
          <a:xfrm>
            <a:off x="6934200" y="3962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1" name="Rectangle 260"/>
          <p:cNvSpPr/>
          <p:nvPr/>
        </p:nvSpPr>
        <p:spPr bwMode="auto">
          <a:xfrm>
            <a:off x="69342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2" name="Rectangle 261"/>
          <p:cNvSpPr/>
          <p:nvPr/>
        </p:nvSpPr>
        <p:spPr bwMode="auto">
          <a:xfrm>
            <a:off x="7239000" y="3657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3" name="Rectangle 262"/>
          <p:cNvSpPr/>
          <p:nvPr/>
        </p:nvSpPr>
        <p:spPr bwMode="auto">
          <a:xfrm>
            <a:off x="72390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4" name="Rectangle 263"/>
          <p:cNvSpPr/>
          <p:nvPr/>
        </p:nvSpPr>
        <p:spPr bwMode="auto">
          <a:xfrm>
            <a:off x="7543800" y="33528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5" name="Rectangle 264"/>
          <p:cNvSpPr/>
          <p:nvPr/>
        </p:nvSpPr>
        <p:spPr bwMode="auto">
          <a:xfrm>
            <a:off x="63246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6" name="Rectangle 265"/>
          <p:cNvSpPr/>
          <p:nvPr/>
        </p:nvSpPr>
        <p:spPr bwMode="auto">
          <a:xfrm>
            <a:off x="63246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7" name="Rectangle 266"/>
          <p:cNvSpPr/>
          <p:nvPr/>
        </p:nvSpPr>
        <p:spPr bwMode="auto">
          <a:xfrm>
            <a:off x="66294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8" name="Rectangle 267"/>
          <p:cNvSpPr/>
          <p:nvPr/>
        </p:nvSpPr>
        <p:spPr bwMode="auto">
          <a:xfrm>
            <a:off x="66294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9" name="Rectangle 268"/>
          <p:cNvSpPr/>
          <p:nvPr/>
        </p:nvSpPr>
        <p:spPr bwMode="auto">
          <a:xfrm>
            <a:off x="69342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0" name="Rectangle 269"/>
          <p:cNvSpPr/>
          <p:nvPr/>
        </p:nvSpPr>
        <p:spPr bwMode="auto">
          <a:xfrm>
            <a:off x="63246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1" name="Rectangle 270"/>
          <p:cNvSpPr/>
          <p:nvPr/>
        </p:nvSpPr>
        <p:spPr bwMode="auto">
          <a:xfrm>
            <a:off x="63246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2" name="Rectangle 271"/>
          <p:cNvSpPr/>
          <p:nvPr/>
        </p:nvSpPr>
        <p:spPr bwMode="auto">
          <a:xfrm>
            <a:off x="63246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3" name="Rectangle 272"/>
          <p:cNvSpPr/>
          <p:nvPr/>
        </p:nvSpPr>
        <p:spPr bwMode="auto">
          <a:xfrm>
            <a:off x="63246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4" name="Rectangle 273"/>
          <p:cNvSpPr/>
          <p:nvPr/>
        </p:nvSpPr>
        <p:spPr bwMode="auto">
          <a:xfrm>
            <a:off x="6324600" y="1828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5" name="Rectangle 274"/>
          <p:cNvSpPr/>
          <p:nvPr/>
        </p:nvSpPr>
        <p:spPr bwMode="auto">
          <a:xfrm>
            <a:off x="63246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6" name="Rectangle 275"/>
          <p:cNvSpPr/>
          <p:nvPr/>
        </p:nvSpPr>
        <p:spPr bwMode="auto">
          <a:xfrm>
            <a:off x="6324600" y="1524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7" name="Rectangle 276"/>
          <p:cNvSpPr/>
          <p:nvPr/>
        </p:nvSpPr>
        <p:spPr bwMode="auto">
          <a:xfrm>
            <a:off x="66294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8" name="Rectangle 277"/>
          <p:cNvSpPr/>
          <p:nvPr/>
        </p:nvSpPr>
        <p:spPr bwMode="auto">
          <a:xfrm>
            <a:off x="66294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79" name="Rectangle 278"/>
          <p:cNvSpPr/>
          <p:nvPr/>
        </p:nvSpPr>
        <p:spPr bwMode="auto">
          <a:xfrm>
            <a:off x="69342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0" name="Rectangle 279"/>
          <p:cNvSpPr/>
          <p:nvPr/>
        </p:nvSpPr>
        <p:spPr bwMode="auto">
          <a:xfrm>
            <a:off x="69342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1" name="Rectangle 280"/>
          <p:cNvSpPr/>
          <p:nvPr/>
        </p:nvSpPr>
        <p:spPr bwMode="auto">
          <a:xfrm>
            <a:off x="72390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2" name="Rectangle 281"/>
          <p:cNvSpPr/>
          <p:nvPr/>
        </p:nvSpPr>
        <p:spPr bwMode="auto">
          <a:xfrm>
            <a:off x="72390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3" name="Rectangle 282"/>
          <p:cNvSpPr/>
          <p:nvPr/>
        </p:nvSpPr>
        <p:spPr bwMode="auto">
          <a:xfrm>
            <a:off x="66294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4" name="Rectangle 283"/>
          <p:cNvSpPr/>
          <p:nvPr/>
        </p:nvSpPr>
        <p:spPr bwMode="auto">
          <a:xfrm>
            <a:off x="69342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5" name="Rectangle 284"/>
          <p:cNvSpPr/>
          <p:nvPr/>
        </p:nvSpPr>
        <p:spPr bwMode="auto">
          <a:xfrm>
            <a:off x="66294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6" name="Rectangle 285"/>
          <p:cNvSpPr/>
          <p:nvPr/>
        </p:nvSpPr>
        <p:spPr bwMode="auto">
          <a:xfrm>
            <a:off x="69342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7" name="Rectangle 286"/>
          <p:cNvSpPr/>
          <p:nvPr/>
        </p:nvSpPr>
        <p:spPr bwMode="auto">
          <a:xfrm>
            <a:off x="72390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8" name="Rectangle 287"/>
          <p:cNvSpPr/>
          <p:nvPr/>
        </p:nvSpPr>
        <p:spPr bwMode="auto">
          <a:xfrm>
            <a:off x="72390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89" name="Rectangle 288"/>
          <p:cNvSpPr/>
          <p:nvPr/>
        </p:nvSpPr>
        <p:spPr bwMode="auto">
          <a:xfrm>
            <a:off x="66294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0" name="Rectangle 289"/>
          <p:cNvSpPr/>
          <p:nvPr/>
        </p:nvSpPr>
        <p:spPr bwMode="auto">
          <a:xfrm>
            <a:off x="69342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1" name="Rectangle 290"/>
          <p:cNvSpPr/>
          <p:nvPr/>
        </p:nvSpPr>
        <p:spPr bwMode="auto">
          <a:xfrm>
            <a:off x="66294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2" name="Rectangle 291"/>
          <p:cNvSpPr/>
          <p:nvPr/>
        </p:nvSpPr>
        <p:spPr bwMode="auto">
          <a:xfrm>
            <a:off x="69342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3" name="Rectangle 292"/>
          <p:cNvSpPr/>
          <p:nvPr/>
        </p:nvSpPr>
        <p:spPr bwMode="auto">
          <a:xfrm>
            <a:off x="72390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4" name="Rectangle 293"/>
          <p:cNvSpPr/>
          <p:nvPr/>
        </p:nvSpPr>
        <p:spPr bwMode="auto">
          <a:xfrm>
            <a:off x="72390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5" name="Rectangle 294"/>
          <p:cNvSpPr/>
          <p:nvPr/>
        </p:nvSpPr>
        <p:spPr bwMode="auto">
          <a:xfrm>
            <a:off x="7543800" y="1524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6" name="Rectangle 295"/>
          <p:cNvSpPr/>
          <p:nvPr/>
        </p:nvSpPr>
        <p:spPr bwMode="auto">
          <a:xfrm>
            <a:off x="7543800" y="1828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7" name="Rectangle 296"/>
          <p:cNvSpPr/>
          <p:nvPr/>
        </p:nvSpPr>
        <p:spPr bwMode="auto">
          <a:xfrm>
            <a:off x="7543800" y="21336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8" name="Rectangle 297"/>
          <p:cNvSpPr/>
          <p:nvPr/>
        </p:nvSpPr>
        <p:spPr bwMode="auto">
          <a:xfrm>
            <a:off x="7543800" y="24384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99" name="Rectangle 298"/>
          <p:cNvSpPr/>
          <p:nvPr/>
        </p:nvSpPr>
        <p:spPr bwMode="auto">
          <a:xfrm>
            <a:off x="7543800" y="27432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0" name="Rectangle 299"/>
          <p:cNvSpPr/>
          <p:nvPr/>
        </p:nvSpPr>
        <p:spPr bwMode="auto">
          <a:xfrm>
            <a:off x="7543800" y="3048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1" name="Rectangle 300"/>
          <p:cNvSpPr/>
          <p:nvPr/>
        </p:nvSpPr>
        <p:spPr bwMode="auto">
          <a:xfrm>
            <a:off x="69342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2" name="Rectangle 301"/>
          <p:cNvSpPr/>
          <p:nvPr/>
        </p:nvSpPr>
        <p:spPr bwMode="auto">
          <a:xfrm>
            <a:off x="7543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3" name="Rectangle 302"/>
          <p:cNvSpPr/>
          <p:nvPr/>
        </p:nvSpPr>
        <p:spPr bwMode="auto">
          <a:xfrm>
            <a:off x="72390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4" name="Rectangle 303"/>
          <p:cNvSpPr/>
          <p:nvPr/>
        </p:nvSpPr>
        <p:spPr bwMode="auto">
          <a:xfrm>
            <a:off x="7543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5" name="Rectangle 304"/>
          <p:cNvSpPr/>
          <p:nvPr/>
        </p:nvSpPr>
        <p:spPr bwMode="auto">
          <a:xfrm>
            <a:off x="72390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6" name="Rectangle 305"/>
          <p:cNvSpPr/>
          <p:nvPr/>
        </p:nvSpPr>
        <p:spPr bwMode="auto">
          <a:xfrm>
            <a:off x="7543800" y="4267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307" name="TextBox 306"/>
          <p:cNvSpPr txBox="1"/>
          <p:nvPr/>
        </p:nvSpPr>
        <p:spPr>
          <a:xfrm>
            <a:off x="8001000" y="2743200"/>
            <a:ext cx="4619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latin typeface="Comic Sans MS" pitchFamily="66" charset="0"/>
              </a:rPr>
              <a:t>…</a:t>
            </a:r>
            <a:endParaRPr lang="en-US" sz="3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Rectangles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310" name="Group 309"/>
          <p:cNvGrpSpPr/>
          <p:nvPr/>
        </p:nvGrpSpPr>
        <p:grpSpPr>
          <a:xfrm>
            <a:off x="2286000" y="3962400"/>
            <a:ext cx="5029200" cy="1676400"/>
            <a:chOff x="228600" y="1524000"/>
            <a:chExt cx="8234386" cy="3048794"/>
          </a:xfrm>
        </p:grpSpPr>
        <p:sp>
          <p:nvSpPr>
            <p:cNvPr id="1517" name="Rectangle 1516"/>
            <p:cNvSpPr/>
            <p:nvPr/>
          </p:nvSpPr>
          <p:spPr bwMode="auto">
            <a:xfrm>
              <a:off x="5334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6" name="Rectangle 1605"/>
            <p:cNvSpPr/>
            <p:nvPr/>
          </p:nvSpPr>
          <p:spPr bwMode="auto">
            <a:xfrm>
              <a:off x="5334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9" name="Rectangle 1738"/>
            <p:cNvSpPr/>
            <p:nvPr/>
          </p:nvSpPr>
          <p:spPr bwMode="auto">
            <a:xfrm>
              <a:off x="8382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28" name="Rectangle 1827"/>
            <p:cNvSpPr/>
            <p:nvPr/>
          </p:nvSpPr>
          <p:spPr bwMode="auto">
            <a:xfrm>
              <a:off x="8382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29" name="Rectangle 1828"/>
            <p:cNvSpPr/>
            <p:nvPr/>
          </p:nvSpPr>
          <p:spPr bwMode="auto">
            <a:xfrm>
              <a:off x="11430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30" name="Rectangle 1829"/>
            <p:cNvSpPr/>
            <p:nvPr/>
          </p:nvSpPr>
          <p:spPr bwMode="auto">
            <a:xfrm>
              <a:off x="11430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46" name="Rectangle 1945"/>
            <p:cNvSpPr/>
            <p:nvPr/>
          </p:nvSpPr>
          <p:spPr bwMode="auto">
            <a:xfrm>
              <a:off x="5334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47" name="Rectangle 1946"/>
            <p:cNvSpPr/>
            <p:nvPr/>
          </p:nvSpPr>
          <p:spPr bwMode="auto">
            <a:xfrm>
              <a:off x="8382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48" name="Rectangle 1947"/>
            <p:cNvSpPr/>
            <p:nvPr/>
          </p:nvSpPr>
          <p:spPr bwMode="auto">
            <a:xfrm>
              <a:off x="5334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64" name="Rectangle 2063"/>
            <p:cNvSpPr/>
            <p:nvPr/>
          </p:nvSpPr>
          <p:spPr bwMode="auto">
            <a:xfrm>
              <a:off x="8382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65" name="Rectangle 2064"/>
            <p:cNvSpPr/>
            <p:nvPr/>
          </p:nvSpPr>
          <p:spPr bwMode="auto">
            <a:xfrm>
              <a:off x="11430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66" name="Rectangle 2065"/>
            <p:cNvSpPr/>
            <p:nvPr/>
          </p:nvSpPr>
          <p:spPr bwMode="auto">
            <a:xfrm>
              <a:off x="11430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82" name="Rectangle 2181"/>
            <p:cNvSpPr/>
            <p:nvPr/>
          </p:nvSpPr>
          <p:spPr bwMode="auto">
            <a:xfrm>
              <a:off x="5334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83" name="Rectangle 2182"/>
            <p:cNvSpPr/>
            <p:nvPr/>
          </p:nvSpPr>
          <p:spPr bwMode="auto">
            <a:xfrm>
              <a:off x="8382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84" name="Rectangle 2183"/>
            <p:cNvSpPr/>
            <p:nvPr/>
          </p:nvSpPr>
          <p:spPr bwMode="auto">
            <a:xfrm>
              <a:off x="5334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00" name="Rectangle 2299"/>
            <p:cNvSpPr/>
            <p:nvPr/>
          </p:nvSpPr>
          <p:spPr bwMode="auto">
            <a:xfrm>
              <a:off x="8382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01" name="Rectangle 2300"/>
            <p:cNvSpPr/>
            <p:nvPr/>
          </p:nvSpPr>
          <p:spPr bwMode="auto">
            <a:xfrm>
              <a:off x="11430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02" name="Rectangle 2301"/>
            <p:cNvSpPr/>
            <p:nvPr/>
          </p:nvSpPr>
          <p:spPr bwMode="auto">
            <a:xfrm>
              <a:off x="11430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3" name="Rectangle 2422"/>
            <p:cNvSpPr/>
            <p:nvPr/>
          </p:nvSpPr>
          <p:spPr bwMode="auto">
            <a:xfrm>
              <a:off x="14478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4" name="Rectangle 2423"/>
            <p:cNvSpPr/>
            <p:nvPr/>
          </p:nvSpPr>
          <p:spPr bwMode="auto">
            <a:xfrm>
              <a:off x="14478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5" name="Rectangle 2424"/>
            <p:cNvSpPr/>
            <p:nvPr/>
          </p:nvSpPr>
          <p:spPr bwMode="auto">
            <a:xfrm>
              <a:off x="14478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6" name="Rectangle 2425"/>
            <p:cNvSpPr/>
            <p:nvPr/>
          </p:nvSpPr>
          <p:spPr bwMode="auto">
            <a:xfrm>
              <a:off x="14478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7" name="Rectangle 2426"/>
            <p:cNvSpPr/>
            <p:nvPr/>
          </p:nvSpPr>
          <p:spPr bwMode="auto">
            <a:xfrm>
              <a:off x="14478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8" name="Rectangle 2427"/>
            <p:cNvSpPr/>
            <p:nvPr/>
          </p:nvSpPr>
          <p:spPr bwMode="auto">
            <a:xfrm>
              <a:off x="14478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75" name="Rectangle 2474"/>
            <p:cNvSpPr/>
            <p:nvPr/>
          </p:nvSpPr>
          <p:spPr bwMode="auto">
            <a:xfrm>
              <a:off x="228600" y="33528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76" name="Rectangle 2475"/>
            <p:cNvSpPr/>
            <p:nvPr/>
          </p:nvSpPr>
          <p:spPr bwMode="auto">
            <a:xfrm>
              <a:off x="533400" y="33528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cxnSp>
          <p:nvCxnSpPr>
            <p:cNvPr id="2477" name="Straight Connector 2476"/>
            <p:cNvCxnSpPr/>
            <p:nvPr/>
          </p:nvCxnSpPr>
          <p:spPr bwMode="auto">
            <a:xfrm>
              <a:off x="533400" y="35798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78" name="Straight Connector 2477"/>
            <p:cNvCxnSpPr/>
            <p:nvPr/>
          </p:nvCxnSpPr>
          <p:spPr bwMode="auto">
            <a:xfrm>
              <a:off x="533400" y="35036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79" name="Straight Connector 2478"/>
            <p:cNvCxnSpPr/>
            <p:nvPr/>
          </p:nvCxnSpPr>
          <p:spPr bwMode="auto">
            <a:xfrm>
              <a:off x="457200" y="35798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80" name="Straight Connector 2479"/>
            <p:cNvCxnSpPr/>
            <p:nvPr/>
          </p:nvCxnSpPr>
          <p:spPr bwMode="auto">
            <a:xfrm>
              <a:off x="457200" y="35036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481" name="Rectangle 2480"/>
            <p:cNvSpPr/>
            <p:nvPr/>
          </p:nvSpPr>
          <p:spPr bwMode="auto">
            <a:xfrm>
              <a:off x="228600" y="30480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cxnSp>
          <p:nvCxnSpPr>
            <p:cNvPr id="2482" name="Straight Connector 2481"/>
            <p:cNvCxnSpPr/>
            <p:nvPr/>
          </p:nvCxnSpPr>
          <p:spPr bwMode="auto">
            <a:xfrm rot="5400000">
              <a:off x="266700" y="3314700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83" name="Straight Connector 2482"/>
            <p:cNvCxnSpPr/>
            <p:nvPr/>
          </p:nvCxnSpPr>
          <p:spPr bwMode="auto">
            <a:xfrm rot="5400000">
              <a:off x="343694" y="33139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84" name="Straight Connector 2483"/>
            <p:cNvCxnSpPr/>
            <p:nvPr/>
          </p:nvCxnSpPr>
          <p:spPr bwMode="auto">
            <a:xfrm rot="5400000">
              <a:off x="267494" y="3390900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85" name="Straight Connector 2484"/>
            <p:cNvCxnSpPr/>
            <p:nvPr/>
          </p:nvCxnSpPr>
          <p:spPr bwMode="auto">
            <a:xfrm rot="5400000">
              <a:off x="343694" y="33901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0" name="Rectangle 59"/>
            <p:cNvSpPr/>
            <p:nvPr/>
          </p:nvSpPr>
          <p:spPr bwMode="auto">
            <a:xfrm>
              <a:off x="838200" y="3352006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1" name="Rectangle 60"/>
            <p:cNvSpPr/>
            <p:nvPr/>
          </p:nvSpPr>
          <p:spPr bwMode="auto">
            <a:xfrm>
              <a:off x="838200" y="36576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cxnSp>
          <p:nvCxnSpPr>
            <p:cNvPr id="62" name="Straight Connector 61"/>
            <p:cNvCxnSpPr/>
            <p:nvPr/>
          </p:nvCxnSpPr>
          <p:spPr bwMode="auto">
            <a:xfrm rot="5400000">
              <a:off x="877094" y="36187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" name="Straight Connector 62"/>
            <p:cNvCxnSpPr/>
            <p:nvPr/>
          </p:nvCxnSpPr>
          <p:spPr bwMode="auto">
            <a:xfrm rot="5400000">
              <a:off x="954088" y="36179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" name="Straight Connector 63"/>
            <p:cNvCxnSpPr/>
            <p:nvPr/>
          </p:nvCxnSpPr>
          <p:spPr bwMode="auto">
            <a:xfrm rot="5400000">
              <a:off x="877888" y="36941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" name="Straight Connector 64"/>
            <p:cNvCxnSpPr/>
            <p:nvPr/>
          </p:nvCxnSpPr>
          <p:spPr bwMode="auto">
            <a:xfrm rot="5400000">
              <a:off x="954088" y="3693318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0" name="Rectangle 69"/>
            <p:cNvSpPr/>
            <p:nvPr/>
          </p:nvSpPr>
          <p:spPr bwMode="auto">
            <a:xfrm>
              <a:off x="11430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1" name="Rectangle 70"/>
            <p:cNvSpPr/>
            <p:nvPr/>
          </p:nvSpPr>
          <p:spPr bwMode="auto">
            <a:xfrm>
              <a:off x="1143000" y="3656806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2" name="Rectangle 71"/>
            <p:cNvSpPr/>
            <p:nvPr/>
          </p:nvSpPr>
          <p:spPr bwMode="auto">
            <a:xfrm>
              <a:off x="1143000" y="39624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cxnSp>
          <p:nvCxnSpPr>
            <p:cNvPr id="73" name="Straight Connector 72"/>
            <p:cNvCxnSpPr/>
            <p:nvPr/>
          </p:nvCxnSpPr>
          <p:spPr bwMode="auto">
            <a:xfrm rot="5400000">
              <a:off x="1181894" y="39235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4" name="Straight Connector 73"/>
            <p:cNvCxnSpPr/>
            <p:nvPr/>
          </p:nvCxnSpPr>
          <p:spPr bwMode="auto">
            <a:xfrm rot="5400000">
              <a:off x="1258888" y="39227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5" name="Straight Connector 74"/>
            <p:cNvCxnSpPr/>
            <p:nvPr/>
          </p:nvCxnSpPr>
          <p:spPr bwMode="auto">
            <a:xfrm rot="5400000">
              <a:off x="1182688" y="39989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" name="Straight Connector 75"/>
            <p:cNvCxnSpPr/>
            <p:nvPr/>
          </p:nvCxnSpPr>
          <p:spPr bwMode="auto">
            <a:xfrm rot="5400000">
              <a:off x="1258888" y="3998118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9" name="Rectangle 78"/>
            <p:cNvSpPr/>
            <p:nvPr/>
          </p:nvSpPr>
          <p:spPr bwMode="auto">
            <a:xfrm>
              <a:off x="14478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0" name="Rectangle 79"/>
            <p:cNvSpPr/>
            <p:nvPr/>
          </p:nvSpPr>
          <p:spPr bwMode="auto">
            <a:xfrm>
              <a:off x="14478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1" name="Rectangle 80"/>
            <p:cNvSpPr/>
            <p:nvPr/>
          </p:nvSpPr>
          <p:spPr bwMode="auto">
            <a:xfrm>
              <a:off x="1447800" y="39624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2" name="Rectangle 81"/>
            <p:cNvSpPr/>
            <p:nvPr/>
          </p:nvSpPr>
          <p:spPr bwMode="auto">
            <a:xfrm>
              <a:off x="1447800" y="4267994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cxnSp>
          <p:nvCxnSpPr>
            <p:cNvPr id="83" name="Straight Connector 82"/>
            <p:cNvCxnSpPr/>
            <p:nvPr/>
          </p:nvCxnSpPr>
          <p:spPr bwMode="auto">
            <a:xfrm rot="5400000">
              <a:off x="1486694" y="4229100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4" name="Straight Connector 83"/>
            <p:cNvCxnSpPr/>
            <p:nvPr/>
          </p:nvCxnSpPr>
          <p:spPr bwMode="auto">
            <a:xfrm rot="5400000">
              <a:off x="1563688" y="42283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" name="Straight Connector 84"/>
            <p:cNvCxnSpPr/>
            <p:nvPr/>
          </p:nvCxnSpPr>
          <p:spPr bwMode="auto">
            <a:xfrm rot="5400000">
              <a:off x="1487488" y="4304506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6" name="Straight Connector 85"/>
            <p:cNvCxnSpPr/>
            <p:nvPr/>
          </p:nvCxnSpPr>
          <p:spPr bwMode="auto">
            <a:xfrm rot="5400000">
              <a:off x="1563688" y="4303712"/>
              <a:ext cx="76200" cy="1588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9" name="Rectangle 88"/>
            <p:cNvSpPr/>
            <p:nvPr/>
          </p:nvSpPr>
          <p:spPr bwMode="auto">
            <a:xfrm>
              <a:off x="17526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0" name="Rectangle 89"/>
            <p:cNvSpPr/>
            <p:nvPr/>
          </p:nvSpPr>
          <p:spPr bwMode="auto">
            <a:xfrm>
              <a:off x="20574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1" name="Rectangle 90"/>
            <p:cNvSpPr/>
            <p:nvPr/>
          </p:nvSpPr>
          <p:spPr bwMode="auto">
            <a:xfrm>
              <a:off x="20574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2" name="Rectangle 91"/>
            <p:cNvSpPr/>
            <p:nvPr/>
          </p:nvSpPr>
          <p:spPr bwMode="auto">
            <a:xfrm>
              <a:off x="23622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3" name="Rectangle 92"/>
            <p:cNvSpPr/>
            <p:nvPr/>
          </p:nvSpPr>
          <p:spPr bwMode="auto">
            <a:xfrm>
              <a:off x="23622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4" name="Rectangle 93"/>
            <p:cNvSpPr/>
            <p:nvPr/>
          </p:nvSpPr>
          <p:spPr bwMode="auto">
            <a:xfrm>
              <a:off x="26670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5" name="Rectangle 94"/>
            <p:cNvSpPr/>
            <p:nvPr/>
          </p:nvSpPr>
          <p:spPr bwMode="auto">
            <a:xfrm>
              <a:off x="26670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6" name="Rectangle 95"/>
            <p:cNvSpPr/>
            <p:nvPr/>
          </p:nvSpPr>
          <p:spPr bwMode="auto">
            <a:xfrm>
              <a:off x="29718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7" name="Rectangle 96"/>
            <p:cNvSpPr/>
            <p:nvPr/>
          </p:nvSpPr>
          <p:spPr bwMode="auto">
            <a:xfrm>
              <a:off x="17526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8" name="Rectangle 97"/>
            <p:cNvSpPr/>
            <p:nvPr/>
          </p:nvSpPr>
          <p:spPr bwMode="auto">
            <a:xfrm>
              <a:off x="17526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9" name="Rectangle 98"/>
            <p:cNvSpPr/>
            <p:nvPr/>
          </p:nvSpPr>
          <p:spPr bwMode="auto">
            <a:xfrm>
              <a:off x="20574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0" name="Rectangle 99"/>
            <p:cNvSpPr/>
            <p:nvPr/>
          </p:nvSpPr>
          <p:spPr bwMode="auto">
            <a:xfrm>
              <a:off x="20574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1" name="Rectangle 100"/>
            <p:cNvSpPr/>
            <p:nvPr/>
          </p:nvSpPr>
          <p:spPr bwMode="auto">
            <a:xfrm>
              <a:off x="23622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2" name="Rectangle 101"/>
            <p:cNvSpPr/>
            <p:nvPr/>
          </p:nvSpPr>
          <p:spPr bwMode="auto">
            <a:xfrm>
              <a:off x="17526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3" name="Rectangle 102"/>
            <p:cNvSpPr/>
            <p:nvPr/>
          </p:nvSpPr>
          <p:spPr bwMode="auto">
            <a:xfrm>
              <a:off x="1752600" y="2743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" name="Rectangle 103"/>
            <p:cNvSpPr/>
            <p:nvPr/>
          </p:nvSpPr>
          <p:spPr bwMode="auto">
            <a:xfrm>
              <a:off x="1752600" y="3048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" name="Rectangle 104"/>
            <p:cNvSpPr/>
            <p:nvPr/>
          </p:nvSpPr>
          <p:spPr bwMode="auto">
            <a:xfrm>
              <a:off x="1752600" y="2438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" name="Rectangle 105"/>
            <p:cNvSpPr/>
            <p:nvPr/>
          </p:nvSpPr>
          <p:spPr bwMode="auto">
            <a:xfrm>
              <a:off x="1752600" y="1828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" name="Rectangle 115"/>
            <p:cNvSpPr/>
            <p:nvPr/>
          </p:nvSpPr>
          <p:spPr bwMode="auto">
            <a:xfrm>
              <a:off x="1752600" y="2133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" name="Rectangle 116"/>
            <p:cNvSpPr/>
            <p:nvPr/>
          </p:nvSpPr>
          <p:spPr bwMode="auto">
            <a:xfrm>
              <a:off x="1752600" y="1524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" name="Rectangle 123"/>
            <p:cNvSpPr/>
            <p:nvPr/>
          </p:nvSpPr>
          <p:spPr bwMode="auto">
            <a:xfrm>
              <a:off x="20574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" name="Rectangle 124"/>
            <p:cNvSpPr/>
            <p:nvPr/>
          </p:nvSpPr>
          <p:spPr bwMode="auto">
            <a:xfrm>
              <a:off x="20574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" name="Rectangle 125"/>
            <p:cNvSpPr/>
            <p:nvPr/>
          </p:nvSpPr>
          <p:spPr bwMode="auto">
            <a:xfrm>
              <a:off x="23622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" name="Rectangle 126"/>
            <p:cNvSpPr/>
            <p:nvPr/>
          </p:nvSpPr>
          <p:spPr bwMode="auto">
            <a:xfrm>
              <a:off x="23622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" name="Rectangle 127"/>
            <p:cNvSpPr/>
            <p:nvPr/>
          </p:nvSpPr>
          <p:spPr bwMode="auto">
            <a:xfrm>
              <a:off x="26670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2" name="Rectangle 131"/>
            <p:cNvSpPr/>
            <p:nvPr/>
          </p:nvSpPr>
          <p:spPr bwMode="auto">
            <a:xfrm>
              <a:off x="26670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3" name="Rectangle 132"/>
            <p:cNvSpPr/>
            <p:nvPr/>
          </p:nvSpPr>
          <p:spPr bwMode="auto">
            <a:xfrm>
              <a:off x="20574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4" name="Rectangle 133"/>
            <p:cNvSpPr/>
            <p:nvPr/>
          </p:nvSpPr>
          <p:spPr bwMode="auto">
            <a:xfrm>
              <a:off x="23622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5" name="Rectangle 134"/>
            <p:cNvSpPr/>
            <p:nvPr/>
          </p:nvSpPr>
          <p:spPr bwMode="auto">
            <a:xfrm>
              <a:off x="20574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6" name="Rectangle 135"/>
            <p:cNvSpPr/>
            <p:nvPr/>
          </p:nvSpPr>
          <p:spPr bwMode="auto">
            <a:xfrm>
              <a:off x="23622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7" name="Rectangle 136"/>
            <p:cNvSpPr/>
            <p:nvPr/>
          </p:nvSpPr>
          <p:spPr bwMode="auto">
            <a:xfrm>
              <a:off x="26670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8" name="Rectangle 137"/>
            <p:cNvSpPr/>
            <p:nvPr/>
          </p:nvSpPr>
          <p:spPr bwMode="auto">
            <a:xfrm>
              <a:off x="26670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9" name="Rectangle 138"/>
            <p:cNvSpPr/>
            <p:nvPr/>
          </p:nvSpPr>
          <p:spPr bwMode="auto">
            <a:xfrm>
              <a:off x="20574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0" name="Rectangle 139"/>
            <p:cNvSpPr/>
            <p:nvPr/>
          </p:nvSpPr>
          <p:spPr bwMode="auto">
            <a:xfrm>
              <a:off x="23622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1" name="Rectangle 140"/>
            <p:cNvSpPr/>
            <p:nvPr/>
          </p:nvSpPr>
          <p:spPr bwMode="auto">
            <a:xfrm>
              <a:off x="20574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2" name="Rectangle 141"/>
            <p:cNvSpPr/>
            <p:nvPr/>
          </p:nvSpPr>
          <p:spPr bwMode="auto">
            <a:xfrm>
              <a:off x="23622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3" name="Rectangle 142"/>
            <p:cNvSpPr/>
            <p:nvPr/>
          </p:nvSpPr>
          <p:spPr bwMode="auto">
            <a:xfrm>
              <a:off x="26670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4" name="Rectangle 143"/>
            <p:cNvSpPr/>
            <p:nvPr/>
          </p:nvSpPr>
          <p:spPr bwMode="auto">
            <a:xfrm>
              <a:off x="26670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5" name="Rectangle 144"/>
            <p:cNvSpPr/>
            <p:nvPr/>
          </p:nvSpPr>
          <p:spPr bwMode="auto">
            <a:xfrm>
              <a:off x="29718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6" name="Rectangle 145"/>
            <p:cNvSpPr/>
            <p:nvPr/>
          </p:nvSpPr>
          <p:spPr bwMode="auto">
            <a:xfrm>
              <a:off x="29718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7" name="Rectangle 146"/>
            <p:cNvSpPr/>
            <p:nvPr/>
          </p:nvSpPr>
          <p:spPr bwMode="auto">
            <a:xfrm>
              <a:off x="29718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8" name="Rectangle 147"/>
            <p:cNvSpPr/>
            <p:nvPr/>
          </p:nvSpPr>
          <p:spPr bwMode="auto">
            <a:xfrm>
              <a:off x="29718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9" name="Rectangle 148"/>
            <p:cNvSpPr/>
            <p:nvPr/>
          </p:nvSpPr>
          <p:spPr bwMode="auto">
            <a:xfrm>
              <a:off x="29718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0" name="Rectangle 149"/>
            <p:cNvSpPr/>
            <p:nvPr/>
          </p:nvSpPr>
          <p:spPr bwMode="auto">
            <a:xfrm>
              <a:off x="29718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1" name="Rectangle 150"/>
            <p:cNvSpPr/>
            <p:nvPr/>
          </p:nvSpPr>
          <p:spPr bwMode="auto">
            <a:xfrm>
              <a:off x="23622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2" name="Rectangle 151"/>
            <p:cNvSpPr/>
            <p:nvPr/>
          </p:nvSpPr>
          <p:spPr bwMode="auto">
            <a:xfrm>
              <a:off x="29718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3" name="Rectangle 152"/>
            <p:cNvSpPr/>
            <p:nvPr/>
          </p:nvSpPr>
          <p:spPr bwMode="auto">
            <a:xfrm>
              <a:off x="26670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4" name="Rectangle 153"/>
            <p:cNvSpPr/>
            <p:nvPr/>
          </p:nvSpPr>
          <p:spPr bwMode="auto">
            <a:xfrm>
              <a:off x="29718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5" name="Rectangle 154"/>
            <p:cNvSpPr/>
            <p:nvPr/>
          </p:nvSpPr>
          <p:spPr bwMode="auto">
            <a:xfrm>
              <a:off x="26670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6" name="Rectangle 155"/>
            <p:cNvSpPr/>
            <p:nvPr/>
          </p:nvSpPr>
          <p:spPr bwMode="auto">
            <a:xfrm>
              <a:off x="2971800" y="42672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7" name="Rectangle 156"/>
            <p:cNvSpPr/>
            <p:nvPr/>
          </p:nvSpPr>
          <p:spPr bwMode="auto">
            <a:xfrm>
              <a:off x="32766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8" name="Rectangle 157"/>
            <p:cNvSpPr/>
            <p:nvPr/>
          </p:nvSpPr>
          <p:spPr bwMode="auto">
            <a:xfrm>
              <a:off x="35814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9" name="Rectangle 158"/>
            <p:cNvSpPr/>
            <p:nvPr/>
          </p:nvSpPr>
          <p:spPr bwMode="auto">
            <a:xfrm>
              <a:off x="35814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0" name="Rectangle 159"/>
            <p:cNvSpPr/>
            <p:nvPr/>
          </p:nvSpPr>
          <p:spPr bwMode="auto">
            <a:xfrm>
              <a:off x="38862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1" name="Rectangle 160"/>
            <p:cNvSpPr/>
            <p:nvPr/>
          </p:nvSpPr>
          <p:spPr bwMode="auto">
            <a:xfrm>
              <a:off x="38862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2" name="Rectangle 161"/>
            <p:cNvSpPr/>
            <p:nvPr/>
          </p:nvSpPr>
          <p:spPr bwMode="auto">
            <a:xfrm>
              <a:off x="41910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3" name="Rectangle 162"/>
            <p:cNvSpPr/>
            <p:nvPr/>
          </p:nvSpPr>
          <p:spPr bwMode="auto">
            <a:xfrm>
              <a:off x="41910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4" name="Rectangle 163"/>
            <p:cNvSpPr/>
            <p:nvPr/>
          </p:nvSpPr>
          <p:spPr bwMode="auto">
            <a:xfrm>
              <a:off x="44958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5" name="Rectangle 164"/>
            <p:cNvSpPr/>
            <p:nvPr/>
          </p:nvSpPr>
          <p:spPr bwMode="auto">
            <a:xfrm>
              <a:off x="32766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6" name="Rectangle 165"/>
            <p:cNvSpPr/>
            <p:nvPr/>
          </p:nvSpPr>
          <p:spPr bwMode="auto">
            <a:xfrm>
              <a:off x="32766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7" name="Rectangle 166"/>
            <p:cNvSpPr/>
            <p:nvPr/>
          </p:nvSpPr>
          <p:spPr bwMode="auto">
            <a:xfrm>
              <a:off x="35814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8" name="Rectangle 167"/>
            <p:cNvSpPr/>
            <p:nvPr/>
          </p:nvSpPr>
          <p:spPr bwMode="auto">
            <a:xfrm>
              <a:off x="35814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9" name="Rectangle 168"/>
            <p:cNvSpPr/>
            <p:nvPr/>
          </p:nvSpPr>
          <p:spPr bwMode="auto">
            <a:xfrm>
              <a:off x="38862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0" name="Rectangle 169"/>
            <p:cNvSpPr/>
            <p:nvPr/>
          </p:nvSpPr>
          <p:spPr bwMode="auto">
            <a:xfrm>
              <a:off x="32766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1" name="Rectangle 170"/>
            <p:cNvSpPr/>
            <p:nvPr/>
          </p:nvSpPr>
          <p:spPr bwMode="auto">
            <a:xfrm>
              <a:off x="3276600" y="2743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2" name="Rectangle 171"/>
            <p:cNvSpPr/>
            <p:nvPr/>
          </p:nvSpPr>
          <p:spPr bwMode="auto">
            <a:xfrm>
              <a:off x="3276600" y="3048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3" name="Rectangle 172"/>
            <p:cNvSpPr/>
            <p:nvPr/>
          </p:nvSpPr>
          <p:spPr bwMode="auto">
            <a:xfrm>
              <a:off x="3276600" y="2438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4" name="Rectangle 173"/>
            <p:cNvSpPr/>
            <p:nvPr/>
          </p:nvSpPr>
          <p:spPr bwMode="auto">
            <a:xfrm>
              <a:off x="3276600" y="1828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5" name="Rectangle 174"/>
            <p:cNvSpPr/>
            <p:nvPr/>
          </p:nvSpPr>
          <p:spPr bwMode="auto">
            <a:xfrm>
              <a:off x="3276600" y="2133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6" name="Rectangle 175"/>
            <p:cNvSpPr/>
            <p:nvPr/>
          </p:nvSpPr>
          <p:spPr bwMode="auto">
            <a:xfrm>
              <a:off x="3276600" y="1524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7" name="Rectangle 176"/>
            <p:cNvSpPr/>
            <p:nvPr/>
          </p:nvSpPr>
          <p:spPr bwMode="auto">
            <a:xfrm>
              <a:off x="35814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8" name="Rectangle 177"/>
            <p:cNvSpPr/>
            <p:nvPr/>
          </p:nvSpPr>
          <p:spPr bwMode="auto">
            <a:xfrm>
              <a:off x="35814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9" name="Rectangle 178"/>
            <p:cNvSpPr/>
            <p:nvPr/>
          </p:nvSpPr>
          <p:spPr bwMode="auto">
            <a:xfrm>
              <a:off x="38862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0" name="Rectangle 179"/>
            <p:cNvSpPr/>
            <p:nvPr/>
          </p:nvSpPr>
          <p:spPr bwMode="auto">
            <a:xfrm>
              <a:off x="38862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1" name="Rectangle 180"/>
            <p:cNvSpPr/>
            <p:nvPr/>
          </p:nvSpPr>
          <p:spPr bwMode="auto">
            <a:xfrm>
              <a:off x="41910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2" name="Rectangle 181"/>
            <p:cNvSpPr/>
            <p:nvPr/>
          </p:nvSpPr>
          <p:spPr bwMode="auto">
            <a:xfrm>
              <a:off x="41910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3" name="Rectangle 182"/>
            <p:cNvSpPr/>
            <p:nvPr/>
          </p:nvSpPr>
          <p:spPr bwMode="auto">
            <a:xfrm>
              <a:off x="35814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4" name="Rectangle 183"/>
            <p:cNvSpPr/>
            <p:nvPr/>
          </p:nvSpPr>
          <p:spPr bwMode="auto">
            <a:xfrm>
              <a:off x="38862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5" name="Rectangle 184"/>
            <p:cNvSpPr/>
            <p:nvPr/>
          </p:nvSpPr>
          <p:spPr bwMode="auto">
            <a:xfrm>
              <a:off x="35814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6" name="Rectangle 185"/>
            <p:cNvSpPr/>
            <p:nvPr/>
          </p:nvSpPr>
          <p:spPr bwMode="auto">
            <a:xfrm>
              <a:off x="38862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7" name="Rectangle 186"/>
            <p:cNvSpPr/>
            <p:nvPr/>
          </p:nvSpPr>
          <p:spPr bwMode="auto">
            <a:xfrm>
              <a:off x="41910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8" name="Rectangle 187"/>
            <p:cNvSpPr/>
            <p:nvPr/>
          </p:nvSpPr>
          <p:spPr bwMode="auto">
            <a:xfrm>
              <a:off x="41910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9" name="Rectangle 188"/>
            <p:cNvSpPr/>
            <p:nvPr/>
          </p:nvSpPr>
          <p:spPr bwMode="auto">
            <a:xfrm>
              <a:off x="35814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0" name="Rectangle 189"/>
            <p:cNvSpPr/>
            <p:nvPr/>
          </p:nvSpPr>
          <p:spPr bwMode="auto">
            <a:xfrm>
              <a:off x="38862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1" name="Rectangle 190"/>
            <p:cNvSpPr/>
            <p:nvPr/>
          </p:nvSpPr>
          <p:spPr bwMode="auto">
            <a:xfrm>
              <a:off x="35814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2" name="Rectangle 191"/>
            <p:cNvSpPr/>
            <p:nvPr/>
          </p:nvSpPr>
          <p:spPr bwMode="auto">
            <a:xfrm>
              <a:off x="38862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3" name="Rectangle 192"/>
            <p:cNvSpPr/>
            <p:nvPr/>
          </p:nvSpPr>
          <p:spPr bwMode="auto">
            <a:xfrm>
              <a:off x="41910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4" name="Rectangle 193"/>
            <p:cNvSpPr/>
            <p:nvPr/>
          </p:nvSpPr>
          <p:spPr bwMode="auto">
            <a:xfrm>
              <a:off x="41910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5" name="Rectangle 194"/>
            <p:cNvSpPr/>
            <p:nvPr/>
          </p:nvSpPr>
          <p:spPr bwMode="auto">
            <a:xfrm>
              <a:off x="44958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6" name="Rectangle 195"/>
            <p:cNvSpPr/>
            <p:nvPr/>
          </p:nvSpPr>
          <p:spPr bwMode="auto">
            <a:xfrm>
              <a:off x="44958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7" name="Rectangle 196"/>
            <p:cNvSpPr/>
            <p:nvPr/>
          </p:nvSpPr>
          <p:spPr bwMode="auto">
            <a:xfrm>
              <a:off x="44958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8" name="Rectangle 197"/>
            <p:cNvSpPr/>
            <p:nvPr/>
          </p:nvSpPr>
          <p:spPr bwMode="auto">
            <a:xfrm>
              <a:off x="44958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9" name="Rectangle 198"/>
            <p:cNvSpPr/>
            <p:nvPr/>
          </p:nvSpPr>
          <p:spPr bwMode="auto">
            <a:xfrm>
              <a:off x="44958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0" name="Rectangle 199"/>
            <p:cNvSpPr/>
            <p:nvPr/>
          </p:nvSpPr>
          <p:spPr bwMode="auto">
            <a:xfrm>
              <a:off x="44958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1" name="Rectangle 200"/>
            <p:cNvSpPr/>
            <p:nvPr/>
          </p:nvSpPr>
          <p:spPr bwMode="auto">
            <a:xfrm>
              <a:off x="38862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2" name="Rectangle 201"/>
            <p:cNvSpPr/>
            <p:nvPr/>
          </p:nvSpPr>
          <p:spPr bwMode="auto">
            <a:xfrm>
              <a:off x="44958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3" name="Rectangle 202"/>
            <p:cNvSpPr/>
            <p:nvPr/>
          </p:nvSpPr>
          <p:spPr bwMode="auto">
            <a:xfrm>
              <a:off x="41910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4" name="Rectangle 203"/>
            <p:cNvSpPr/>
            <p:nvPr/>
          </p:nvSpPr>
          <p:spPr bwMode="auto">
            <a:xfrm>
              <a:off x="44958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5" name="Rectangle 204"/>
            <p:cNvSpPr/>
            <p:nvPr/>
          </p:nvSpPr>
          <p:spPr bwMode="auto">
            <a:xfrm>
              <a:off x="41910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6" name="Rectangle 205"/>
            <p:cNvSpPr/>
            <p:nvPr/>
          </p:nvSpPr>
          <p:spPr bwMode="auto">
            <a:xfrm>
              <a:off x="4495800" y="42672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7" name="Rectangle 206"/>
            <p:cNvSpPr/>
            <p:nvPr/>
          </p:nvSpPr>
          <p:spPr bwMode="auto">
            <a:xfrm>
              <a:off x="48006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8" name="Rectangle 207"/>
            <p:cNvSpPr/>
            <p:nvPr/>
          </p:nvSpPr>
          <p:spPr bwMode="auto">
            <a:xfrm>
              <a:off x="51054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9" name="Rectangle 208"/>
            <p:cNvSpPr/>
            <p:nvPr/>
          </p:nvSpPr>
          <p:spPr bwMode="auto">
            <a:xfrm>
              <a:off x="51054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0" name="Rectangle 209"/>
            <p:cNvSpPr/>
            <p:nvPr/>
          </p:nvSpPr>
          <p:spPr bwMode="auto">
            <a:xfrm>
              <a:off x="54102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1" name="Rectangle 210"/>
            <p:cNvSpPr/>
            <p:nvPr/>
          </p:nvSpPr>
          <p:spPr bwMode="auto">
            <a:xfrm>
              <a:off x="54102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2" name="Rectangle 211"/>
            <p:cNvSpPr/>
            <p:nvPr/>
          </p:nvSpPr>
          <p:spPr bwMode="auto">
            <a:xfrm>
              <a:off x="57150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3" name="Rectangle 212"/>
            <p:cNvSpPr/>
            <p:nvPr/>
          </p:nvSpPr>
          <p:spPr bwMode="auto">
            <a:xfrm>
              <a:off x="57150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4" name="Rectangle 213"/>
            <p:cNvSpPr/>
            <p:nvPr/>
          </p:nvSpPr>
          <p:spPr bwMode="auto">
            <a:xfrm>
              <a:off x="60198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5" name="Rectangle 214"/>
            <p:cNvSpPr/>
            <p:nvPr/>
          </p:nvSpPr>
          <p:spPr bwMode="auto">
            <a:xfrm>
              <a:off x="48006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6" name="Rectangle 215"/>
            <p:cNvSpPr/>
            <p:nvPr/>
          </p:nvSpPr>
          <p:spPr bwMode="auto">
            <a:xfrm>
              <a:off x="48006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7" name="Rectangle 216"/>
            <p:cNvSpPr/>
            <p:nvPr/>
          </p:nvSpPr>
          <p:spPr bwMode="auto">
            <a:xfrm>
              <a:off x="51054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8" name="Rectangle 217"/>
            <p:cNvSpPr/>
            <p:nvPr/>
          </p:nvSpPr>
          <p:spPr bwMode="auto">
            <a:xfrm>
              <a:off x="51054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9" name="Rectangle 218"/>
            <p:cNvSpPr/>
            <p:nvPr/>
          </p:nvSpPr>
          <p:spPr bwMode="auto">
            <a:xfrm>
              <a:off x="54102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0" name="Rectangle 219"/>
            <p:cNvSpPr/>
            <p:nvPr/>
          </p:nvSpPr>
          <p:spPr bwMode="auto">
            <a:xfrm>
              <a:off x="48006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1" name="Rectangle 220"/>
            <p:cNvSpPr/>
            <p:nvPr/>
          </p:nvSpPr>
          <p:spPr bwMode="auto">
            <a:xfrm>
              <a:off x="4800600" y="2743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2" name="Rectangle 221"/>
            <p:cNvSpPr/>
            <p:nvPr/>
          </p:nvSpPr>
          <p:spPr bwMode="auto">
            <a:xfrm>
              <a:off x="4800600" y="3048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3" name="Rectangle 222"/>
            <p:cNvSpPr/>
            <p:nvPr/>
          </p:nvSpPr>
          <p:spPr bwMode="auto">
            <a:xfrm>
              <a:off x="4800600" y="2438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4" name="Rectangle 223"/>
            <p:cNvSpPr/>
            <p:nvPr/>
          </p:nvSpPr>
          <p:spPr bwMode="auto">
            <a:xfrm>
              <a:off x="4800600" y="1828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5" name="Rectangle 224"/>
            <p:cNvSpPr/>
            <p:nvPr/>
          </p:nvSpPr>
          <p:spPr bwMode="auto">
            <a:xfrm>
              <a:off x="4800600" y="2133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6" name="Rectangle 225"/>
            <p:cNvSpPr/>
            <p:nvPr/>
          </p:nvSpPr>
          <p:spPr bwMode="auto">
            <a:xfrm>
              <a:off x="4800600" y="1524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7" name="Rectangle 226"/>
            <p:cNvSpPr/>
            <p:nvPr/>
          </p:nvSpPr>
          <p:spPr bwMode="auto">
            <a:xfrm>
              <a:off x="51054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8" name="Rectangle 227"/>
            <p:cNvSpPr/>
            <p:nvPr/>
          </p:nvSpPr>
          <p:spPr bwMode="auto">
            <a:xfrm>
              <a:off x="51054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9" name="Rectangle 228"/>
            <p:cNvSpPr/>
            <p:nvPr/>
          </p:nvSpPr>
          <p:spPr bwMode="auto">
            <a:xfrm>
              <a:off x="54102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0" name="Rectangle 229"/>
            <p:cNvSpPr/>
            <p:nvPr/>
          </p:nvSpPr>
          <p:spPr bwMode="auto">
            <a:xfrm>
              <a:off x="54102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1" name="Rectangle 230"/>
            <p:cNvSpPr/>
            <p:nvPr/>
          </p:nvSpPr>
          <p:spPr bwMode="auto">
            <a:xfrm>
              <a:off x="57150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2" name="Rectangle 231"/>
            <p:cNvSpPr/>
            <p:nvPr/>
          </p:nvSpPr>
          <p:spPr bwMode="auto">
            <a:xfrm>
              <a:off x="57150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3" name="Rectangle 232"/>
            <p:cNvSpPr/>
            <p:nvPr/>
          </p:nvSpPr>
          <p:spPr bwMode="auto">
            <a:xfrm>
              <a:off x="51054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4" name="Rectangle 233"/>
            <p:cNvSpPr/>
            <p:nvPr/>
          </p:nvSpPr>
          <p:spPr bwMode="auto">
            <a:xfrm>
              <a:off x="54102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5" name="Rectangle 234"/>
            <p:cNvSpPr/>
            <p:nvPr/>
          </p:nvSpPr>
          <p:spPr bwMode="auto">
            <a:xfrm>
              <a:off x="51054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6" name="Rectangle 235"/>
            <p:cNvSpPr/>
            <p:nvPr/>
          </p:nvSpPr>
          <p:spPr bwMode="auto">
            <a:xfrm>
              <a:off x="54102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7" name="Rectangle 236"/>
            <p:cNvSpPr/>
            <p:nvPr/>
          </p:nvSpPr>
          <p:spPr bwMode="auto">
            <a:xfrm>
              <a:off x="57150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8" name="Rectangle 237"/>
            <p:cNvSpPr/>
            <p:nvPr/>
          </p:nvSpPr>
          <p:spPr bwMode="auto">
            <a:xfrm>
              <a:off x="57150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9" name="Rectangle 238"/>
            <p:cNvSpPr/>
            <p:nvPr/>
          </p:nvSpPr>
          <p:spPr bwMode="auto">
            <a:xfrm>
              <a:off x="51054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0" name="Rectangle 239"/>
            <p:cNvSpPr/>
            <p:nvPr/>
          </p:nvSpPr>
          <p:spPr bwMode="auto">
            <a:xfrm>
              <a:off x="54102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1" name="Rectangle 240"/>
            <p:cNvSpPr/>
            <p:nvPr/>
          </p:nvSpPr>
          <p:spPr bwMode="auto">
            <a:xfrm>
              <a:off x="51054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2" name="Rectangle 241"/>
            <p:cNvSpPr/>
            <p:nvPr/>
          </p:nvSpPr>
          <p:spPr bwMode="auto">
            <a:xfrm>
              <a:off x="54102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3" name="Rectangle 242"/>
            <p:cNvSpPr/>
            <p:nvPr/>
          </p:nvSpPr>
          <p:spPr bwMode="auto">
            <a:xfrm>
              <a:off x="57150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4" name="Rectangle 243"/>
            <p:cNvSpPr/>
            <p:nvPr/>
          </p:nvSpPr>
          <p:spPr bwMode="auto">
            <a:xfrm>
              <a:off x="57150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5" name="Rectangle 244"/>
            <p:cNvSpPr/>
            <p:nvPr/>
          </p:nvSpPr>
          <p:spPr bwMode="auto">
            <a:xfrm>
              <a:off x="60198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6" name="Rectangle 245"/>
            <p:cNvSpPr/>
            <p:nvPr/>
          </p:nvSpPr>
          <p:spPr bwMode="auto">
            <a:xfrm>
              <a:off x="60198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7" name="Rectangle 246"/>
            <p:cNvSpPr/>
            <p:nvPr/>
          </p:nvSpPr>
          <p:spPr bwMode="auto">
            <a:xfrm>
              <a:off x="60198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8" name="Rectangle 247"/>
            <p:cNvSpPr/>
            <p:nvPr/>
          </p:nvSpPr>
          <p:spPr bwMode="auto">
            <a:xfrm>
              <a:off x="60198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9" name="Rectangle 248"/>
            <p:cNvSpPr/>
            <p:nvPr/>
          </p:nvSpPr>
          <p:spPr bwMode="auto">
            <a:xfrm>
              <a:off x="60198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0" name="Rectangle 249"/>
            <p:cNvSpPr/>
            <p:nvPr/>
          </p:nvSpPr>
          <p:spPr bwMode="auto">
            <a:xfrm>
              <a:off x="60198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1" name="Rectangle 250"/>
            <p:cNvSpPr/>
            <p:nvPr/>
          </p:nvSpPr>
          <p:spPr bwMode="auto">
            <a:xfrm>
              <a:off x="54102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2" name="Rectangle 251"/>
            <p:cNvSpPr/>
            <p:nvPr/>
          </p:nvSpPr>
          <p:spPr bwMode="auto">
            <a:xfrm>
              <a:off x="60198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3" name="Rectangle 252"/>
            <p:cNvSpPr/>
            <p:nvPr/>
          </p:nvSpPr>
          <p:spPr bwMode="auto">
            <a:xfrm>
              <a:off x="57150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4" name="Rectangle 253"/>
            <p:cNvSpPr/>
            <p:nvPr/>
          </p:nvSpPr>
          <p:spPr bwMode="auto">
            <a:xfrm>
              <a:off x="60198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5" name="Rectangle 254"/>
            <p:cNvSpPr/>
            <p:nvPr/>
          </p:nvSpPr>
          <p:spPr bwMode="auto">
            <a:xfrm>
              <a:off x="57150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6" name="Rectangle 255"/>
            <p:cNvSpPr/>
            <p:nvPr/>
          </p:nvSpPr>
          <p:spPr bwMode="auto">
            <a:xfrm>
              <a:off x="6019800" y="42672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7" name="Rectangle 256"/>
            <p:cNvSpPr/>
            <p:nvPr/>
          </p:nvSpPr>
          <p:spPr bwMode="auto">
            <a:xfrm>
              <a:off x="63246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8" name="Rectangle 257"/>
            <p:cNvSpPr/>
            <p:nvPr/>
          </p:nvSpPr>
          <p:spPr bwMode="auto">
            <a:xfrm>
              <a:off x="6629400" y="42672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9" name="Rectangle 258"/>
            <p:cNvSpPr/>
            <p:nvPr/>
          </p:nvSpPr>
          <p:spPr bwMode="auto">
            <a:xfrm>
              <a:off x="66294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0" name="Rectangle 259"/>
            <p:cNvSpPr/>
            <p:nvPr/>
          </p:nvSpPr>
          <p:spPr bwMode="auto">
            <a:xfrm>
              <a:off x="6934200" y="39624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1" name="Rectangle 260"/>
            <p:cNvSpPr/>
            <p:nvPr/>
          </p:nvSpPr>
          <p:spPr bwMode="auto">
            <a:xfrm>
              <a:off x="69342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2" name="Rectangle 261"/>
            <p:cNvSpPr/>
            <p:nvPr/>
          </p:nvSpPr>
          <p:spPr bwMode="auto">
            <a:xfrm>
              <a:off x="7239000" y="36576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3" name="Rectangle 262"/>
            <p:cNvSpPr/>
            <p:nvPr/>
          </p:nvSpPr>
          <p:spPr bwMode="auto">
            <a:xfrm>
              <a:off x="72390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4" name="Rectangle 263"/>
            <p:cNvSpPr/>
            <p:nvPr/>
          </p:nvSpPr>
          <p:spPr bwMode="auto">
            <a:xfrm>
              <a:off x="7543800" y="3352800"/>
              <a:ext cx="304800" cy="304800"/>
            </a:xfrm>
            <a:prstGeom prst="rect">
              <a:avLst/>
            </a:prstGeom>
            <a:solidFill>
              <a:srgbClr val="CC00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5" name="Rectangle 264"/>
            <p:cNvSpPr/>
            <p:nvPr/>
          </p:nvSpPr>
          <p:spPr bwMode="auto">
            <a:xfrm>
              <a:off x="63246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6" name="Rectangle 265"/>
            <p:cNvSpPr/>
            <p:nvPr/>
          </p:nvSpPr>
          <p:spPr bwMode="auto">
            <a:xfrm>
              <a:off x="63246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7" name="Rectangle 266"/>
            <p:cNvSpPr/>
            <p:nvPr/>
          </p:nvSpPr>
          <p:spPr bwMode="auto">
            <a:xfrm>
              <a:off x="66294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8" name="Rectangle 267"/>
            <p:cNvSpPr/>
            <p:nvPr/>
          </p:nvSpPr>
          <p:spPr bwMode="auto">
            <a:xfrm>
              <a:off x="66294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9" name="Rectangle 268"/>
            <p:cNvSpPr/>
            <p:nvPr/>
          </p:nvSpPr>
          <p:spPr bwMode="auto">
            <a:xfrm>
              <a:off x="69342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0" name="Rectangle 269"/>
            <p:cNvSpPr/>
            <p:nvPr/>
          </p:nvSpPr>
          <p:spPr bwMode="auto">
            <a:xfrm>
              <a:off x="6324600" y="3352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1" name="Rectangle 270"/>
            <p:cNvSpPr/>
            <p:nvPr/>
          </p:nvSpPr>
          <p:spPr bwMode="auto">
            <a:xfrm>
              <a:off x="6324600" y="2743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2" name="Rectangle 271"/>
            <p:cNvSpPr/>
            <p:nvPr/>
          </p:nvSpPr>
          <p:spPr bwMode="auto">
            <a:xfrm>
              <a:off x="6324600" y="3048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3" name="Rectangle 272"/>
            <p:cNvSpPr/>
            <p:nvPr/>
          </p:nvSpPr>
          <p:spPr bwMode="auto">
            <a:xfrm>
              <a:off x="6324600" y="2438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4" name="Rectangle 273"/>
            <p:cNvSpPr/>
            <p:nvPr/>
          </p:nvSpPr>
          <p:spPr bwMode="auto">
            <a:xfrm>
              <a:off x="6324600" y="18288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5" name="Rectangle 274"/>
            <p:cNvSpPr/>
            <p:nvPr/>
          </p:nvSpPr>
          <p:spPr bwMode="auto">
            <a:xfrm>
              <a:off x="6324600" y="2133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6" name="Rectangle 275"/>
            <p:cNvSpPr/>
            <p:nvPr/>
          </p:nvSpPr>
          <p:spPr bwMode="auto">
            <a:xfrm>
              <a:off x="6324600" y="15240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7" name="Rectangle 276"/>
            <p:cNvSpPr/>
            <p:nvPr/>
          </p:nvSpPr>
          <p:spPr bwMode="auto">
            <a:xfrm>
              <a:off x="66294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8" name="Rectangle 277"/>
            <p:cNvSpPr/>
            <p:nvPr/>
          </p:nvSpPr>
          <p:spPr bwMode="auto">
            <a:xfrm>
              <a:off x="66294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9" name="Rectangle 278"/>
            <p:cNvSpPr/>
            <p:nvPr/>
          </p:nvSpPr>
          <p:spPr bwMode="auto">
            <a:xfrm>
              <a:off x="69342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0" name="Rectangle 279"/>
            <p:cNvSpPr/>
            <p:nvPr/>
          </p:nvSpPr>
          <p:spPr bwMode="auto">
            <a:xfrm>
              <a:off x="69342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1" name="Rectangle 280"/>
            <p:cNvSpPr/>
            <p:nvPr/>
          </p:nvSpPr>
          <p:spPr bwMode="auto">
            <a:xfrm>
              <a:off x="72390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2" name="Rectangle 281"/>
            <p:cNvSpPr/>
            <p:nvPr/>
          </p:nvSpPr>
          <p:spPr bwMode="auto">
            <a:xfrm>
              <a:off x="72390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3" name="Rectangle 282"/>
            <p:cNvSpPr/>
            <p:nvPr/>
          </p:nvSpPr>
          <p:spPr bwMode="auto">
            <a:xfrm>
              <a:off x="66294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4" name="Rectangle 283"/>
            <p:cNvSpPr/>
            <p:nvPr/>
          </p:nvSpPr>
          <p:spPr bwMode="auto">
            <a:xfrm>
              <a:off x="69342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5" name="Rectangle 284"/>
            <p:cNvSpPr/>
            <p:nvPr/>
          </p:nvSpPr>
          <p:spPr bwMode="auto">
            <a:xfrm>
              <a:off x="66294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6" name="Rectangle 285"/>
            <p:cNvSpPr/>
            <p:nvPr/>
          </p:nvSpPr>
          <p:spPr bwMode="auto">
            <a:xfrm>
              <a:off x="69342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7" name="Rectangle 286"/>
            <p:cNvSpPr/>
            <p:nvPr/>
          </p:nvSpPr>
          <p:spPr bwMode="auto">
            <a:xfrm>
              <a:off x="72390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8" name="Rectangle 287"/>
            <p:cNvSpPr/>
            <p:nvPr/>
          </p:nvSpPr>
          <p:spPr bwMode="auto">
            <a:xfrm>
              <a:off x="72390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9" name="Rectangle 288"/>
            <p:cNvSpPr/>
            <p:nvPr/>
          </p:nvSpPr>
          <p:spPr bwMode="auto">
            <a:xfrm>
              <a:off x="66294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0" name="Rectangle 289"/>
            <p:cNvSpPr/>
            <p:nvPr/>
          </p:nvSpPr>
          <p:spPr bwMode="auto">
            <a:xfrm>
              <a:off x="69342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1" name="Rectangle 290"/>
            <p:cNvSpPr/>
            <p:nvPr/>
          </p:nvSpPr>
          <p:spPr bwMode="auto">
            <a:xfrm>
              <a:off x="66294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2" name="Rectangle 291"/>
            <p:cNvSpPr/>
            <p:nvPr/>
          </p:nvSpPr>
          <p:spPr bwMode="auto">
            <a:xfrm>
              <a:off x="69342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3" name="Rectangle 292"/>
            <p:cNvSpPr/>
            <p:nvPr/>
          </p:nvSpPr>
          <p:spPr bwMode="auto">
            <a:xfrm>
              <a:off x="72390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4" name="Rectangle 293"/>
            <p:cNvSpPr/>
            <p:nvPr/>
          </p:nvSpPr>
          <p:spPr bwMode="auto">
            <a:xfrm>
              <a:off x="72390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5" name="Rectangle 294"/>
            <p:cNvSpPr/>
            <p:nvPr/>
          </p:nvSpPr>
          <p:spPr bwMode="auto">
            <a:xfrm>
              <a:off x="7543800" y="1524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6" name="Rectangle 295"/>
            <p:cNvSpPr/>
            <p:nvPr/>
          </p:nvSpPr>
          <p:spPr bwMode="auto">
            <a:xfrm>
              <a:off x="7543800" y="1828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7" name="Rectangle 296"/>
            <p:cNvSpPr/>
            <p:nvPr/>
          </p:nvSpPr>
          <p:spPr bwMode="auto">
            <a:xfrm>
              <a:off x="7543800" y="2133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8" name="Rectangle 297"/>
            <p:cNvSpPr/>
            <p:nvPr/>
          </p:nvSpPr>
          <p:spPr bwMode="auto">
            <a:xfrm>
              <a:off x="7543800" y="2438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9" name="Rectangle 298"/>
            <p:cNvSpPr/>
            <p:nvPr/>
          </p:nvSpPr>
          <p:spPr bwMode="auto">
            <a:xfrm>
              <a:off x="7543800" y="2743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0" name="Rectangle 299"/>
            <p:cNvSpPr/>
            <p:nvPr/>
          </p:nvSpPr>
          <p:spPr bwMode="auto">
            <a:xfrm>
              <a:off x="7543800" y="3048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1" name="Rectangle 300"/>
            <p:cNvSpPr/>
            <p:nvPr/>
          </p:nvSpPr>
          <p:spPr bwMode="auto">
            <a:xfrm>
              <a:off x="69342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2" name="Rectangle 301"/>
            <p:cNvSpPr/>
            <p:nvPr/>
          </p:nvSpPr>
          <p:spPr bwMode="auto">
            <a:xfrm>
              <a:off x="7543800" y="36576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3" name="Rectangle 302"/>
            <p:cNvSpPr/>
            <p:nvPr/>
          </p:nvSpPr>
          <p:spPr bwMode="auto">
            <a:xfrm>
              <a:off x="72390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4" name="Rectangle 303"/>
            <p:cNvSpPr/>
            <p:nvPr/>
          </p:nvSpPr>
          <p:spPr bwMode="auto">
            <a:xfrm>
              <a:off x="7543800" y="39624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5" name="Rectangle 304"/>
            <p:cNvSpPr/>
            <p:nvPr/>
          </p:nvSpPr>
          <p:spPr bwMode="auto">
            <a:xfrm>
              <a:off x="7239000" y="4267200"/>
              <a:ext cx="304800" cy="304800"/>
            </a:xfrm>
            <a:prstGeom prst="rect">
              <a:avLst/>
            </a:prstGeom>
            <a:solidFill>
              <a:srgbClr val="F7B7EE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6" name="Rectangle 305"/>
            <p:cNvSpPr/>
            <p:nvPr/>
          </p:nvSpPr>
          <p:spPr bwMode="auto">
            <a:xfrm>
              <a:off x="7543800" y="4267200"/>
              <a:ext cx="304800" cy="304800"/>
            </a:xfrm>
            <a:prstGeom prst="rect">
              <a:avLst/>
            </a:prstGeom>
            <a:solidFill>
              <a:srgbClr val="FF33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7" name="TextBox 306"/>
            <p:cNvSpPr txBox="1"/>
            <p:nvPr/>
          </p:nvSpPr>
          <p:spPr>
            <a:xfrm>
              <a:off x="8001000" y="2743200"/>
              <a:ext cx="46198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>
                  <a:latin typeface="Comic Sans MS" pitchFamily="66" charset="0"/>
                </a:rPr>
                <a:t>…</a:t>
              </a:r>
              <a:endParaRPr lang="en-US" sz="3200" dirty="0">
                <a:latin typeface="Comic Sans MS" pitchFamily="66" charset="0"/>
              </a:endParaRPr>
            </a:p>
          </p:txBody>
        </p:sp>
      </p:grpSp>
      <p:graphicFrame>
        <p:nvGraphicFramePr>
          <p:cNvPr id="308" name="Group 78"/>
          <p:cNvGraphicFramePr>
            <a:graphicFrameLocks noGrp="1"/>
          </p:cNvGraphicFramePr>
          <p:nvPr/>
        </p:nvGraphicFramePr>
        <p:xfrm>
          <a:off x="3124200" y="2025650"/>
          <a:ext cx="2590800" cy="863600"/>
        </p:xfrm>
        <a:graphic>
          <a:graphicData uri="http://schemas.openxmlformats.org/drawingml/2006/table">
            <a:tbl>
              <a:tblPr/>
              <a:tblGrid>
                <a:gridCol w="1524000"/>
                <a:gridCol w="1066800"/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Tile types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Stages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09" name="Text Box 92"/>
          <p:cNvSpPr txBox="1">
            <a:spLocks noChangeArrowheads="1"/>
          </p:cNvSpPr>
          <p:nvPr/>
        </p:nvSpPr>
        <p:spPr bwMode="auto">
          <a:xfrm>
            <a:off x="3124200" y="1295400"/>
            <a:ext cx="2590800" cy="707886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dirty="0" smtClean="0"/>
              <a:t>Infinite Yield:</a:t>
            </a:r>
          </a:p>
          <a:p>
            <a:pPr algn="ctr"/>
            <a:r>
              <a:rPr lang="en-US" dirty="0" smtClean="0"/>
              <a:t>Rectangles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1018" name="Group 1017"/>
          <p:cNvGrpSpPr/>
          <p:nvPr/>
        </p:nvGrpSpPr>
        <p:grpSpPr>
          <a:xfrm>
            <a:off x="1371600" y="1905000"/>
            <a:ext cx="6400800" cy="2895600"/>
            <a:chOff x="1143000" y="1905000"/>
            <a:chExt cx="6400800" cy="2895600"/>
          </a:xfrm>
        </p:grpSpPr>
        <p:sp>
          <p:nvSpPr>
            <p:cNvPr id="583" name="Rectangle 582"/>
            <p:cNvSpPr/>
            <p:nvPr/>
          </p:nvSpPr>
          <p:spPr bwMode="auto">
            <a:xfrm>
              <a:off x="114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114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129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129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144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8" name="Rectangle 587"/>
            <p:cNvSpPr/>
            <p:nvPr/>
          </p:nvSpPr>
          <p:spPr bwMode="auto">
            <a:xfrm>
              <a:off x="144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447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160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160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175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175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190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190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1905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1600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752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1295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1143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1143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1143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1295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1143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205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266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220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220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205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1447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1600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266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266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2819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2819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2971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2971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2971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266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2819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2819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2971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1" name="Rectangle 640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3124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3124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3276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3276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3276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124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124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124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3276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3276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276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124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1752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1905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2819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2971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2971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2819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266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266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266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2819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2971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3124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3124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276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276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276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124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12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124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124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276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276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429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429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42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12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27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27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42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581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81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733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3733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3733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358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358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58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3733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3733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3733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358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27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42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42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27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12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12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12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27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42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58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733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3124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3886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886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886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886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886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886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886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4191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4038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4038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4191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4495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4343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4343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4343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4495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4495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4495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4343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4038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191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4191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4038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4038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4191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4343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4495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4038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4191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4191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4038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4648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4648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4648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4648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648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038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3" name="Rectangle 772"/>
            <p:cNvSpPr/>
            <p:nvPr/>
          </p:nvSpPr>
          <p:spPr bwMode="auto">
            <a:xfrm>
              <a:off x="4495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4" name="Rectangle 773"/>
            <p:cNvSpPr/>
            <p:nvPr/>
          </p:nvSpPr>
          <p:spPr bwMode="auto">
            <a:xfrm>
              <a:off x="4343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5" name="Rectangle 774"/>
            <p:cNvSpPr/>
            <p:nvPr/>
          </p:nvSpPr>
          <p:spPr bwMode="auto">
            <a:xfrm>
              <a:off x="4648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6" name="Rectangle 775"/>
            <p:cNvSpPr/>
            <p:nvPr/>
          </p:nvSpPr>
          <p:spPr bwMode="auto">
            <a:xfrm>
              <a:off x="3581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7" name="Rectangle 776"/>
            <p:cNvSpPr/>
            <p:nvPr/>
          </p:nvSpPr>
          <p:spPr bwMode="auto">
            <a:xfrm>
              <a:off x="3429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8" name="Rectangle 777"/>
            <p:cNvSpPr/>
            <p:nvPr/>
          </p:nvSpPr>
          <p:spPr bwMode="auto">
            <a:xfrm>
              <a:off x="3429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9" name="Rectangle 778"/>
            <p:cNvSpPr/>
            <p:nvPr/>
          </p:nvSpPr>
          <p:spPr bwMode="auto">
            <a:xfrm>
              <a:off x="3581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0" name="Rectangle 779"/>
            <p:cNvSpPr/>
            <p:nvPr/>
          </p:nvSpPr>
          <p:spPr bwMode="auto">
            <a:xfrm>
              <a:off x="3886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1" name="Rectangle 780"/>
            <p:cNvSpPr/>
            <p:nvPr/>
          </p:nvSpPr>
          <p:spPr bwMode="auto">
            <a:xfrm>
              <a:off x="3733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2" name="Rectangle 781"/>
            <p:cNvSpPr/>
            <p:nvPr/>
          </p:nvSpPr>
          <p:spPr bwMode="auto">
            <a:xfrm>
              <a:off x="3733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3" name="Rectangle 782"/>
            <p:cNvSpPr/>
            <p:nvPr/>
          </p:nvSpPr>
          <p:spPr bwMode="auto">
            <a:xfrm>
              <a:off x="3733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4" name="Rectangle 783"/>
            <p:cNvSpPr/>
            <p:nvPr/>
          </p:nvSpPr>
          <p:spPr bwMode="auto">
            <a:xfrm>
              <a:off x="3886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5" name="Rectangle 784"/>
            <p:cNvSpPr/>
            <p:nvPr/>
          </p:nvSpPr>
          <p:spPr bwMode="auto">
            <a:xfrm>
              <a:off x="3886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6" name="Rectangle 785"/>
            <p:cNvSpPr/>
            <p:nvPr/>
          </p:nvSpPr>
          <p:spPr bwMode="auto">
            <a:xfrm>
              <a:off x="3429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7" name="Rectangle 786"/>
            <p:cNvSpPr/>
            <p:nvPr/>
          </p:nvSpPr>
          <p:spPr bwMode="auto">
            <a:xfrm>
              <a:off x="3581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8" name="Rectangle 787"/>
            <p:cNvSpPr/>
            <p:nvPr/>
          </p:nvSpPr>
          <p:spPr bwMode="auto">
            <a:xfrm>
              <a:off x="3581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9" name="Rectangle 788"/>
            <p:cNvSpPr/>
            <p:nvPr/>
          </p:nvSpPr>
          <p:spPr bwMode="auto">
            <a:xfrm>
              <a:off x="3429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0" name="Rectangle 789"/>
            <p:cNvSpPr/>
            <p:nvPr/>
          </p:nvSpPr>
          <p:spPr bwMode="auto">
            <a:xfrm>
              <a:off x="3886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1" name="Rectangle 790"/>
            <p:cNvSpPr/>
            <p:nvPr/>
          </p:nvSpPr>
          <p:spPr bwMode="auto">
            <a:xfrm>
              <a:off x="3733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2" name="Rectangle 791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3" name="Rectangle 792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4" name="Rectangle 793"/>
            <p:cNvSpPr/>
            <p:nvPr/>
          </p:nvSpPr>
          <p:spPr bwMode="auto">
            <a:xfrm>
              <a:off x="586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5" name="Rectangle 794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6" name="Rectangle 795"/>
            <p:cNvSpPr/>
            <p:nvPr/>
          </p:nvSpPr>
          <p:spPr bwMode="auto">
            <a:xfrm>
              <a:off x="601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7" name="Rectangle 796"/>
            <p:cNvSpPr/>
            <p:nvPr/>
          </p:nvSpPr>
          <p:spPr bwMode="auto">
            <a:xfrm>
              <a:off x="495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8" name="Rectangle 797"/>
            <p:cNvSpPr/>
            <p:nvPr/>
          </p:nvSpPr>
          <p:spPr bwMode="auto">
            <a:xfrm>
              <a:off x="4800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9" name="Rectangle 798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0" name="Rectangle 799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6" name="Rectangle 805"/>
            <p:cNvSpPr/>
            <p:nvPr/>
          </p:nvSpPr>
          <p:spPr bwMode="auto">
            <a:xfrm>
              <a:off x="632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7" name="Rectangle 806"/>
            <p:cNvSpPr/>
            <p:nvPr/>
          </p:nvSpPr>
          <p:spPr bwMode="auto">
            <a:xfrm>
              <a:off x="617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9" name="Rectangle 808"/>
            <p:cNvSpPr/>
            <p:nvPr/>
          </p:nvSpPr>
          <p:spPr bwMode="auto">
            <a:xfrm>
              <a:off x="647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0" name="Rectangle 809"/>
            <p:cNvSpPr/>
            <p:nvPr/>
          </p:nvSpPr>
          <p:spPr bwMode="auto">
            <a:xfrm>
              <a:off x="647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1" name="Rectangle 810"/>
            <p:cNvSpPr/>
            <p:nvPr/>
          </p:nvSpPr>
          <p:spPr bwMode="auto">
            <a:xfrm>
              <a:off x="647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2" name="Rectangle 811"/>
            <p:cNvSpPr/>
            <p:nvPr/>
          </p:nvSpPr>
          <p:spPr bwMode="auto">
            <a:xfrm>
              <a:off x="647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3" name="Rectangle 812"/>
            <p:cNvSpPr/>
            <p:nvPr/>
          </p:nvSpPr>
          <p:spPr bwMode="auto">
            <a:xfrm>
              <a:off x="647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4" name="Rectangle 813"/>
            <p:cNvSpPr/>
            <p:nvPr/>
          </p:nvSpPr>
          <p:spPr bwMode="auto">
            <a:xfrm>
              <a:off x="647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5" name="Rectangle 814"/>
            <p:cNvSpPr/>
            <p:nvPr/>
          </p:nvSpPr>
          <p:spPr bwMode="auto">
            <a:xfrm>
              <a:off x="647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6" name="Rectangle 815"/>
            <p:cNvSpPr/>
            <p:nvPr/>
          </p:nvSpPr>
          <p:spPr bwMode="auto">
            <a:xfrm>
              <a:off x="647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7" name="Rectangle 816"/>
            <p:cNvSpPr/>
            <p:nvPr/>
          </p:nvSpPr>
          <p:spPr bwMode="auto">
            <a:xfrm>
              <a:off x="647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Rectangle 818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0" name="Rectangle 819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1" name="Rectangle 820"/>
            <p:cNvSpPr/>
            <p:nvPr/>
          </p:nvSpPr>
          <p:spPr bwMode="auto">
            <a:xfrm>
              <a:off x="586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2" name="Rectangle 821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3" name="Rectangle 822"/>
            <p:cNvSpPr/>
            <p:nvPr/>
          </p:nvSpPr>
          <p:spPr bwMode="auto">
            <a:xfrm>
              <a:off x="601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4" name="Rectangle 823"/>
            <p:cNvSpPr/>
            <p:nvPr/>
          </p:nvSpPr>
          <p:spPr bwMode="auto">
            <a:xfrm>
              <a:off x="495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5" name="Rectangle 824"/>
            <p:cNvSpPr/>
            <p:nvPr/>
          </p:nvSpPr>
          <p:spPr bwMode="auto">
            <a:xfrm>
              <a:off x="4800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6" name="Rectangle 825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7" name="Rectangle 826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8" name="Rectangle 827"/>
            <p:cNvSpPr/>
            <p:nvPr/>
          </p:nvSpPr>
          <p:spPr bwMode="auto">
            <a:xfrm>
              <a:off x="632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9" name="Rectangle 828"/>
            <p:cNvSpPr/>
            <p:nvPr/>
          </p:nvSpPr>
          <p:spPr bwMode="auto">
            <a:xfrm>
              <a:off x="617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Rectangle 829"/>
            <p:cNvSpPr/>
            <p:nvPr/>
          </p:nvSpPr>
          <p:spPr bwMode="auto">
            <a:xfrm>
              <a:off x="5562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Rectangle 830"/>
            <p:cNvSpPr/>
            <p:nvPr/>
          </p:nvSpPr>
          <p:spPr bwMode="auto">
            <a:xfrm>
              <a:off x="5410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Rectangle 831"/>
            <p:cNvSpPr/>
            <p:nvPr/>
          </p:nvSpPr>
          <p:spPr bwMode="auto">
            <a:xfrm>
              <a:off x="5867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Rectangle 832"/>
            <p:cNvSpPr/>
            <p:nvPr/>
          </p:nvSpPr>
          <p:spPr bwMode="auto">
            <a:xfrm>
              <a:off x="5715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4" name="Rectangle 833"/>
            <p:cNvSpPr/>
            <p:nvPr/>
          </p:nvSpPr>
          <p:spPr bwMode="auto">
            <a:xfrm>
              <a:off x="6019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5" name="Rectangle 834"/>
            <p:cNvSpPr/>
            <p:nvPr/>
          </p:nvSpPr>
          <p:spPr bwMode="auto">
            <a:xfrm>
              <a:off x="4953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Rectangle 835"/>
            <p:cNvSpPr/>
            <p:nvPr/>
          </p:nvSpPr>
          <p:spPr bwMode="auto">
            <a:xfrm>
              <a:off x="4800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Rectangle 836"/>
            <p:cNvSpPr/>
            <p:nvPr/>
          </p:nvSpPr>
          <p:spPr bwMode="auto">
            <a:xfrm>
              <a:off x="5257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Rectangle 837"/>
            <p:cNvSpPr/>
            <p:nvPr/>
          </p:nvSpPr>
          <p:spPr bwMode="auto">
            <a:xfrm>
              <a:off x="5105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Rectangle 838"/>
            <p:cNvSpPr/>
            <p:nvPr/>
          </p:nvSpPr>
          <p:spPr bwMode="auto">
            <a:xfrm>
              <a:off x="6324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0" name="Rectangle 839"/>
            <p:cNvSpPr/>
            <p:nvPr/>
          </p:nvSpPr>
          <p:spPr bwMode="auto">
            <a:xfrm>
              <a:off x="6172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1" name="Rectangle 840"/>
            <p:cNvSpPr/>
            <p:nvPr/>
          </p:nvSpPr>
          <p:spPr bwMode="auto">
            <a:xfrm>
              <a:off x="5562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2" name="Rectangle 841"/>
            <p:cNvSpPr/>
            <p:nvPr/>
          </p:nvSpPr>
          <p:spPr bwMode="auto">
            <a:xfrm>
              <a:off x="5410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3" name="Rectangle 842"/>
            <p:cNvSpPr/>
            <p:nvPr/>
          </p:nvSpPr>
          <p:spPr bwMode="auto">
            <a:xfrm>
              <a:off x="5867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Rectangle 843"/>
            <p:cNvSpPr/>
            <p:nvPr/>
          </p:nvSpPr>
          <p:spPr bwMode="auto">
            <a:xfrm>
              <a:off x="5715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5" name="Rectangle 844"/>
            <p:cNvSpPr/>
            <p:nvPr/>
          </p:nvSpPr>
          <p:spPr bwMode="auto">
            <a:xfrm>
              <a:off x="6019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6" name="Rectangle 845"/>
            <p:cNvSpPr/>
            <p:nvPr/>
          </p:nvSpPr>
          <p:spPr bwMode="auto">
            <a:xfrm>
              <a:off x="4953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7" name="Rectangle 846"/>
            <p:cNvSpPr/>
            <p:nvPr/>
          </p:nvSpPr>
          <p:spPr bwMode="auto">
            <a:xfrm>
              <a:off x="4800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8" name="Rectangle 847"/>
            <p:cNvSpPr/>
            <p:nvPr/>
          </p:nvSpPr>
          <p:spPr bwMode="auto">
            <a:xfrm>
              <a:off x="5257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9" name="Rectangle 848"/>
            <p:cNvSpPr/>
            <p:nvPr/>
          </p:nvSpPr>
          <p:spPr bwMode="auto">
            <a:xfrm>
              <a:off x="5105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0" name="Rectangle 849"/>
            <p:cNvSpPr/>
            <p:nvPr/>
          </p:nvSpPr>
          <p:spPr bwMode="auto">
            <a:xfrm>
              <a:off x="6324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1" name="Rectangle 850"/>
            <p:cNvSpPr/>
            <p:nvPr/>
          </p:nvSpPr>
          <p:spPr bwMode="auto">
            <a:xfrm>
              <a:off x="6172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2" name="Rectangle 851"/>
            <p:cNvSpPr/>
            <p:nvPr/>
          </p:nvSpPr>
          <p:spPr bwMode="auto">
            <a:xfrm>
              <a:off x="5562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3" name="Rectangle 852"/>
            <p:cNvSpPr/>
            <p:nvPr/>
          </p:nvSpPr>
          <p:spPr bwMode="auto">
            <a:xfrm>
              <a:off x="5410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4" name="Rectangle 853"/>
            <p:cNvSpPr/>
            <p:nvPr/>
          </p:nvSpPr>
          <p:spPr bwMode="auto">
            <a:xfrm>
              <a:off x="5867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5" name="Rectangle 854"/>
            <p:cNvSpPr/>
            <p:nvPr/>
          </p:nvSpPr>
          <p:spPr bwMode="auto">
            <a:xfrm>
              <a:off x="5715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6" name="Rectangle 855"/>
            <p:cNvSpPr/>
            <p:nvPr/>
          </p:nvSpPr>
          <p:spPr bwMode="auto">
            <a:xfrm>
              <a:off x="6019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7" name="Rectangle 856"/>
            <p:cNvSpPr/>
            <p:nvPr/>
          </p:nvSpPr>
          <p:spPr bwMode="auto">
            <a:xfrm>
              <a:off x="4953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8" name="Rectangle 857"/>
            <p:cNvSpPr/>
            <p:nvPr/>
          </p:nvSpPr>
          <p:spPr bwMode="auto">
            <a:xfrm>
              <a:off x="4800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9" name="Rectangle 858"/>
            <p:cNvSpPr/>
            <p:nvPr/>
          </p:nvSpPr>
          <p:spPr bwMode="auto">
            <a:xfrm>
              <a:off x="5257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0" name="Rectangle 859"/>
            <p:cNvSpPr/>
            <p:nvPr/>
          </p:nvSpPr>
          <p:spPr bwMode="auto">
            <a:xfrm>
              <a:off x="5105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1" name="Rectangle 860"/>
            <p:cNvSpPr/>
            <p:nvPr/>
          </p:nvSpPr>
          <p:spPr bwMode="auto">
            <a:xfrm>
              <a:off x="6324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2" name="Rectangle 861"/>
            <p:cNvSpPr/>
            <p:nvPr/>
          </p:nvSpPr>
          <p:spPr bwMode="auto">
            <a:xfrm>
              <a:off x="6172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3" name="Rectangle 862"/>
            <p:cNvSpPr/>
            <p:nvPr/>
          </p:nvSpPr>
          <p:spPr bwMode="auto">
            <a:xfrm>
              <a:off x="5562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4" name="Rectangle 863"/>
            <p:cNvSpPr/>
            <p:nvPr/>
          </p:nvSpPr>
          <p:spPr bwMode="auto">
            <a:xfrm>
              <a:off x="5410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5" name="Rectangle 864"/>
            <p:cNvSpPr/>
            <p:nvPr/>
          </p:nvSpPr>
          <p:spPr bwMode="auto">
            <a:xfrm>
              <a:off x="5867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6" name="Rectangle 865"/>
            <p:cNvSpPr/>
            <p:nvPr/>
          </p:nvSpPr>
          <p:spPr bwMode="auto">
            <a:xfrm>
              <a:off x="5715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7" name="Rectangle 866"/>
            <p:cNvSpPr/>
            <p:nvPr/>
          </p:nvSpPr>
          <p:spPr bwMode="auto">
            <a:xfrm>
              <a:off x="6019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8" name="Rectangle 867"/>
            <p:cNvSpPr/>
            <p:nvPr/>
          </p:nvSpPr>
          <p:spPr bwMode="auto">
            <a:xfrm>
              <a:off x="4953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9" name="Rectangle 868"/>
            <p:cNvSpPr/>
            <p:nvPr/>
          </p:nvSpPr>
          <p:spPr bwMode="auto">
            <a:xfrm>
              <a:off x="4800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0" name="Rectangle 869"/>
            <p:cNvSpPr/>
            <p:nvPr/>
          </p:nvSpPr>
          <p:spPr bwMode="auto">
            <a:xfrm>
              <a:off x="5257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1" name="Rectangle 870"/>
            <p:cNvSpPr/>
            <p:nvPr/>
          </p:nvSpPr>
          <p:spPr bwMode="auto">
            <a:xfrm>
              <a:off x="5105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2" name="Rectangle 871"/>
            <p:cNvSpPr/>
            <p:nvPr/>
          </p:nvSpPr>
          <p:spPr bwMode="auto">
            <a:xfrm>
              <a:off x="6324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3" name="Rectangle 872"/>
            <p:cNvSpPr/>
            <p:nvPr/>
          </p:nvSpPr>
          <p:spPr bwMode="auto">
            <a:xfrm>
              <a:off x="6172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4" name="Rectangle 873"/>
            <p:cNvSpPr/>
            <p:nvPr/>
          </p:nvSpPr>
          <p:spPr bwMode="auto">
            <a:xfrm>
              <a:off x="5562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5" name="Rectangle 874"/>
            <p:cNvSpPr/>
            <p:nvPr/>
          </p:nvSpPr>
          <p:spPr bwMode="auto">
            <a:xfrm>
              <a:off x="5410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6" name="Rectangle 875"/>
            <p:cNvSpPr/>
            <p:nvPr/>
          </p:nvSpPr>
          <p:spPr bwMode="auto">
            <a:xfrm>
              <a:off x="5867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7" name="Rectangle 876"/>
            <p:cNvSpPr/>
            <p:nvPr/>
          </p:nvSpPr>
          <p:spPr bwMode="auto">
            <a:xfrm>
              <a:off x="5715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8" name="Rectangle 877"/>
            <p:cNvSpPr/>
            <p:nvPr/>
          </p:nvSpPr>
          <p:spPr bwMode="auto">
            <a:xfrm>
              <a:off x="6019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9" name="Rectangle 878"/>
            <p:cNvSpPr/>
            <p:nvPr/>
          </p:nvSpPr>
          <p:spPr bwMode="auto">
            <a:xfrm>
              <a:off x="4953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0" name="Rectangle 879"/>
            <p:cNvSpPr/>
            <p:nvPr/>
          </p:nvSpPr>
          <p:spPr bwMode="auto">
            <a:xfrm>
              <a:off x="4800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1" name="Rectangle 880"/>
            <p:cNvSpPr/>
            <p:nvPr/>
          </p:nvSpPr>
          <p:spPr bwMode="auto">
            <a:xfrm>
              <a:off x="5257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2" name="Rectangle 881"/>
            <p:cNvSpPr/>
            <p:nvPr/>
          </p:nvSpPr>
          <p:spPr bwMode="auto">
            <a:xfrm>
              <a:off x="5105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3" name="Rectangle 882"/>
            <p:cNvSpPr/>
            <p:nvPr/>
          </p:nvSpPr>
          <p:spPr bwMode="auto">
            <a:xfrm>
              <a:off x="6324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4" name="Rectangle 883"/>
            <p:cNvSpPr/>
            <p:nvPr/>
          </p:nvSpPr>
          <p:spPr bwMode="auto">
            <a:xfrm>
              <a:off x="6172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5" name="Rectangle 884"/>
            <p:cNvSpPr/>
            <p:nvPr/>
          </p:nvSpPr>
          <p:spPr bwMode="auto">
            <a:xfrm>
              <a:off x="5562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6" name="Rectangle 885"/>
            <p:cNvSpPr/>
            <p:nvPr/>
          </p:nvSpPr>
          <p:spPr bwMode="auto">
            <a:xfrm>
              <a:off x="5410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7" name="Rectangle 886"/>
            <p:cNvSpPr/>
            <p:nvPr/>
          </p:nvSpPr>
          <p:spPr bwMode="auto">
            <a:xfrm>
              <a:off x="5867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8" name="Rectangle 887"/>
            <p:cNvSpPr/>
            <p:nvPr/>
          </p:nvSpPr>
          <p:spPr bwMode="auto">
            <a:xfrm>
              <a:off x="5715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9" name="Rectangle 888"/>
            <p:cNvSpPr/>
            <p:nvPr/>
          </p:nvSpPr>
          <p:spPr bwMode="auto">
            <a:xfrm>
              <a:off x="6019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0" name="Rectangle 889"/>
            <p:cNvSpPr/>
            <p:nvPr/>
          </p:nvSpPr>
          <p:spPr bwMode="auto">
            <a:xfrm>
              <a:off x="4953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1" name="Rectangle 890"/>
            <p:cNvSpPr/>
            <p:nvPr/>
          </p:nvSpPr>
          <p:spPr bwMode="auto">
            <a:xfrm>
              <a:off x="4800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2" name="Rectangle 891"/>
            <p:cNvSpPr/>
            <p:nvPr/>
          </p:nvSpPr>
          <p:spPr bwMode="auto">
            <a:xfrm>
              <a:off x="5257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3" name="Rectangle 892"/>
            <p:cNvSpPr/>
            <p:nvPr/>
          </p:nvSpPr>
          <p:spPr bwMode="auto">
            <a:xfrm>
              <a:off x="5105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4" name="Rectangle 893"/>
            <p:cNvSpPr/>
            <p:nvPr/>
          </p:nvSpPr>
          <p:spPr bwMode="auto">
            <a:xfrm>
              <a:off x="6324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5" name="Rectangle 894"/>
            <p:cNvSpPr/>
            <p:nvPr/>
          </p:nvSpPr>
          <p:spPr bwMode="auto">
            <a:xfrm>
              <a:off x="6172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6" name="Rectangle 895"/>
            <p:cNvSpPr/>
            <p:nvPr/>
          </p:nvSpPr>
          <p:spPr bwMode="auto">
            <a:xfrm>
              <a:off x="5562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7" name="Rectangle 896"/>
            <p:cNvSpPr/>
            <p:nvPr/>
          </p:nvSpPr>
          <p:spPr bwMode="auto">
            <a:xfrm>
              <a:off x="5410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8" name="Rectangle 897"/>
            <p:cNvSpPr/>
            <p:nvPr/>
          </p:nvSpPr>
          <p:spPr bwMode="auto">
            <a:xfrm>
              <a:off x="5867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9" name="Rectangle 898"/>
            <p:cNvSpPr/>
            <p:nvPr/>
          </p:nvSpPr>
          <p:spPr bwMode="auto">
            <a:xfrm>
              <a:off x="5715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0" name="Rectangle 899"/>
            <p:cNvSpPr/>
            <p:nvPr/>
          </p:nvSpPr>
          <p:spPr bwMode="auto">
            <a:xfrm>
              <a:off x="6019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1" name="Rectangle 900"/>
            <p:cNvSpPr/>
            <p:nvPr/>
          </p:nvSpPr>
          <p:spPr bwMode="auto">
            <a:xfrm>
              <a:off x="4953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2" name="Rectangle 901"/>
            <p:cNvSpPr/>
            <p:nvPr/>
          </p:nvSpPr>
          <p:spPr bwMode="auto">
            <a:xfrm>
              <a:off x="4800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3" name="Rectangle 902"/>
            <p:cNvSpPr/>
            <p:nvPr/>
          </p:nvSpPr>
          <p:spPr bwMode="auto">
            <a:xfrm>
              <a:off x="5257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4" name="Rectangle 903"/>
            <p:cNvSpPr/>
            <p:nvPr/>
          </p:nvSpPr>
          <p:spPr bwMode="auto">
            <a:xfrm>
              <a:off x="5105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5" name="Rectangle 904"/>
            <p:cNvSpPr/>
            <p:nvPr/>
          </p:nvSpPr>
          <p:spPr bwMode="auto">
            <a:xfrm>
              <a:off x="6324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6" name="Rectangle 905"/>
            <p:cNvSpPr/>
            <p:nvPr/>
          </p:nvSpPr>
          <p:spPr bwMode="auto">
            <a:xfrm>
              <a:off x="6172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7" name="Rectangle 906"/>
            <p:cNvSpPr/>
            <p:nvPr/>
          </p:nvSpPr>
          <p:spPr bwMode="auto">
            <a:xfrm>
              <a:off x="6477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8" name="Rectangle 907"/>
            <p:cNvSpPr/>
            <p:nvPr/>
          </p:nvSpPr>
          <p:spPr bwMode="auto">
            <a:xfrm>
              <a:off x="5562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9" name="Rectangle 908"/>
            <p:cNvSpPr/>
            <p:nvPr/>
          </p:nvSpPr>
          <p:spPr bwMode="auto">
            <a:xfrm>
              <a:off x="5410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0" name="Rectangle 909"/>
            <p:cNvSpPr/>
            <p:nvPr/>
          </p:nvSpPr>
          <p:spPr bwMode="auto">
            <a:xfrm>
              <a:off x="5867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1" name="Rectangle 910"/>
            <p:cNvSpPr/>
            <p:nvPr/>
          </p:nvSpPr>
          <p:spPr bwMode="auto">
            <a:xfrm>
              <a:off x="5715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2" name="Rectangle 911"/>
            <p:cNvSpPr/>
            <p:nvPr/>
          </p:nvSpPr>
          <p:spPr bwMode="auto">
            <a:xfrm>
              <a:off x="6019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3" name="Rectangle 912"/>
            <p:cNvSpPr/>
            <p:nvPr/>
          </p:nvSpPr>
          <p:spPr bwMode="auto">
            <a:xfrm>
              <a:off x="4953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4" name="Rectangle 913"/>
            <p:cNvSpPr/>
            <p:nvPr/>
          </p:nvSpPr>
          <p:spPr bwMode="auto">
            <a:xfrm>
              <a:off x="4800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5257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5105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6324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6172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6477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6477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6477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6477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5867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5867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6019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6324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6172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5867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6019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6324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6172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5867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6019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6324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6172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5867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6019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6324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6172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6477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5867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6019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6324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172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4648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4495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4648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4495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4648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4495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4648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6" name="Rectangle 975"/>
            <p:cNvSpPr/>
            <p:nvPr/>
          </p:nvSpPr>
          <p:spPr bwMode="auto">
            <a:xfrm>
              <a:off x="4495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7" name="Rectangle 976"/>
            <p:cNvSpPr/>
            <p:nvPr/>
          </p:nvSpPr>
          <p:spPr bwMode="auto">
            <a:xfrm>
              <a:off x="4648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8" name="Rectangle 977"/>
            <p:cNvSpPr/>
            <p:nvPr/>
          </p:nvSpPr>
          <p:spPr bwMode="auto">
            <a:xfrm>
              <a:off x="4495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9" name="Rectangle 978"/>
            <p:cNvSpPr/>
            <p:nvPr/>
          </p:nvSpPr>
          <p:spPr bwMode="auto">
            <a:xfrm>
              <a:off x="4648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0" name="Rectangle 979"/>
            <p:cNvSpPr/>
            <p:nvPr/>
          </p:nvSpPr>
          <p:spPr bwMode="auto">
            <a:xfrm>
              <a:off x="4495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1" name="Rectangle 980"/>
            <p:cNvSpPr/>
            <p:nvPr/>
          </p:nvSpPr>
          <p:spPr bwMode="auto">
            <a:xfrm>
              <a:off x="723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2" name="Rectangle 981"/>
            <p:cNvSpPr/>
            <p:nvPr/>
          </p:nvSpPr>
          <p:spPr bwMode="auto">
            <a:xfrm>
              <a:off x="723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3" name="Rectangle 982"/>
            <p:cNvSpPr/>
            <p:nvPr/>
          </p:nvSpPr>
          <p:spPr bwMode="auto">
            <a:xfrm>
              <a:off x="723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4" name="Rectangle 983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5" name="Rectangle 984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6" name="Rectangle 985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7" name="Rectangle 986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8" name="Rectangle 987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9" name="Rectangle 988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Rectangle 989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1" name="Rectangle 990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Rectangle 991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Rectangle 992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4" name="Rectangle 993"/>
            <p:cNvSpPr/>
            <p:nvPr/>
          </p:nvSpPr>
          <p:spPr bwMode="auto">
            <a:xfrm>
              <a:off x="6629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5" name="Rectangle 994"/>
            <p:cNvSpPr/>
            <p:nvPr/>
          </p:nvSpPr>
          <p:spPr bwMode="auto">
            <a:xfrm>
              <a:off x="6781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6" name="Rectangle 995"/>
            <p:cNvSpPr/>
            <p:nvPr/>
          </p:nvSpPr>
          <p:spPr bwMode="auto">
            <a:xfrm>
              <a:off x="708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7" name="Rectangle 996"/>
            <p:cNvSpPr/>
            <p:nvPr/>
          </p:nvSpPr>
          <p:spPr bwMode="auto">
            <a:xfrm>
              <a:off x="693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8" name="Rectangle 997"/>
            <p:cNvSpPr/>
            <p:nvPr/>
          </p:nvSpPr>
          <p:spPr bwMode="auto">
            <a:xfrm>
              <a:off x="6629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9" name="Rectangle 998"/>
            <p:cNvSpPr/>
            <p:nvPr/>
          </p:nvSpPr>
          <p:spPr bwMode="auto">
            <a:xfrm>
              <a:off x="6781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0" name="Rectangle 999"/>
            <p:cNvSpPr/>
            <p:nvPr/>
          </p:nvSpPr>
          <p:spPr bwMode="auto">
            <a:xfrm>
              <a:off x="708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1" name="Rectangle 1000"/>
            <p:cNvSpPr/>
            <p:nvPr/>
          </p:nvSpPr>
          <p:spPr bwMode="auto">
            <a:xfrm>
              <a:off x="693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2" name="Rectangle 1001"/>
            <p:cNvSpPr/>
            <p:nvPr/>
          </p:nvSpPr>
          <p:spPr bwMode="auto">
            <a:xfrm>
              <a:off x="6629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Rectangle 1002"/>
            <p:cNvSpPr/>
            <p:nvPr/>
          </p:nvSpPr>
          <p:spPr bwMode="auto">
            <a:xfrm>
              <a:off x="6781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4" name="Rectangle 1003"/>
            <p:cNvSpPr/>
            <p:nvPr/>
          </p:nvSpPr>
          <p:spPr bwMode="auto">
            <a:xfrm>
              <a:off x="708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5" name="Rectangle 1004"/>
            <p:cNvSpPr/>
            <p:nvPr/>
          </p:nvSpPr>
          <p:spPr bwMode="auto">
            <a:xfrm>
              <a:off x="693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6" name="Rectangle 1005"/>
            <p:cNvSpPr/>
            <p:nvPr/>
          </p:nvSpPr>
          <p:spPr bwMode="auto">
            <a:xfrm>
              <a:off x="739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7" name="Rectangle 1006"/>
            <p:cNvSpPr/>
            <p:nvPr/>
          </p:nvSpPr>
          <p:spPr bwMode="auto">
            <a:xfrm>
              <a:off x="739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8" name="Rectangle 1007"/>
            <p:cNvSpPr/>
            <p:nvPr/>
          </p:nvSpPr>
          <p:spPr bwMode="auto">
            <a:xfrm>
              <a:off x="739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9" name="Rectangle 1008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Rectangle 1009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2" name="Group 1017"/>
          <p:cNvGrpSpPr/>
          <p:nvPr/>
        </p:nvGrpSpPr>
        <p:grpSpPr>
          <a:xfrm>
            <a:off x="1143000" y="1905000"/>
            <a:ext cx="6400800" cy="2895600"/>
            <a:chOff x="1143000" y="1905000"/>
            <a:chExt cx="6400800" cy="2895600"/>
          </a:xfrm>
        </p:grpSpPr>
        <p:sp>
          <p:nvSpPr>
            <p:cNvPr id="583" name="Rectangle 582"/>
            <p:cNvSpPr/>
            <p:nvPr/>
          </p:nvSpPr>
          <p:spPr bwMode="auto">
            <a:xfrm>
              <a:off x="114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114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129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129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144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8" name="Rectangle 587"/>
            <p:cNvSpPr/>
            <p:nvPr/>
          </p:nvSpPr>
          <p:spPr bwMode="auto">
            <a:xfrm>
              <a:off x="144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447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160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160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175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175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190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190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1905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1600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752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1295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1143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1143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1143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1295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1143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205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266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220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220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205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1447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1600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266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266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2819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2819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2971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2971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2971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266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2819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2819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2971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1" name="Rectangle 640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3124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3124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3276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3276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3276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124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124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124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3276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3276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276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124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1752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1905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2819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2971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2971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2819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266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266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266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2819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2971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3124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3124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276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276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276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124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12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124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124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276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276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429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429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42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12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27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27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42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581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81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733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3733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3733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358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358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58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3733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3733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3733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358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27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42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42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27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12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12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12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27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42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58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733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3124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3886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886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886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886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886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886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886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4191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4038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4038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4191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4495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4343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4343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4343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4495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4495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4495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4343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4038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191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4191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4038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4038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4191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4343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4495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4038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4191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4191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4038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4648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4648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4648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4648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648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038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3" name="Rectangle 772"/>
            <p:cNvSpPr/>
            <p:nvPr/>
          </p:nvSpPr>
          <p:spPr bwMode="auto">
            <a:xfrm>
              <a:off x="4495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4" name="Rectangle 773"/>
            <p:cNvSpPr/>
            <p:nvPr/>
          </p:nvSpPr>
          <p:spPr bwMode="auto">
            <a:xfrm>
              <a:off x="4343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5" name="Rectangle 774"/>
            <p:cNvSpPr/>
            <p:nvPr/>
          </p:nvSpPr>
          <p:spPr bwMode="auto">
            <a:xfrm>
              <a:off x="4648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6" name="Rectangle 775"/>
            <p:cNvSpPr/>
            <p:nvPr/>
          </p:nvSpPr>
          <p:spPr bwMode="auto">
            <a:xfrm>
              <a:off x="3581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7" name="Rectangle 776"/>
            <p:cNvSpPr/>
            <p:nvPr/>
          </p:nvSpPr>
          <p:spPr bwMode="auto">
            <a:xfrm>
              <a:off x="3429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8" name="Rectangle 777"/>
            <p:cNvSpPr/>
            <p:nvPr/>
          </p:nvSpPr>
          <p:spPr bwMode="auto">
            <a:xfrm>
              <a:off x="3429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9" name="Rectangle 778"/>
            <p:cNvSpPr/>
            <p:nvPr/>
          </p:nvSpPr>
          <p:spPr bwMode="auto">
            <a:xfrm>
              <a:off x="3581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0" name="Rectangle 779"/>
            <p:cNvSpPr/>
            <p:nvPr/>
          </p:nvSpPr>
          <p:spPr bwMode="auto">
            <a:xfrm>
              <a:off x="3886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1" name="Rectangle 780"/>
            <p:cNvSpPr/>
            <p:nvPr/>
          </p:nvSpPr>
          <p:spPr bwMode="auto">
            <a:xfrm>
              <a:off x="3733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2" name="Rectangle 781"/>
            <p:cNvSpPr/>
            <p:nvPr/>
          </p:nvSpPr>
          <p:spPr bwMode="auto">
            <a:xfrm>
              <a:off x="3733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3" name="Rectangle 782"/>
            <p:cNvSpPr/>
            <p:nvPr/>
          </p:nvSpPr>
          <p:spPr bwMode="auto">
            <a:xfrm>
              <a:off x="3733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4" name="Rectangle 783"/>
            <p:cNvSpPr/>
            <p:nvPr/>
          </p:nvSpPr>
          <p:spPr bwMode="auto">
            <a:xfrm>
              <a:off x="3886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5" name="Rectangle 784"/>
            <p:cNvSpPr/>
            <p:nvPr/>
          </p:nvSpPr>
          <p:spPr bwMode="auto">
            <a:xfrm>
              <a:off x="3886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6" name="Rectangle 785"/>
            <p:cNvSpPr/>
            <p:nvPr/>
          </p:nvSpPr>
          <p:spPr bwMode="auto">
            <a:xfrm>
              <a:off x="3429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7" name="Rectangle 786"/>
            <p:cNvSpPr/>
            <p:nvPr/>
          </p:nvSpPr>
          <p:spPr bwMode="auto">
            <a:xfrm>
              <a:off x="3581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8" name="Rectangle 787"/>
            <p:cNvSpPr/>
            <p:nvPr/>
          </p:nvSpPr>
          <p:spPr bwMode="auto">
            <a:xfrm>
              <a:off x="3581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9" name="Rectangle 788"/>
            <p:cNvSpPr/>
            <p:nvPr/>
          </p:nvSpPr>
          <p:spPr bwMode="auto">
            <a:xfrm>
              <a:off x="3429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0" name="Rectangle 789"/>
            <p:cNvSpPr/>
            <p:nvPr/>
          </p:nvSpPr>
          <p:spPr bwMode="auto">
            <a:xfrm>
              <a:off x="3886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1" name="Rectangle 790"/>
            <p:cNvSpPr/>
            <p:nvPr/>
          </p:nvSpPr>
          <p:spPr bwMode="auto">
            <a:xfrm>
              <a:off x="3733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2" name="Rectangle 791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3" name="Rectangle 792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4" name="Rectangle 793"/>
            <p:cNvSpPr/>
            <p:nvPr/>
          </p:nvSpPr>
          <p:spPr bwMode="auto">
            <a:xfrm>
              <a:off x="586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5" name="Rectangle 794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6" name="Rectangle 795"/>
            <p:cNvSpPr/>
            <p:nvPr/>
          </p:nvSpPr>
          <p:spPr bwMode="auto">
            <a:xfrm>
              <a:off x="601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7" name="Rectangle 796"/>
            <p:cNvSpPr/>
            <p:nvPr/>
          </p:nvSpPr>
          <p:spPr bwMode="auto">
            <a:xfrm>
              <a:off x="495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8" name="Rectangle 797"/>
            <p:cNvSpPr/>
            <p:nvPr/>
          </p:nvSpPr>
          <p:spPr bwMode="auto">
            <a:xfrm>
              <a:off x="4800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9" name="Rectangle 798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0" name="Rectangle 799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6" name="Rectangle 805"/>
            <p:cNvSpPr/>
            <p:nvPr/>
          </p:nvSpPr>
          <p:spPr bwMode="auto">
            <a:xfrm>
              <a:off x="632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7" name="Rectangle 806"/>
            <p:cNvSpPr/>
            <p:nvPr/>
          </p:nvSpPr>
          <p:spPr bwMode="auto">
            <a:xfrm>
              <a:off x="617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9" name="Rectangle 808"/>
            <p:cNvSpPr/>
            <p:nvPr/>
          </p:nvSpPr>
          <p:spPr bwMode="auto">
            <a:xfrm>
              <a:off x="647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0" name="Rectangle 809"/>
            <p:cNvSpPr/>
            <p:nvPr/>
          </p:nvSpPr>
          <p:spPr bwMode="auto">
            <a:xfrm>
              <a:off x="647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1" name="Rectangle 810"/>
            <p:cNvSpPr/>
            <p:nvPr/>
          </p:nvSpPr>
          <p:spPr bwMode="auto">
            <a:xfrm>
              <a:off x="647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2" name="Rectangle 811"/>
            <p:cNvSpPr/>
            <p:nvPr/>
          </p:nvSpPr>
          <p:spPr bwMode="auto">
            <a:xfrm>
              <a:off x="647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3" name="Rectangle 812"/>
            <p:cNvSpPr/>
            <p:nvPr/>
          </p:nvSpPr>
          <p:spPr bwMode="auto">
            <a:xfrm>
              <a:off x="647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4" name="Rectangle 813"/>
            <p:cNvSpPr/>
            <p:nvPr/>
          </p:nvSpPr>
          <p:spPr bwMode="auto">
            <a:xfrm>
              <a:off x="647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5" name="Rectangle 814"/>
            <p:cNvSpPr/>
            <p:nvPr/>
          </p:nvSpPr>
          <p:spPr bwMode="auto">
            <a:xfrm>
              <a:off x="647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6" name="Rectangle 815"/>
            <p:cNvSpPr/>
            <p:nvPr/>
          </p:nvSpPr>
          <p:spPr bwMode="auto">
            <a:xfrm>
              <a:off x="647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7" name="Rectangle 816"/>
            <p:cNvSpPr/>
            <p:nvPr/>
          </p:nvSpPr>
          <p:spPr bwMode="auto">
            <a:xfrm>
              <a:off x="647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Rectangle 818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0" name="Rectangle 819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1" name="Rectangle 820"/>
            <p:cNvSpPr/>
            <p:nvPr/>
          </p:nvSpPr>
          <p:spPr bwMode="auto">
            <a:xfrm>
              <a:off x="586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2" name="Rectangle 821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3" name="Rectangle 822"/>
            <p:cNvSpPr/>
            <p:nvPr/>
          </p:nvSpPr>
          <p:spPr bwMode="auto">
            <a:xfrm>
              <a:off x="601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4" name="Rectangle 823"/>
            <p:cNvSpPr/>
            <p:nvPr/>
          </p:nvSpPr>
          <p:spPr bwMode="auto">
            <a:xfrm>
              <a:off x="495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5" name="Rectangle 824"/>
            <p:cNvSpPr/>
            <p:nvPr/>
          </p:nvSpPr>
          <p:spPr bwMode="auto">
            <a:xfrm>
              <a:off x="4800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6" name="Rectangle 825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7" name="Rectangle 826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8" name="Rectangle 827"/>
            <p:cNvSpPr/>
            <p:nvPr/>
          </p:nvSpPr>
          <p:spPr bwMode="auto">
            <a:xfrm>
              <a:off x="632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9" name="Rectangle 828"/>
            <p:cNvSpPr/>
            <p:nvPr/>
          </p:nvSpPr>
          <p:spPr bwMode="auto">
            <a:xfrm>
              <a:off x="617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Rectangle 829"/>
            <p:cNvSpPr/>
            <p:nvPr/>
          </p:nvSpPr>
          <p:spPr bwMode="auto">
            <a:xfrm>
              <a:off x="5562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Rectangle 830"/>
            <p:cNvSpPr/>
            <p:nvPr/>
          </p:nvSpPr>
          <p:spPr bwMode="auto">
            <a:xfrm>
              <a:off x="5410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Rectangle 831"/>
            <p:cNvSpPr/>
            <p:nvPr/>
          </p:nvSpPr>
          <p:spPr bwMode="auto">
            <a:xfrm>
              <a:off x="5867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Rectangle 832"/>
            <p:cNvSpPr/>
            <p:nvPr/>
          </p:nvSpPr>
          <p:spPr bwMode="auto">
            <a:xfrm>
              <a:off x="5715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4" name="Rectangle 833"/>
            <p:cNvSpPr/>
            <p:nvPr/>
          </p:nvSpPr>
          <p:spPr bwMode="auto">
            <a:xfrm>
              <a:off x="6019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5" name="Rectangle 834"/>
            <p:cNvSpPr/>
            <p:nvPr/>
          </p:nvSpPr>
          <p:spPr bwMode="auto">
            <a:xfrm>
              <a:off x="4953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Rectangle 835"/>
            <p:cNvSpPr/>
            <p:nvPr/>
          </p:nvSpPr>
          <p:spPr bwMode="auto">
            <a:xfrm>
              <a:off x="4800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Rectangle 836"/>
            <p:cNvSpPr/>
            <p:nvPr/>
          </p:nvSpPr>
          <p:spPr bwMode="auto">
            <a:xfrm>
              <a:off x="5257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Rectangle 837"/>
            <p:cNvSpPr/>
            <p:nvPr/>
          </p:nvSpPr>
          <p:spPr bwMode="auto">
            <a:xfrm>
              <a:off x="5105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Rectangle 838"/>
            <p:cNvSpPr/>
            <p:nvPr/>
          </p:nvSpPr>
          <p:spPr bwMode="auto">
            <a:xfrm>
              <a:off x="6324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0" name="Rectangle 839"/>
            <p:cNvSpPr/>
            <p:nvPr/>
          </p:nvSpPr>
          <p:spPr bwMode="auto">
            <a:xfrm>
              <a:off x="6172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1" name="Rectangle 840"/>
            <p:cNvSpPr/>
            <p:nvPr/>
          </p:nvSpPr>
          <p:spPr bwMode="auto">
            <a:xfrm>
              <a:off x="5562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2" name="Rectangle 841"/>
            <p:cNvSpPr/>
            <p:nvPr/>
          </p:nvSpPr>
          <p:spPr bwMode="auto">
            <a:xfrm>
              <a:off x="5410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3" name="Rectangle 842"/>
            <p:cNvSpPr/>
            <p:nvPr/>
          </p:nvSpPr>
          <p:spPr bwMode="auto">
            <a:xfrm>
              <a:off x="5867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Rectangle 843"/>
            <p:cNvSpPr/>
            <p:nvPr/>
          </p:nvSpPr>
          <p:spPr bwMode="auto">
            <a:xfrm>
              <a:off x="5715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5" name="Rectangle 844"/>
            <p:cNvSpPr/>
            <p:nvPr/>
          </p:nvSpPr>
          <p:spPr bwMode="auto">
            <a:xfrm>
              <a:off x="6019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6" name="Rectangle 845"/>
            <p:cNvSpPr/>
            <p:nvPr/>
          </p:nvSpPr>
          <p:spPr bwMode="auto">
            <a:xfrm>
              <a:off x="4953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7" name="Rectangle 846"/>
            <p:cNvSpPr/>
            <p:nvPr/>
          </p:nvSpPr>
          <p:spPr bwMode="auto">
            <a:xfrm>
              <a:off x="4800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8" name="Rectangle 847"/>
            <p:cNvSpPr/>
            <p:nvPr/>
          </p:nvSpPr>
          <p:spPr bwMode="auto">
            <a:xfrm>
              <a:off x="5257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9" name="Rectangle 848"/>
            <p:cNvSpPr/>
            <p:nvPr/>
          </p:nvSpPr>
          <p:spPr bwMode="auto">
            <a:xfrm>
              <a:off x="5105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0" name="Rectangle 849"/>
            <p:cNvSpPr/>
            <p:nvPr/>
          </p:nvSpPr>
          <p:spPr bwMode="auto">
            <a:xfrm>
              <a:off x="6324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1" name="Rectangle 850"/>
            <p:cNvSpPr/>
            <p:nvPr/>
          </p:nvSpPr>
          <p:spPr bwMode="auto">
            <a:xfrm>
              <a:off x="6172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2" name="Rectangle 851"/>
            <p:cNvSpPr/>
            <p:nvPr/>
          </p:nvSpPr>
          <p:spPr bwMode="auto">
            <a:xfrm>
              <a:off x="5562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3" name="Rectangle 852"/>
            <p:cNvSpPr/>
            <p:nvPr/>
          </p:nvSpPr>
          <p:spPr bwMode="auto">
            <a:xfrm>
              <a:off x="5410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4" name="Rectangle 853"/>
            <p:cNvSpPr/>
            <p:nvPr/>
          </p:nvSpPr>
          <p:spPr bwMode="auto">
            <a:xfrm>
              <a:off x="5867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5" name="Rectangle 854"/>
            <p:cNvSpPr/>
            <p:nvPr/>
          </p:nvSpPr>
          <p:spPr bwMode="auto">
            <a:xfrm>
              <a:off x="5715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6" name="Rectangle 855"/>
            <p:cNvSpPr/>
            <p:nvPr/>
          </p:nvSpPr>
          <p:spPr bwMode="auto">
            <a:xfrm>
              <a:off x="6019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7" name="Rectangle 856"/>
            <p:cNvSpPr/>
            <p:nvPr/>
          </p:nvSpPr>
          <p:spPr bwMode="auto">
            <a:xfrm>
              <a:off x="4953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8" name="Rectangle 857"/>
            <p:cNvSpPr/>
            <p:nvPr/>
          </p:nvSpPr>
          <p:spPr bwMode="auto">
            <a:xfrm>
              <a:off x="4800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9" name="Rectangle 858"/>
            <p:cNvSpPr/>
            <p:nvPr/>
          </p:nvSpPr>
          <p:spPr bwMode="auto">
            <a:xfrm>
              <a:off x="5257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0" name="Rectangle 859"/>
            <p:cNvSpPr/>
            <p:nvPr/>
          </p:nvSpPr>
          <p:spPr bwMode="auto">
            <a:xfrm>
              <a:off x="5105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1" name="Rectangle 860"/>
            <p:cNvSpPr/>
            <p:nvPr/>
          </p:nvSpPr>
          <p:spPr bwMode="auto">
            <a:xfrm>
              <a:off x="6324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2" name="Rectangle 861"/>
            <p:cNvSpPr/>
            <p:nvPr/>
          </p:nvSpPr>
          <p:spPr bwMode="auto">
            <a:xfrm>
              <a:off x="6172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3" name="Rectangle 862"/>
            <p:cNvSpPr/>
            <p:nvPr/>
          </p:nvSpPr>
          <p:spPr bwMode="auto">
            <a:xfrm>
              <a:off x="5562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4" name="Rectangle 863"/>
            <p:cNvSpPr/>
            <p:nvPr/>
          </p:nvSpPr>
          <p:spPr bwMode="auto">
            <a:xfrm>
              <a:off x="5410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5" name="Rectangle 864"/>
            <p:cNvSpPr/>
            <p:nvPr/>
          </p:nvSpPr>
          <p:spPr bwMode="auto">
            <a:xfrm>
              <a:off x="5867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6" name="Rectangle 865"/>
            <p:cNvSpPr/>
            <p:nvPr/>
          </p:nvSpPr>
          <p:spPr bwMode="auto">
            <a:xfrm>
              <a:off x="5715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7" name="Rectangle 866"/>
            <p:cNvSpPr/>
            <p:nvPr/>
          </p:nvSpPr>
          <p:spPr bwMode="auto">
            <a:xfrm>
              <a:off x="6019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8" name="Rectangle 867"/>
            <p:cNvSpPr/>
            <p:nvPr/>
          </p:nvSpPr>
          <p:spPr bwMode="auto">
            <a:xfrm>
              <a:off x="4953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9" name="Rectangle 868"/>
            <p:cNvSpPr/>
            <p:nvPr/>
          </p:nvSpPr>
          <p:spPr bwMode="auto">
            <a:xfrm>
              <a:off x="4800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0" name="Rectangle 869"/>
            <p:cNvSpPr/>
            <p:nvPr/>
          </p:nvSpPr>
          <p:spPr bwMode="auto">
            <a:xfrm>
              <a:off x="5257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1" name="Rectangle 870"/>
            <p:cNvSpPr/>
            <p:nvPr/>
          </p:nvSpPr>
          <p:spPr bwMode="auto">
            <a:xfrm>
              <a:off x="5105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2" name="Rectangle 871"/>
            <p:cNvSpPr/>
            <p:nvPr/>
          </p:nvSpPr>
          <p:spPr bwMode="auto">
            <a:xfrm>
              <a:off x="6324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3" name="Rectangle 872"/>
            <p:cNvSpPr/>
            <p:nvPr/>
          </p:nvSpPr>
          <p:spPr bwMode="auto">
            <a:xfrm>
              <a:off x="6172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4" name="Rectangle 873"/>
            <p:cNvSpPr/>
            <p:nvPr/>
          </p:nvSpPr>
          <p:spPr bwMode="auto">
            <a:xfrm>
              <a:off x="5562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5" name="Rectangle 874"/>
            <p:cNvSpPr/>
            <p:nvPr/>
          </p:nvSpPr>
          <p:spPr bwMode="auto">
            <a:xfrm>
              <a:off x="5410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6" name="Rectangle 875"/>
            <p:cNvSpPr/>
            <p:nvPr/>
          </p:nvSpPr>
          <p:spPr bwMode="auto">
            <a:xfrm>
              <a:off x="5867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7" name="Rectangle 876"/>
            <p:cNvSpPr/>
            <p:nvPr/>
          </p:nvSpPr>
          <p:spPr bwMode="auto">
            <a:xfrm>
              <a:off x="5715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8" name="Rectangle 877"/>
            <p:cNvSpPr/>
            <p:nvPr/>
          </p:nvSpPr>
          <p:spPr bwMode="auto">
            <a:xfrm>
              <a:off x="6019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9" name="Rectangle 878"/>
            <p:cNvSpPr/>
            <p:nvPr/>
          </p:nvSpPr>
          <p:spPr bwMode="auto">
            <a:xfrm>
              <a:off x="4953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0" name="Rectangle 879"/>
            <p:cNvSpPr/>
            <p:nvPr/>
          </p:nvSpPr>
          <p:spPr bwMode="auto">
            <a:xfrm>
              <a:off x="4800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1" name="Rectangle 880"/>
            <p:cNvSpPr/>
            <p:nvPr/>
          </p:nvSpPr>
          <p:spPr bwMode="auto">
            <a:xfrm>
              <a:off x="5257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2" name="Rectangle 881"/>
            <p:cNvSpPr/>
            <p:nvPr/>
          </p:nvSpPr>
          <p:spPr bwMode="auto">
            <a:xfrm>
              <a:off x="5105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3" name="Rectangle 882"/>
            <p:cNvSpPr/>
            <p:nvPr/>
          </p:nvSpPr>
          <p:spPr bwMode="auto">
            <a:xfrm>
              <a:off x="6324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4" name="Rectangle 883"/>
            <p:cNvSpPr/>
            <p:nvPr/>
          </p:nvSpPr>
          <p:spPr bwMode="auto">
            <a:xfrm>
              <a:off x="6172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5" name="Rectangle 884"/>
            <p:cNvSpPr/>
            <p:nvPr/>
          </p:nvSpPr>
          <p:spPr bwMode="auto">
            <a:xfrm>
              <a:off x="5562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6" name="Rectangle 885"/>
            <p:cNvSpPr/>
            <p:nvPr/>
          </p:nvSpPr>
          <p:spPr bwMode="auto">
            <a:xfrm>
              <a:off x="5410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7" name="Rectangle 886"/>
            <p:cNvSpPr/>
            <p:nvPr/>
          </p:nvSpPr>
          <p:spPr bwMode="auto">
            <a:xfrm>
              <a:off x="5867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8" name="Rectangle 887"/>
            <p:cNvSpPr/>
            <p:nvPr/>
          </p:nvSpPr>
          <p:spPr bwMode="auto">
            <a:xfrm>
              <a:off x="5715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9" name="Rectangle 888"/>
            <p:cNvSpPr/>
            <p:nvPr/>
          </p:nvSpPr>
          <p:spPr bwMode="auto">
            <a:xfrm>
              <a:off x="6019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0" name="Rectangle 889"/>
            <p:cNvSpPr/>
            <p:nvPr/>
          </p:nvSpPr>
          <p:spPr bwMode="auto">
            <a:xfrm>
              <a:off x="4953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1" name="Rectangle 890"/>
            <p:cNvSpPr/>
            <p:nvPr/>
          </p:nvSpPr>
          <p:spPr bwMode="auto">
            <a:xfrm>
              <a:off x="4800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2" name="Rectangle 891"/>
            <p:cNvSpPr/>
            <p:nvPr/>
          </p:nvSpPr>
          <p:spPr bwMode="auto">
            <a:xfrm>
              <a:off x="5257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3" name="Rectangle 892"/>
            <p:cNvSpPr/>
            <p:nvPr/>
          </p:nvSpPr>
          <p:spPr bwMode="auto">
            <a:xfrm>
              <a:off x="5105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4" name="Rectangle 893"/>
            <p:cNvSpPr/>
            <p:nvPr/>
          </p:nvSpPr>
          <p:spPr bwMode="auto">
            <a:xfrm>
              <a:off x="6324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5" name="Rectangle 894"/>
            <p:cNvSpPr/>
            <p:nvPr/>
          </p:nvSpPr>
          <p:spPr bwMode="auto">
            <a:xfrm>
              <a:off x="6172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6" name="Rectangle 895"/>
            <p:cNvSpPr/>
            <p:nvPr/>
          </p:nvSpPr>
          <p:spPr bwMode="auto">
            <a:xfrm>
              <a:off x="5562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7" name="Rectangle 896"/>
            <p:cNvSpPr/>
            <p:nvPr/>
          </p:nvSpPr>
          <p:spPr bwMode="auto">
            <a:xfrm>
              <a:off x="5410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8" name="Rectangle 897"/>
            <p:cNvSpPr/>
            <p:nvPr/>
          </p:nvSpPr>
          <p:spPr bwMode="auto">
            <a:xfrm>
              <a:off x="5867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9" name="Rectangle 898"/>
            <p:cNvSpPr/>
            <p:nvPr/>
          </p:nvSpPr>
          <p:spPr bwMode="auto">
            <a:xfrm>
              <a:off x="5715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0" name="Rectangle 899"/>
            <p:cNvSpPr/>
            <p:nvPr/>
          </p:nvSpPr>
          <p:spPr bwMode="auto">
            <a:xfrm>
              <a:off x="6019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1" name="Rectangle 900"/>
            <p:cNvSpPr/>
            <p:nvPr/>
          </p:nvSpPr>
          <p:spPr bwMode="auto">
            <a:xfrm>
              <a:off x="4953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2" name="Rectangle 901"/>
            <p:cNvSpPr/>
            <p:nvPr/>
          </p:nvSpPr>
          <p:spPr bwMode="auto">
            <a:xfrm>
              <a:off x="4800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3" name="Rectangle 902"/>
            <p:cNvSpPr/>
            <p:nvPr/>
          </p:nvSpPr>
          <p:spPr bwMode="auto">
            <a:xfrm>
              <a:off x="5257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4" name="Rectangle 903"/>
            <p:cNvSpPr/>
            <p:nvPr/>
          </p:nvSpPr>
          <p:spPr bwMode="auto">
            <a:xfrm>
              <a:off x="5105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5" name="Rectangle 904"/>
            <p:cNvSpPr/>
            <p:nvPr/>
          </p:nvSpPr>
          <p:spPr bwMode="auto">
            <a:xfrm>
              <a:off x="6324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6" name="Rectangle 905"/>
            <p:cNvSpPr/>
            <p:nvPr/>
          </p:nvSpPr>
          <p:spPr bwMode="auto">
            <a:xfrm>
              <a:off x="6172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7" name="Rectangle 906"/>
            <p:cNvSpPr/>
            <p:nvPr/>
          </p:nvSpPr>
          <p:spPr bwMode="auto">
            <a:xfrm>
              <a:off x="6477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8" name="Rectangle 907"/>
            <p:cNvSpPr/>
            <p:nvPr/>
          </p:nvSpPr>
          <p:spPr bwMode="auto">
            <a:xfrm>
              <a:off x="5562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9" name="Rectangle 908"/>
            <p:cNvSpPr/>
            <p:nvPr/>
          </p:nvSpPr>
          <p:spPr bwMode="auto">
            <a:xfrm>
              <a:off x="5410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0" name="Rectangle 909"/>
            <p:cNvSpPr/>
            <p:nvPr/>
          </p:nvSpPr>
          <p:spPr bwMode="auto">
            <a:xfrm>
              <a:off x="5867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1" name="Rectangle 910"/>
            <p:cNvSpPr/>
            <p:nvPr/>
          </p:nvSpPr>
          <p:spPr bwMode="auto">
            <a:xfrm>
              <a:off x="5715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2" name="Rectangle 911"/>
            <p:cNvSpPr/>
            <p:nvPr/>
          </p:nvSpPr>
          <p:spPr bwMode="auto">
            <a:xfrm>
              <a:off x="6019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3" name="Rectangle 912"/>
            <p:cNvSpPr/>
            <p:nvPr/>
          </p:nvSpPr>
          <p:spPr bwMode="auto">
            <a:xfrm>
              <a:off x="4953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4" name="Rectangle 913"/>
            <p:cNvSpPr/>
            <p:nvPr/>
          </p:nvSpPr>
          <p:spPr bwMode="auto">
            <a:xfrm>
              <a:off x="4800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5257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5105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6324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6172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6477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6477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6477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6477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5867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5867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6019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6324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6172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5867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6019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6324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6172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5867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6019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6324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6172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5867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6019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6324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6172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6477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5867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6019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6324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172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4648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4495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4648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4495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4648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4495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4648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6" name="Rectangle 975"/>
            <p:cNvSpPr/>
            <p:nvPr/>
          </p:nvSpPr>
          <p:spPr bwMode="auto">
            <a:xfrm>
              <a:off x="4495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7" name="Rectangle 976"/>
            <p:cNvSpPr/>
            <p:nvPr/>
          </p:nvSpPr>
          <p:spPr bwMode="auto">
            <a:xfrm>
              <a:off x="4648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8" name="Rectangle 977"/>
            <p:cNvSpPr/>
            <p:nvPr/>
          </p:nvSpPr>
          <p:spPr bwMode="auto">
            <a:xfrm>
              <a:off x="4495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9" name="Rectangle 978"/>
            <p:cNvSpPr/>
            <p:nvPr/>
          </p:nvSpPr>
          <p:spPr bwMode="auto">
            <a:xfrm>
              <a:off x="4648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0" name="Rectangle 979"/>
            <p:cNvSpPr/>
            <p:nvPr/>
          </p:nvSpPr>
          <p:spPr bwMode="auto">
            <a:xfrm>
              <a:off x="4495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1" name="Rectangle 980"/>
            <p:cNvSpPr/>
            <p:nvPr/>
          </p:nvSpPr>
          <p:spPr bwMode="auto">
            <a:xfrm>
              <a:off x="723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2" name="Rectangle 981"/>
            <p:cNvSpPr/>
            <p:nvPr/>
          </p:nvSpPr>
          <p:spPr bwMode="auto">
            <a:xfrm>
              <a:off x="723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3" name="Rectangle 982"/>
            <p:cNvSpPr/>
            <p:nvPr/>
          </p:nvSpPr>
          <p:spPr bwMode="auto">
            <a:xfrm>
              <a:off x="723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4" name="Rectangle 983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5" name="Rectangle 984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6" name="Rectangle 985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7" name="Rectangle 986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8" name="Rectangle 987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9" name="Rectangle 988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Rectangle 989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1" name="Rectangle 990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Rectangle 991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Rectangle 992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4" name="Rectangle 993"/>
            <p:cNvSpPr/>
            <p:nvPr/>
          </p:nvSpPr>
          <p:spPr bwMode="auto">
            <a:xfrm>
              <a:off x="6629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5" name="Rectangle 994"/>
            <p:cNvSpPr/>
            <p:nvPr/>
          </p:nvSpPr>
          <p:spPr bwMode="auto">
            <a:xfrm>
              <a:off x="6781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6" name="Rectangle 995"/>
            <p:cNvSpPr/>
            <p:nvPr/>
          </p:nvSpPr>
          <p:spPr bwMode="auto">
            <a:xfrm>
              <a:off x="708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7" name="Rectangle 996"/>
            <p:cNvSpPr/>
            <p:nvPr/>
          </p:nvSpPr>
          <p:spPr bwMode="auto">
            <a:xfrm>
              <a:off x="693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8" name="Rectangle 997"/>
            <p:cNvSpPr/>
            <p:nvPr/>
          </p:nvSpPr>
          <p:spPr bwMode="auto">
            <a:xfrm>
              <a:off x="6629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9" name="Rectangle 998"/>
            <p:cNvSpPr/>
            <p:nvPr/>
          </p:nvSpPr>
          <p:spPr bwMode="auto">
            <a:xfrm>
              <a:off x="6781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0" name="Rectangle 999"/>
            <p:cNvSpPr/>
            <p:nvPr/>
          </p:nvSpPr>
          <p:spPr bwMode="auto">
            <a:xfrm>
              <a:off x="708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1" name="Rectangle 1000"/>
            <p:cNvSpPr/>
            <p:nvPr/>
          </p:nvSpPr>
          <p:spPr bwMode="auto">
            <a:xfrm>
              <a:off x="693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2" name="Rectangle 1001"/>
            <p:cNvSpPr/>
            <p:nvPr/>
          </p:nvSpPr>
          <p:spPr bwMode="auto">
            <a:xfrm>
              <a:off x="6629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Rectangle 1002"/>
            <p:cNvSpPr/>
            <p:nvPr/>
          </p:nvSpPr>
          <p:spPr bwMode="auto">
            <a:xfrm>
              <a:off x="6781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4" name="Rectangle 1003"/>
            <p:cNvSpPr/>
            <p:nvPr/>
          </p:nvSpPr>
          <p:spPr bwMode="auto">
            <a:xfrm>
              <a:off x="708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5" name="Rectangle 1004"/>
            <p:cNvSpPr/>
            <p:nvPr/>
          </p:nvSpPr>
          <p:spPr bwMode="auto">
            <a:xfrm>
              <a:off x="693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6" name="Rectangle 1005"/>
            <p:cNvSpPr/>
            <p:nvPr/>
          </p:nvSpPr>
          <p:spPr bwMode="auto">
            <a:xfrm>
              <a:off x="739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7" name="Rectangle 1006"/>
            <p:cNvSpPr/>
            <p:nvPr/>
          </p:nvSpPr>
          <p:spPr bwMode="auto">
            <a:xfrm>
              <a:off x="739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8" name="Rectangle 1007"/>
            <p:cNvSpPr/>
            <p:nvPr/>
          </p:nvSpPr>
          <p:spPr bwMode="auto">
            <a:xfrm>
              <a:off x="739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9" name="Rectangle 1008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Rectangle 1009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1012" name="Rectangle 1011"/>
          <p:cNvSpPr/>
          <p:nvPr/>
        </p:nvSpPr>
        <p:spPr bwMode="auto">
          <a:xfrm>
            <a:off x="495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3" name="Rectangle 1012"/>
          <p:cNvSpPr/>
          <p:nvPr/>
        </p:nvSpPr>
        <p:spPr bwMode="auto">
          <a:xfrm>
            <a:off x="4800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4" name="Rectangle 1013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5" name="Rectangle 1014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6" name="Rectangle 1015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7" name="Rectangle 1016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9" name="Rectangle 1018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0" name="Rectangle 1019"/>
          <p:cNvSpPr/>
          <p:nvPr/>
        </p:nvSpPr>
        <p:spPr bwMode="auto">
          <a:xfrm>
            <a:off x="5867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1" name="Rectangle 1020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2" name="Rectangle 1021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3" name="Rectangle 1022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4" name="Rectangle 1023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5" name="Rectangle 1024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6" name="Rectangle 1025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7" name="Rectangle 1026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8" name="Rectangle 1027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9" name="Rectangle 1028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0" name="Rectangle 1029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1" name="Rectangle 1030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2" name="Rectangle 1031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3" name="Rectangle 1032"/>
          <p:cNvSpPr/>
          <p:nvPr/>
        </p:nvSpPr>
        <p:spPr bwMode="auto">
          <a:xfrm>
            <a:off x="7543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4" name="Rectangle 1033"/>
          <p:cNvSpPr/>
          <p:nvPr/>
        </p:nvSpPr>
        <p:spPr bwMode="auto">
          <a:xfrm>
            <a:off x="480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5" name="Rectangle 1034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6" name="Rectangle 1035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7" name="Rectangle 1036"/>
          <p:cNvSpPr/>
          <p:nvPr/>
        </p:nvSpPr>
        <p:spPr bwMode="auto">
          <a:xfrm>
            <a:off x="7543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8" name="Rectangle 1037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9" name="Rectangle 1038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0" name="Rectangle 1039"/>
          <p:cNvSpPr/>
          <p:nvPr/>
        </p:nvSpPr>
        <p:spPr bwMode="auto">
          <a:xfrm>
            <a:off x="6629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1" name="Rectangle 1040"/>
          <p:cNvSpPr/>
          <p:nvPr/>
        </p:nvSpPr>
        <p:spPr bwMode="auto">
          <a:xfrm>
            <a:off x="6629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2" name="Rectangle 1041"/>
          <p:cNvSpPr/>
          <p:nvPr/>
        </p:nvSpPr>
        <p:spPr bwMode="auto">
          <a:xfrm>
            <a:off x="66294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3" name="Rectangle 1042"/>
          <p:cNvSpPr/>
          <p:nvPr/>
        </p:nvSpPr>
        <p:spPr bwMode="auto">
          <a:xfrm>
            <a:off x="6629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4" name="Rectangle 1043"/>
          <p:cNvSpPr/>
          <p:nvPr/>
        </p:nvSpPr>
        <p:spPr bwMode="auto">
          <a:xfrm>
            <a:off x="6629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5" name="Rectangle 1044"/>
          <p:cNvSpPr/>
          <p:nvPr/>
        </p:nvSpPr>
        <p:spPr bwMode="auto">
          <a:xfrm>
            <a:off x="66294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6" name="Rectangle 1045"/>
          <p:cNvSpPr/>
          <p:nvPr/>
        </p:nvSpPr>
        <p:spPr bwMode="auto">
          <a:xfrm>
            <a:off x="6629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7" name="Rectangle 1046"/>
          <p:cNvSpPr/>
          <p:nvPr/>
        </p:nvSpPr>
        <p:spPr bwMode="auto">
          <a:xfrm>
            <a:off x="6629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8" name="Rectangle 1047"/>
          <p:cNvSpPr/>
          <p:nvPr/>
        </p:nvSpPr>
        <p:spPr bwMode="auto">
          <a:xfrm>
            <a:off x="5562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9" name="Rectangle 1048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0" name="Rectangle 1049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1" name="Rectangle 10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2" name="Rectangle 1051"/>
          <p:cNvSpPr/>
          <p:nvPr/>
        </p:nvSpPr>
        <p:spPr bwMode="auto">
          <a:xfrm>
            <a:off x="4343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3" name="Rectangle 1052"/>
          <p:cNvSpPr/>
          <p:nvPr/>
        </p:nvSpPr>
        <p:spPr bwMode="auto">
          <a:xfrm>
            <a:off x="43434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4" name="Rectangle 1053"/>
          <p:cNvSpPr/>
          <p:nvPr/>
        </p:nvSpPr>
        <p:spPr bwMode="auto">
          <a:xfrm>
            <a:off x="4343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5" name="Rectangle 1054"/>
          <p:cNvSpPr/>
          <p:nvPr/>
        </p:nvSpPr>
        <p:spPr bwMode="auto">
          <a:xfrm>
            <a:off x="4343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6" name="Rectangle 1055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7" name="Rectangle 1056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8" name="Rectangle 1057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9" name="Rectangle 105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0" name="Rectangle 1059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1" name="Rectangle 1060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2" name="Rectangle 1061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3" name="Rectangle 1062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4" name="Rectangle 1063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5" name="Rectangle 106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6" name="Rectangle 1065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7" name="Rectangle 1066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8" name="Rectangle 1067"/>
          <p:cNvSpPr/>
          <p:nvPr/>
        </p:nvSpPr>
        <p:spPr bwMode="auto">
          <a:xfrm>
            <a:off x="2514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9" name="Rectangle 1068"/>
          <p:cNvSpPr/>
          <p:nvPr/>
        </p:nvSpPr>
        <p:spPr bwMode="auto">
          <a:xfrm>
            <a:off x="25146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0" name="Rectangle 1069"/>
          <p:cNvSpPr/>
          <p:nvPr/>
        </p:nvSpPr>
        <p:spPr bwMode="auto">
          <a:xfrm>
            <a:off x="25146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1" name="Rectangle 1070"/>
          <p:cNvSpPr/>
          <p:nvPr/>
        </p:nvSpPr>
        <p:spPr bwMode="auto">
          <a:xfrm>
            <a:off x="2514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2" name="Rectangle 1071"/>
          <p:cNvSpPr/>
          <p:nvPr/>
        </p:nvSpPr>
        <p:spPr bwMode="auto">
          <a:xfrm>
            <a:off x="2667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3" name="Rectangle 1072"/>
          <p:cNvSpPr/>
          <p:nvPr/>
        </p:nvSpPr>
        <p:spPr bwMode="auto">
          <a:xfrm>
            <a:off x="2971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4" name="Rectangle 1073"/>
          <p:cNvSpPr/>
          <p:nvPr/>
        </p:nvSpPr>
        <p:spPr bwMode="auto">
          <a:xfrm>
            <a:off x="2819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5" name="Rectangle 1074"/>
          <p:cNvSpPr/>
          <p:nvPr/>
        </p:nvSpPr>
        <p:spPr bwMode="auto">
          <a:xfrm>
            <a:off x="32766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6" name="Rectangle 1075"/>
          <p:cNvSpPr/>
          <p:nvPr/>
        </p:nvSpPr>
        <p:spPr bwMode="auto">
          <a:xfrm>
            <a:off x="31242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7" name="Rectangle 1076"/>
          <p:cNvSpPr/>
          <p:nvPr/>
        </p:nvSpPr>
        <p:spPr bwMode="auto">
          <a:xfrm>
            <a:off x="3429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8" name="Rectangle 1077"/>
          <p:cNvSpPr/>
          <p:nvPr/>
        </p:nvSpPr>
        <p:spPr bwMode="auto">
          <a:xfrm>
            <a:off x="3429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9" name="Rectangle 1078"/>
          <p:cNvSpPr/>
          <p:nvPr/>
        </p:nvSpPr>
        <p:spPr bwMode="auto">
          <a:xfrm>
            <a:off x="3429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0" name="Rectangle 1079"/>
          <p:cNvSpPr/>
          <p:nvPr/>
        </p:nvSpPr>
        <p:spPr bwMode="auto">
          <a:xfrm>
            <a:off x="3429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1" name="Rectangle 1080"/>
          <p:cNvSpPr/>
          <p:nvPr/>
        </p:nvSpPr>
        <p:spPr bwMode="auto">
          <a:xfrm>
            <a:off x="3429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2" name="Rectangle 1081"/>
          <p:cNvSpPr/>
          <p:nvPr/>
        </p:nvSpPr>
        <p:spPr bwMode="auto">
          <a:xfrm>
            <a:off x="3429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3" name="Rectangle 1082"/>
          <p:cNvSpPr/>
          <p:nvPr/>
        </p:nvSpPr>
        <p:spPr bwMode="auto">
          <a:xfrm>
            <a:off x="37338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4" name="Rectangle 1083"/>
          <p:cNvSpPr/>
          <p:nvPr/>
        </p:nvSpPr>
        <p:spPr bwMode="auto">
          <a:xfrm>
            <a:off x="3581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5" name="Rectangle 1084"/>
          <p:cNvSpPr/>
          <p:nvPr/>
        </p:nvSpPr>
        <p:spPr bwMode="auto">
          <a:xfrm>
            <a:off x="40386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6" name="Rectangle 1085"/>
          <p:cNvSpPr/>
          <p:nvPr/>
        </p:nvSpPr>
        <p:spPr bwMode="auto">
          <a:xfrm>
            <a:off x="38862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7" name="Rectangle 1086"/>
          <p:cNvSpPr/>
          <p:nvPr/>
        </p:nvSpPr>
        <p:spPr bwMode="auto">
          <a:xfrm>
            <a:off x="4191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8" name="Rectangle 1087"/>
          <p:cNvSpPr/>
          <p:nvPr/>
        </p:nvSpPr>
        <p:spPr bwMode="auto">
          <a:xfrm>
            <a:off x="4495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9" name="Rectangle 1088"/>
          <p:cNvSpPr/>
          <p:nvPr/>
        </p:nvSpPr>
        <p:spPr bwMode="auto">
          <a:xfrm>
            <a:off x="4648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0" name="Rectangle 1089"/>
          <p:cNvSpPr/>
          <p:nvPr/>
        </p:nvSpPr>
        <p:spPr bwMode="auto">
          <a:xfrm>
            <a:off x="4953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1" name="Rectangle 1090"/>
          <p:cNvSpPr/>
          <p:nvPr/>
        </p:nvSpPr>
        <p:spPr bwMode="auto">
          <a:xfrm>
            <a:off x="4800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2" name="Rectangle 1091"/>
          <p:cNvSpPr/>
          <p:nvPr/>
        </p:nvSpPr>
        <p:spPr bwMode="auto">
          <a:xfrm>
            <a:off x="5257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3" name="Rectangle 1092"/>
          <p:cNvSpPr/>
          <p:nvPr/>
        </p:nvSpPr>
        <p:spPr bwMode="auto">
          <a:xfrm>
            <a:off x="5105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4" name="Rectangle 1093"/>
          <p:cNvSpPr/>
          <p:nvPr/>
        </p:nvSpPr>
        <p:spPr bwMode="auto">
          <a:xfrm>
            <a:off x="5410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5" name="Rectangle 1094"/>
          <p:cNvSpPr/>
          <p:nvPr/>
        </p:nvSpPr>
        <p:spPr bwMode="auto">
          <a:xfrm>
            <a:off x="6629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6" name="Rectangle 1095"/>
          <p:cNvSpPr/>
          <p:nvPr/>
        </p:nvSpPr>
        <p:spPr bwMode="auto">
          <a:xfrm>
            <a:off x="5715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7" name="Rectangle 1096"/>
          <p:cNvSpPr/>
          <p:nvPr/>
        </p:nvSpPr>
        <p:spPr bwMode="auto">
          <a:xfrm>
            <a:off x="6019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8" name="Rectangle 1097"/>
          <p:cNvSpPr/>
          <p:nvPr/>
        </p:nvSpPr>
        <p:spPr bwMode="auto">
          <a:xfrm>
            <a:off x="5867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9" name="Rectangle 1098"/>
          <p:cNvSpPr/>
          <p:nvPr/>
        </p:nvSpPr>
        <p:spPr bwMode="auto">
          <a:xfrm>
            <a:off x="6324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0" name="Rectangle 1099"/>
          <p:cNvSpPr/>
          <p:nvPr/>
        </p:nvSpPr>
        <p:spPr bwMode="auto">
          <a:xfrm>
            <a:off x="6172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1" name="Rectangle 1100"/>
          <p:cNvSpPr/>
          <p:nvPr/>
        </p:nvSpPr>
        <p:spPr bwMode="auto">
          <a:xfrm>
            <a:off x="6477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2" name="Rectangle 1101"/>
          <p:cNvSpPr/>
          <p:nvPr/>
        </p:nvSpPr>
        <p:spPr bwMode="auto">
          <a:xfrm>
            <a:off x="6629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3" name="Rectangle 1102"/>
          <p:cNvSpPr/>
          <p:nvPr/>
        </p:nvSpPr>
        <p:spPr bwMode="auto">
          <a:xfrm>
            <a:off x="6629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4" name="Rectangle 1103"/>
          <p:cNvSpPr/>
          <p:nvPr/>
        </p:nvSpPr>
        <p:spPr bwMode="auto">
          <a:xfrm>
            <a:off x="6629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5" name="Rectangle 1104"/>
          <p:cNvSpPr/>
          <p:nvPr/>
        </p:nvSpPr>
        <p:spPr bwMode="auto">
          <a:xfrm>
            <a:off x="66294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6" name="Rectangle 1105"/>
          <p:cNvSpPr/>
          <p:nvPr/>
        </p:nvSpPr>
        <p:spPr bwMode="auto">
          <a:xfrm>
            <a:off x="6934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7" name="Rectangle 1106"/>
          <p:cNvSpPr/>
          <p:nvPr/>
        </p:nvSpPr>
        <p:spPr bwMode="auto">
          <a:xfrm>
            <a:off x="6781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8" name="Rectangle 1107"/>
          <p:cNvSpPr/>
          <p:nvPr/>
        </p:nvSpPr>
        <p:spPr bwMode="auto">
          <a:xfrm>
            <a:off x="7239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9" name="Rectangle 1108"/>
          <p:cNvSpPr/>
          <p:nvPr/>
        </p:nvSpPr>
        <p:spPr bwMode="auto">
          <a:xfrm>
            <a:off x="7086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0" name="Rectangle 1109"/>
          <p:cNvSpPr/>
          <p:nvPr/>
        </p:nvSpPr>
        <p:spPr bwMode="auto">
          <a:xfrm>
            <a:off x="7543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1" name="Rectangle 1110"/>
          <p:cNvSpPr/>
          <p:nvPr/>
        </p:nvSpPr>
        <p:spPr bwMode="auto">
          <a:xfrm>
            <a:off x="7391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2" name="Rectangle 1111"/>
          <p:cNvSpPr/>
          <p:nvPr/>
        </p:nvSpPr>
        <p:spPr bwMode="auto">
          <a:xfrm>
            <a:off x="7543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3" name="Rectangle 1112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4" name="Rectangle 1113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5" name="Rectangle 1114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6" name="Rectangle 1115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7" name="Rectangle 1116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8" name="Rectangle 1117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9" name="Rectangle 1118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0" name="Rectangle 11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1" name="Rectangle 1120"/>
          <p:cNvSpPr/>
          <p:nvPr/>
        </p:nvSpPr>
        <p:spPr bwMode="auto">
          <a:xfrm>
            <a:off x="3124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2" name="Rectangle 1121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3" name="Rectangle 1122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4" name="Rectangle 1123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5" name="Rectangle 1124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6" name="Rectangle 1125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7" name="Rectangle 1126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8" name="Rectangle 1127"/>
          <p:cNvSpPr/>
          <p:nvPr/>
        </p:nvSpPr>
        <p:spPr bwMode="auto">
          <a:xfrm>
            <a:off x="4191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9" name="Rectangle 1128"/>
          <p:cNvSpPr/>
          <p:nvPr/>
        </p:nvSpPr>
        <p:spPr bwMode="auto">
          <a:xfrm>
            <a:off x="4038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0" name="Rectangle 1129"/>
          <p:cNvSpPr/>
          <p:nvPr/>
        </p:nvSpPr>
        <p:spPr bwMode="auto">
          <a:xfrm>
            <a:off x="40386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1" name="Rectangle 1130"/>
          <p:cNvSpPr/>
          <p:nvPr/>
        </p:nvSpPr>
        <p:spPr bwMode="auto">
          <a:xfrm>
            <a:off x="4038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2" name="Rectangle 1131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3" name="Rectangle 1132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4" name="Rectangle 1133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5" name="Rectangle 1134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6" name="Rectangle 1135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7" name="Rectangle 1136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8" name="Rectangle 1137"/>
          <p:cNvSpPr/>
          <p:nvPr/>
        </p:nvSpPr>
        <p:spPr bwMode="auto">
          <a:xfrm>
            <a:off x="2209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9" name="Rectangle 1138"/>
          <p:cNvSpPr/>
          <p:nvPr/>
        </p:nvSpPr>
        <p:spPr bwMode="auto">
          <a:xfrm>
            <a:off x="2057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0" name="Rectangle 1139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1" name="Rectangle 114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2" name="Rectangle 114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3" name="Rectangle 114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4" name="Rectangle 1143"/>
          <p:cNvSpPr/>
          <p:nvPr/>
        </p:nvSpPr>
        <p:spPr bwMode="auto">
          <a:xfrm>
            <a:off x="205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5" name="Rectangle 1144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6" name="Rectangle 1145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7" name="Rectangle 1146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8" name="Rectangle 1147"/>
          <p:cNvSpPr/>
          <p:nvPr/>
        </p:nvSpPr>
        <p:spPr bwMode="auto">
          <a:xfrm>
            <a:off x="114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9" name="Rectangle 1148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0" name="Rectangle 1149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1" name="Rectangle 1150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2" name="Rectangle 1151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3" name="Rectangle 1152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4" name="Rectangle 1153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5" name="Rectangle 1154"/>
          <p:cNvSpPr/>
          <p:nvPr/>
        </p:nvSpPr>
        <p:spPr bwMode="auto">
          <a:xfrm>
            <a:off x="1295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6" name="Rectangle 1155"/>
          <p:cNvSpPr/>
          <p:nvPr/>
        </p:nvSpPr>
        <p:spPr bwMode="auto">
          <a:xfrm>
            <a:off x="114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7" name="Rectangle 1156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8" name="Rectangle 115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9" name="Rectangle 1158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0" name="Rectangle 1159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1" name="Rectangle 1160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2" name="Rectangle 1161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3" name="Rectangle 1162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4" name="Rectangle 1163"/>
          <p:cNvSpPr/>
          <p:nvPr/>
        </p:nvSpPr>
        <p:spPr bwMode="auto">
          <a:xfrm>
            <a:off x="1600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5" name="Rectangle 1164"/>
          <p:cNvSpPr/>
          <p:nvPr/>
        </p:nvSpPr>
        <p:spPr bwMode="auto">
          <a:xfrm>
            <a:off x="1447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6" name="Rectangle 1165"/>
          <p:cNvSpPr/>
          <p:nvPr/>
        </p:nvSpPr>
        <p:spPr bwMode="auto">
          <a:xfrm>
            <a:off x="1905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7" name="Rectangle 1166"/>
          <p:cNvSpPr/>
          <p:nvPr/>
        </p:nvSpPr>
        <p:spPr bwMode="auto">
          <a:xfrm>
            <a:off x="1752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8" name="Rectangle 1167"/>
          <p:cNvSpPr/>
          <p:nvPr/>
        </p:nvSpPr>
        <p:spPr bwMode="auto">
          <a:xfrm>
            <a:off x="2057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9" name="Rectangle 1168"/>
          <p:cNvSpPr/>
          <p:nvPr/>
        </p:nvSpPr>
        <p:spPr bwMode="auto">
          <a:xfrm>
            <a:off x="2209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0" name="Rectangle 1169"/>
          <p:cNvSpPr/>
          <p:nvPr/>
        </p:nvSpPr>
        <p:spPr bwMode="auto">
          <a:xfrm>
            <a:off x="2362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8" name="TextBox 557"/>
          <p:cNvSpPr txBox="1"/>
          <p:nvPr/>
        </p:nvSpPr>
        <p:spPr>
          <a:xfrm>
            <a:off x="457200" y="914400"/>
            <a:ext cx="289053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1: Coat with RNA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2" name="Group 1017"/>
          <p:cNvGrpSpPr/>
          <p:nvPr/>
        </p:nvGrpSpPr>
        <p:grpSpPr>
          <a:xfrm>
            <a:off x="1143000" y="1905000"/>
            <a:ext cx="6400800" cy="2895600"/>
            <a:chOff x="1143000" y="1905000"/>
            <a:chExt cx="6400800" cy="2895600"/>
          </a:xfrm>
        </p:grpSpPr>
        <p:sp>
          <p:nvSpPr>
            <p:cNvPr id="583" name="Rectangle 582"/>
            <p:cNvSpPr/>
            <p:nvPr/>
          </p:nvSpPr>
          <p:spPr bwMode="auto">
            <a:xfrm>
              <a:off x="114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114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129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129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144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8" name="Rectangle 587"/>
            <p:cNvSpPr/>
            <p:nvPr/>
          </p:nvSpPr>
          <p:spPr bwMode="auto">
            <a:xfrm>
              <a:off x="144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447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160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160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175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175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190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190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1905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1600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752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1295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1143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1143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1143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1295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1143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205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266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220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220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205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1447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1600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266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266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2819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2819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2971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2971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2971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266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2819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2819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2971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1" name="Rectangle 640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3124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3124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3276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3276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3276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124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124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124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3276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3276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276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124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1752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1905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2819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2971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2971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2819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266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266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266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2819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2971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3124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3124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276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276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276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124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12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124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124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276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276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429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429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42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12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27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27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42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581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81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733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3733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3733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358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358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58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3733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3733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3733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358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27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42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42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27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12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12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12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27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42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58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733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3124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3886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886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886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886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886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886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886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4191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4038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4038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4191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4495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4343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4343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4343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4495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4495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4495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4343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4038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191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4191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4038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4038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4191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4343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4495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4038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4191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4191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4038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4648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4648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4648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4648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648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038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3" name="Rectangle 772"/>
            <p:cNvSpPr/>
            <p:nvPr/>
          </p:nvSpPr>
          <p:spPr bwMode="auto">
            <a:xfrm>
              <a:off x="4495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4" name="Rectangle 773"/>
            <p:cNvSpPr/>
            <p:nvPr/>
          </p:nvSpPr>
          <p:spPr bwMode="auto">
            <a:xfrm>
              <a:off x="4343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5" name="Rectangle 774"/>
            <p:cNvSpPr/>
            <p:nvPr/>
          </p:nvSpPr>
          <p:spPr bwMode="auto">
            <a:xfrm>
              <a:off x="4648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6" name="Rectangle 775"/>
            <p:cNvSpPr/>
            <p:nvPr/>
          </p:nvSpPr>
          <p:spPr bwMode="auto">
            <a:xfrm>
              <a:off x="3581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7" name="Rectangle 776"/>
            <p:cNvSpPr/>
            <p:nvPr/>
          </p:nvSpPr>
          <p:spPr bwMode="auto">
            <a:xfrm>
              <a:off x="3429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8" name="Rectangle 777"/>
            <p:cNvSpPr/>
            <p:nvPr/>
          </p:nvSpPr>
          <p:spPr bwMode="auto">
            <a:xfrm>
              <a:off x="3429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9" name="Rectangle 778"/>
            <p:cNvSpPr/>
            <p:nvPr/>
          </p:nvSpPr>
          <p:spPr bwMode="auto">
            <a:xfrm>
              <a:off x="3581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0" name="Rectangle 779"/>
            <p:cNvSpPr/>
            <p:nvPr/>
          </p:nvSpPr>
          <p:spPr bwMode="auto">
            <a:xfrm>
              <a:off x="3886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1" name="Rectangle 780"/>
            <p:cNvSpPr/>
            <p:nvPr/>
          </p:nvSpPr>
          <p:spPr bwMode="auto">
            <a:xfrm>
              <a:off x="3733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2" name="Rectangle 781"/>
            <p:cNvSpPr/>
            <p:nvPr/>
          </p:nvSpPr>
          <p:spPr bwMode="auto">
            <a:xfrm>
              <a:off x="3733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3" name="Rectangle 782"/>
            <p:cNvSpPr/>
            <p:nvPr/>
          </p:nvSpPr>
          <p:spPr bwMode="auto">
            <a:xfrm>
              <a:off x="3733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4" name="Rectangle 783"/>
            <p:cNvSpPr/>
            <p:nvPr/>
          </p:nvSpPr>
          <p:spPr bwMode="auto">
            <a:xfrm>
              <a:off x="3886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5" name="Rectangle 784"/>
            <p:cNvSpPr/>
            <p:nvPr/>
          </p:nvSpPr>
          <p:spPr bwMode="auto">
            <a:xfrm>
              <a:off x="3886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6" name="Rectangle 785"/>
            <p:cNvSpPr/>
            <p:nvPr/>
          </p:nvSpPr>
          <p:spPr bwMode="auto">
            <a:xfrm>
              <a:off x="3429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7" name="Rectangle 786"/>
            <p:cNvSpPr/>
            <p:nvPr/>
          </p:nvSpPr>
          <p:spPr bwMode="auto">
            <a:xfrm>
              <a:off x="3581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8" name="Rectangle 787"/>
            <p:cNvSpPr/>
            <p:nvPr/>
          </p:nvSpPr>
          <p:spPr bwMode="auto">
            <a:xfrm>
              <a:off x="3581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9" name="Rectangle 788"/>
            <p:cNvSpPr/>
            <p:nvPr/>
          </p:nvSpPr>
          <p:spPr bwMode="auto">
            <a:xfrm>
              <a:off x="3429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0" name="Rectangle 789"/>
            <p:cNvSpPr/>
            <p:nvPr/>
          </p:nvSpPr>
          <p:spPr bwMode="auto">
            <a:xfrm>
              <a:off x="3886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1" name="Rectangle 790"/>
            <p:cNvSpPr/>
            <p:nvPr/>
          </p:nvSpPr>
          <p:spPr bwMode="auto">
            <a:xfrm>
              <a:off x="3733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2" name="Rectangle 791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3" name="Rectangle 792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4" name="Rectangle 793"/>
            <p:cNvSpPr/>
            <p:nvPr/>
          </p:nvSpPr>
          <p:spPr bwMode="auto">
            <a:xfrm>
              <a:off x="586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5" name="Rectangle 794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6" name="Rectangle 795"/>
            <p:cNvSpPr/>
            <p:nvPr/>
          </p:nvSpPr>
          <p:spPr bwMode="auto">
            <a:xfrm>
              <a:off x="601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7" name="Rectangle 796"/>
            <p:cNvSpPr/>
            <p:nvPr/>
          </p:nvSpPr>
          <p:spPr bwMode="auto">
            <a:xfrm>
              <a:off x="495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8" name="Rectangle 797"/>
            <p:cNvSpPr/>
            <p:nvPr/>
          </p:nvSpPr>
          <p:spPr bwMode="auto">
            <a:xfrm>
              <a:off x="4800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9" name="Rectangle 798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0" name="Rectangle 799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6" name="Rectangle 805"/>
            <p:cNvSpPr/>
            <p:nvPr/>
          </p:nvSpPr>
          <p:spPr bwMode="auto">
            <a:xfrm>
              <a:off x="632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7" name="Rectangle 806"/>
            <p:cNvSpPr/>
            <p:nvPr/>
          </p:nvSpPr>
          <p:spPr bwMode="auto">
            <a:xfrm>
              <a:off x="617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9" name="Rectangle 808"/>
            <p:cNvSpPr/>
            <p:nvPr/>
          </p:nvSpPr>
          <p:spPr bwMode="auto">
            <a:xfrm>
              <a:off x="647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0" name="Rectangle 809"/>
            <p:cNvSpPr/>
            <p:nvPr/>
          </p:nvSpPr>
          <p:spPr bwMode="auto">
            <a:xfrm>
              <a:off x="647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1" name="Rectangle 810"/>
            <p:cNvSpPr/>
            <p:nvPr/>
          </p:nvSpPr>
          <p:spPr bwMode="auto">
            <a:xfrm>
              <a:off x="647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2" name="Rectangle 811"/>
            <p:cNvSpPr/>
            <p:nvPr/>
          </p:nvSpPr>
          <p:spPr bwMode="auto">
            <a:xfrm>
              <a:off x="647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3" name="Rectangle 812"/>
            <p:cNvSpPr/>
            <p:nvPr/>
          </p:nvSpPr>
          <p:spPr bwMode="auto">
            <a:xfrm>
              <a:off x="647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4" name="Rectangle 813"/>
            <p:cNvSpPr/>
            <p:nvPr/>
          </p:nvSpPr>
          <p:spPr bwMode="auto">
            <a:xfrm>
              <a:off x="647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5" name="Rectangle 814"/>
            <p:cNvSpPr/>
            <p:nvPr/>
          </p:nvSpPr>
          <p:spPr bwMode="auto">
            <a:xfrm>
              <a:off x="647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6" name="Rectangle 815"/>
            <p:cNvSpPr/>
            <p:nvPr/>
          </p:nvSpPr>
          <p:spPr bwMode="auto">
            <a:xfrm>
              <a:off x="647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7" name="Rectangle 816"/>
            <p:cNvSpPr/>
            <p:nvPr/>
          </p:nvSpPr>
          <p:spPr bwMode="auto">
            <a:xfrm>
              <a:off x="647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Rectangle 818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0" name="Rectangle 819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1" name="Rectangle 820"/>
            <p:cNvSpPr/>
            <p:nvPr/>
          </p:nvSpPr>
          <p:spPr bwMode="auto">
            <a:xfrm>
              <a:off x="586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2" name="Rectangle 821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3" name="Rectangle 822"/>
            <p:cNvSpPr/>
            <p:nvPr/>
          </p:nvSpPr>
          <p:spPr bwMode="auto">
            <a:xfrm>
              <a:off x="601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4" name="Rectangle 823"/>
            <p:cNvSpPr/>
            <p:nvPr/>
          </p:nvSpPr>
          <p:spPr bwMode="auto">
            <a:xfrm>
              <a:off x="495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5" name="Rectangle 824"/>
            <p:cNvSpPr/>
            <p:nvPr/>
          </p:nvSpPr>
          <p:spPr bwMode="auto">
            <a:xfrm>
              <a:off x="4800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6" name="Rectangle 825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7" name="Rectangle 826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8" name="Rectangle 827"/>
            <p:cNvSpPr/>
            <p:nvPr/>
          </p:nvSpPr>
          <p:spPr bwMode="auto">
            <a:xfrm>
              <a:off x="632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9" name="Rectangle 828"/>
            <p:cNvSpPr/>
            <p:nvPr/>
          </p:nvSpPr>
          <p:spPr bwMode="auto">
            <a:xfrm>
              <a:off x="617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Rectangle 829"/>
            <p:cNvSpPr/>
            <p:nvPr/>
          </p:nvSpPr>
          <p:spPr bwMode="auto">
            <a:xfrm>
              <a:off x="5562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Rectangle 830"/>
            <p:cNvSpPr/>
            <p:nvPr/>
          </p:nvSpPr>
          <p:spPr bwMode="auto">
            <a:xfrm>
              <a:off x="5410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Rectangle 831"/>
            <p:cNvSpPr/>
            <p:nvPr/>
          </p:nvSpPr>
          <p:spPr bwMode="auto">
            <a:xfrm>
              <a:off x="5867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Rectangle 832"/>
            <p:cNvSpPr/>
            <p:nvPr/>
          </p:nvSpPr>
          <p:spPr bwMode="auto">
            <a:xfrm>
              <a:off x="5715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4" name="Rectangle 833"/>
            <p:cNvSpPr/>
            <p:nvPr/>
          </p:nvSpPr>
          <p:spPr bwMode="auto">
            <a:xfrm>
              <a:off x="6019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5" name="Rectangle 834"/>
            <p:cNvSpPr/>
            <p:nvPr/>
          </p:nvSpPr>
          <p:spPr bwMode="auto">
            <a:xfrm>
              <a:off x="4953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Rectangle 835"/>
            <p:cNvSpPr/>
            <p:nvPr/>
          </p:nvSpPr>
          <p:spPr bwMode="auto">
            <a:xfrm>
              <a:off x="4800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Rectangle 836"/>
            <p:cNvSpPr/>
            <p:nvPr/>
          </p:nvSpPr>
          <p:spPr bwMode="auto">
            <a:xfrm>
              <a:off x="5257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Rectangle 837"/>
            <p:cNvSpPr/>
            <p:nvPr/>
          </p:nvSpPr>
          <p:spPr bwMode="auto">
            <a:xfrm>
              <a:off x="5105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Rectangle 838"/>
            <p:cNvSpPr/>
            <p:nvPr/>
          </p:nvSpPr>
          <p:spPr bwMode="auto">
            <a:xfrm>
              <a:off x="6324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0" name="Rectangle 839"/>
            <p:cNvSpPr/>
            <p:nvPr/>
          </p:nvSpPr>
          <p:spPr bwMode="auto">
            <a:xfrm>
              <a:off x="6172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1" name="Rectangle 840"/>
            <p:cNvSpPr/>
            <p:nvPr/>
          </p:nvSpPr>
          <p:spPr bwMode="auto">
            <a:xfrm>
              <a:off x="5562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2" name="Rectangle 841"/>
            <p:cNvSpPr/>
            <p:nvPr/>
          </p:nvSpPr>
          <p:spPr bwMode="auto">
            <a:xfrm>
              <a:off x="5410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3" name="Rectangle 842"/>
            <p:cNvSpPr/>
            <p:nvPr/>
          </p:nvSpPr>
          <p:spPr bwMode="auto">
            <a:xfrm>
              <a:off x="5867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Rectangle 843"/>
            <p:cNvSpPr/>
            <p:nvPr/>
          </p:nvSpPr>
          <p:spPr bwMode="auto">
            <a:xfrm>
              <a:off x="5715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5" name="Rectangle 844"/>
            <p:cNvSpPr/>
            <p:nvPr/>
          </p:nvSpPr>
          <p:spPr bwMode="auto">
            <a:xfrm>
              <a:off x="6019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6" name="Rectangle 845"/>
            <p:cNvSpPr/>
            <p:nvPr/>
          </p:nvSpPr>
          <p:spPr bwMode="auto">
            <a:xfrm>
              <a:off x="4953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7" name="Rectangle 846"/>
            <p:cNvSpPr/>
            <p:nvPr/>
          </p:nvSpPr>
          <p:spPr bwMode="auto">
            <a:xfrm>
              <a:off x="4800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8" name="Rectangle 847"/>
            <p:cNvSpPr/>
            <p:nvPr/>
          </p:nvSpPr>
          <p:spPr bwMode="auto">
            <a:xfrm>
              <a:off x="5257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9" name="Rectangle 848"/>
            <p:cNvSpPr/>
            <p:nvPr/>
          </p:nvSpPr>
          <p:spPr bwMode="auto">
            <a:xfrm>
              <a:off x="5105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0" name="Rectangle 849"/>
            <p:cNvSpPr/>
            <p:nvPr/>
          </p:nvSpPr>
          <p:spPr bwMode="auto">
            <a:xfrm>
              <a:off x="6324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1" name="Rectangle 850"/>
            <p:cNvSpPr/>
            <p:nvPr/>
          </p:nvSpPr>
          <p:spPr bwMode="auto">
            <a:xfrm>
              <a:off x="6172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2" name="Rectangle 851"/>
            <p:cNvSpPr/>
            <p:nvPr/>
          </p:nvSpPr>
          <p:spPr bwMode="auto">
            <a:xfrm>
              <a:off x="5562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3" name="Rectangle 852"/>
            <p:cNvSpPr/>
            <p:nvPr/>
          </p:nvSpPr>
          <p:spPr bwMode="auto">
            <a:xfrm>
              <a:off x="5410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4" name="Rectangle 853"/>
            <p:cNvSpPr/>
            <p:nvPr/>
          </p:nvSpPr>
          <p:spPr bwMode="auto">
            <a:xfrm>
              <a:off x="5867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5" name="Rectangle 854"/>
            <p:cNvSpPr/>
            <p:nvPr/>
          </p:nvSpPr>
          <p:spPr bwMode="auto">
            <a:xfrm>
              <a:off x="5715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6" name="Rectangle 855"/>
            <p:cNvSpPr/>
            <p:nvPr/>
          </p:nvSpPr>
          <p:spPr bwMode="auto">
            <a:xfrm>
              <a:off x="6019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7" name="Rectangle 856"/>
            <p:cNvSpPr/>
            <p:nvPr/>
          </p:nvSpPr>
          <p:spPr bwMode="auto">
            <a:xfrm>
              <a:off x="4953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8" name="Rectangle 857"/>
            <p:cNvSpPr/>
            <p:nvPr/>
          </p:nvSpPr>
          <p:spPr bwMode="auto">
            <a:xfrm>
              <a:off x="4800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9" name="Rectangle 858"/>
            <p:cNvSpPr/>
            <p:nvPr/>
          </p:nvSpPr>
          <p:spPr bwMode="auto">
            <a:xfrm>
              <a:off x="5257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0" name="Rectangle 859"/>
            <p:cNvSpPr/>
            <p:nvPr/>
          </p:nvSpPr>
          <p:spPr bwMode="auto">
            <a:xfrm>
              <a:off x="5105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1" name="Rectangle 860"/>
            <p:cNvSpPr/>
            <p:nvPr/>
          </p:nvSpPr>
          <p:spPr bwMode="auto">
            <a:xfrm>
              <a:off x="6324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2" name="Rectangle 861"/>
            <p:cNvSpPr/>
            <p:nvPr/>
          </p:nvSpPr>
          <p:spPr bwMode="auto">
            <a:xfrm>
              <a:off x="6172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3" name="Rectangle 862"/>
            <p:cNvSpPr/>
            <p:nvPr/>
          </p:nvSpPr>
          <p:spPr bwMode="auto">
            <a:xfrm>
              <a:off x="5562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4" name="Rectangle 863"/>
            <p:cNvSpPr/>
            <p:nvPr/>
          </p:nvSpPr>
          <p:spPr bwMode="auto">
            <a:xfrm>
              <a:off x="5410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5" name="Rectangle 864"/>
            <p:cNvSpPr/>
            <p:nvPr/>
          </p:nvSpPr>
          <p:spPr bwMode="auto">
            <a:xfrm>
              <a:off x="5867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6" name="Rectangle 865"/>
            <p:cNvSpPr/>
            <p:nvPr/>
          </p:nvSpPr>
          <p:spPr bwMode="auto">
            <a:xfrm>
              <a:off x="5715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7" name="Rectangle 866"/>
            <p:cNvSpPr/>
            <p:nvPr/>
          </p:nvSpPr>
          <p:spPr bwMode="auto">
            <a:xfrm>
              <a:off x="6019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8" name="Rectangle 867"/>
            <p:cNvSpPr/>
            <p:nvPr/>
          </p:nvSpPr>
          <p:spPr bwMode="auto">
            <a:xfrm>
              <a:off x="4953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9" name="Rectangle 868"/>
            <p:cNvSpPr/>
            <p:nvPr/>
          </p:nvSpPr>
          <p:spPr bwMode="auto">
            <a:xfrm>
              <a:off x="4800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0" name="Rectangle 869"/>
            <p:cNvSpPr/>
            <p:nvPr/>
          </p:nvSpPr>
          <p:spPr bwMode="auto">
            <a:xfrm>
              <a:off x="5257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1" name="Rectangle 870"/>
            <p:cNvSpPr/>
            <p:nvPr/>
          </p:nvSpPr>
          <p:spPr bwMode="auto">
            <a:xfrm>
              <a:off x="5105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2" name="Rectangle 871"/>
            <p:cNvSpPr/>
            <p:nvPr/>
          </p:nvSpPr>
          <p:spPr bwMode="auto">
            <a:xfrm>
              <a:off x="6324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3" name="Rectangle 872"/>
            <p:cNvSpPr/>
            <p:nvPr/>
          </p:nvSpPr>
          <p:spPr bwMode="auto">
            <a:xfrm>
              <a:off x="6172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4" name="Rectangle 873"/>
            <p:cNvSpPr/>
            <p:nvPr/>
          </p:nvSpPr>
          <p:spPr bwMode="auto">
            <a:xfrm>
              <a:off x="5562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5" name="Rectangle 874"/>
            <p:cNvSpPr/>
            <p:nvPr/>
          </p:nvSpPr>
          <p:spPr bwMode="auto">
            <a:xfrm>
              <a:off x="5410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6" name="Rectangle 875"/>
            <p:cNvSpPr/>
            <p:nvPr/>
          </p:nvSpPr>
          <p:spPr bwMode="auto">
            <a:xfrm>
              <a:off x="5867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7" name="Rectangle 876"/>
            <p:cNvSpPr/>
            <p:nvPr/>
          </p:nvSpPr>
          <p:spPr bwMode="auto">
            <a:xfrm>
              <a:off x="5715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8" name="Rectangle 877"/>
            <p:cNvSpPr/>
            <p:nvPr/>
          </p:nvSpPr>
          <p:spPr bwMode="auto">
            <a:xfrm>
              <a:off x="6019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9" name="Rectangle 878"/>
            <p:cNvSpPr/>
            <p:nvPr/>
          </p:nvSpPr>
          <p:spPr bwMode="auto">
            <a:xfrm>
              <a:off x="4953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0" name="Rectangle 879"/>
            <p:cNvSpPr/>
            <p:nvPr/>
          </p:nvSpPr>
          <p:spPr bwMode="auto">
            <a:xfrm>
              <a:off x="4800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1" name="Rectangle 880"/>
            <p:cNvSpPr/>
            <p:nvPr/>
          </p:nvSpPr>
          <p:spPr bwMode="auto">
            <a:xfrm>
              <a:off x="5257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2" name="Rectangle 881"/>
            <p:cNvSpPr/>
            <p:nvPr/>
          </p:nvSpPr>
          <p:spPr bwMode="auto">
            <a:xfrm>
              <a:off x="5105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3" name="Rectangle 882"/>
            <p:cNvSpPr/>
            <p:nvPr/>
          </p:nvSpPr>
          <p:spPr bwMode="auto">
            <a:xfrm>
              <a:off x="6324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4" name="Rectangle 883"/>
            <p:cNvSpPr/>
            <p:nvPr/>
          </p:nvSpPr>
          <p:spPr bwMode="auto">
            <a:xfrm>
              <a:off x="6172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5" name="Rectangle 884"/>
            <p:cNvSpPr/>
            <p:nvPr/>
          </p:nvSpPr>
          <p:spPr bwMode="auto">
            <a:xfrm>
              <a:off x="5562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6" name="Rectangle 885"/>
            <p:cNvSpPr/>
            <p:nvPr/>
          </p:nvSpPr>
          <p:spPr bwMode="auto">
            <a:xfrm>
              <a:off x="5410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7" name="Rectangle 886"/>
            <p:cNvSpPr/>
            <p:nvPr/>
          </p:nvSpPr>
          <p:spPr bwMode="auto">
            <a:xfrm>
              <a:off x="5867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8" name="Rectangle 887"/>
            <p:cNvSpPr/>
            <p:nvPr/>
          </p:nvSpPr>
          <p:spPr bwMode="auto">
            <a:xfrm>
              <a:off x="5715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9" name="Rectangle 888"/>
            <p:cNvSpPr/>
            <p:nvPr/>
          </p:nvSpPr>
          <p:spPr bwMode="auto">
            <a:xfrm>
              <a:off x="6019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0" name="Rectangle 889"/>
            <p:cNvSpPr/>
            <p:nvPr/>
          </p:nvSpPr>
          <p:spPr bwMode="auto">
            <a:xfrm>
              <a:off x="4953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1" name="Rectangle 890"/>
            <p:cNvSpPr/>
            <p:nvPr/>
          </p:nvSpPr>
          <p:spPr bwMode="auto">
            <a:xfrm>
              <a:off x="4800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2" name="Rectangle 891"/>
            <p:cNvSpPr/>
            <p:nvPr/>
          </p:nvSpPr>
          <p:spPr bwMode="auto">
            <a:xfrm>
              <a:off x="5257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3" name="Rectangle 892"/>
            <p:cNvSpPr/>
            <p:nvPr/>
          </p:nvSpPr>
          <p:spPr bwMode="auto">
            <a:xfrm>
              <a:off x="5105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4" name="Rectangle 893"/>
            <p:cNvSpPr/>
            <p:nvPr/>
          </p:nvSpPr>
          <p:spPr bwMode="auto">
            <a:xfrm>
              <a:off x="6324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5" name="Rectangle 894"/>
            <p:cNvSpPr/>
            <p:nvPr/>
          </p:nvSpPr>
          <p:spPr bwMode="auto">
            <a:xfrm>
              <a:off x="6172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6" name="Rectangle 895"/>
            <p:cNvSpPr/>
            <p:nvPr/>
          </p:nvSpPr>
          <p:spPr bwMode="auto">
            <a:xfrm>
              <a:off x="5562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7" name="Rectangle 896"/>
            <p:cNvSpPr/>
            <p:nvPr/>
          </p:nvSpPr>
          <p:spPr bwMode="auto">
            <a:xfrm>
              <a:off x="5410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8" name="Rectangle 897"/>
            <p:cNvSpPr/>
            <p:nvPr/>
          </p:nvSpPr>
          <p:spPr bwMode="auto">
            <a:xfrm>
              <a:off x="5867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9" name="Rectangle 898"/>
            <p:cNvSpPr/>
            <p:nvPr/>
          </p:nvSpPr>
          <p:spPr bwMode="auto">
            <a:xfrm>
              <a:off x="5715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0" name="Rectangle 899"/>
            <p:cNvSpPr/>
            <p:nvPr/>
          </p:nvSpPr>
          <p:spPr bwMode="auto">
            <a:xfrm>
              <a:off x="6019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1" name="Rectangle 900"/>
            <p:cNvSpPr/>
            <p:nvPr/>
          </p:nvSpPr>
          <p:spPr bwMode="auto">
            <a:xfrm>
              <a:off x="4953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2" name="Rectangle 901"/>
            <p:cNvSpPr/>
            <p:nvPr/>
          </p:nvSpPr>
          <p:spPr bwMode="auto">
            <a:xfrm>
              <a:off x="4800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3" name="Rectangle 902"/>
            <p:cNvSpPr/>
            <p:nvPr/>
          </p:nvSpPr>
          <p:spPr bwMode="auto">
            <a:xfrm>
              <a:off x="5257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4" name="Rectangle 903"/>
            <p:cNvSpPr/>
            <p:nvPr/>
          </p:nvSpPr>
          <p:spPr bwMode="auto">
            <a:xfrm>
              <a:off x="5105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5" name="Rectangle 904"/>
            <p:cNvSpPr/>
            <p:nvPr/>
          </p:nvSpPr>
          <p:spPr bwMode="auto">
            <a:xfrm>
              <a:off x="6324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6" name="Rectangle 905"/>
            <p:cNvSpPr/>
            <p:nvPr/>
          </p:nvSpPr>
          <p:spPr bwMode="auto">
            <a:xfrm>
              <a:off x="6172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7" name="Rectangle 906"/>
            <p:cNvSpPr/>
            <p:nvPr/>
          </p:nvSpPr>
          <p:spPr bwMode="auto">
            <a:xfrm>
              <a:off x="6477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8" name="Rectangle 907"/>
            <p:cNvSpPr/>
            <p:nvPr/>
          </p:nvSpPr>
          <p:spPr bwMode="auto">
            <a:xfrm>
              <a:off x="5562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9" name="Rectangle 908"/>
            <p:cNvSpPr/>
            <p:nvPr/>
          </p:nvSpPr>
          <p:spPr bwMode="auto">
            <a:xfrm>
              <a:off x="5410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0" name="Rectangle 909"/>
            <p:cNvSpPr/>
            <p:nvPr/>
          </p:nvSpPr>
          <p:spPr bwMode="auto">
            <a:xfrm>
              <a:off x="5867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1" name="Rectangle 910"/>
            <p:cNvSpPr/>
            <p:nvPr/>
          </p:nvSpPr>
          <p:spPr bwMode="auto">
            <a:xfrm>
              <a:off x="5715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2" name="Rectangle 911"/>
            <p:cNvSpPr/>
            <p:nvPr/>
          </p:nvSpPr>
          <p:spPr bwMode="auto">
            <a:xfrm>
              <a:off x="6019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3" name="Rectangle 912"/>
            <p:cNvSpPr/>
            <p:nvPr/>
          </p:nvSpPr>
          <p:spPr bwMode="auto">
            <a:xfrm>
              <a:off x="4953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4" name="Rectangle 913"/>
            <p:cNvSpPr/>
            <p:nvPr/>
          </p:nvSpPr>
          <p:spPr bwMode="auto">
            <a:xfrm>
              <a:off x="4800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5257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5105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6324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6172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6477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6477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6477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6477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5867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5867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6019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6324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6172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5867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6019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6324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6172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5867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6019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6324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6172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5867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6019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6324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6172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6477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5867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6019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6324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172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4648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4495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4648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4495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4648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4495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4648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6" name="Rectangle 975"/>
            <p:cNvSpPr/>
            <p:nvPr/>
          </p:nvSpPr>
          <p:spPr bwMode="auto">
            <a:xfrm>
              <a:off x="4495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7" name="Rectangle 976"/>
            <p:cNvSpPr/>
            <p:nvPr/>
          </p:nvSpPr>
          <p:spPr bwMode="auto">
            <a:xfrm>
              <a:off x="4648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8" name="Rectangle 977"/>
            <p:cNvSpPr/>
            <p:nvPr/>
          </p:nvSpPr>
          <p:spPr bwMode="auto">
            <a:xfrm>
              <a:off x="4495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9" name="Rectangle 978"/>
            <p:cNvSpPr/>
            <p:nvPr/>
          </p:nvSpPr>
          <p:spPr bwMode="auto">
            <a:xfrm>
              <a:off x="4648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0" name="Rectangle 979"/>
            <p:cNvSpPr/>
            <p:nvPr/>
          </p:nvSpPr>
          <p:spPr bwMode="auto">
            <a:xfrm>
              <a:off x="4495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1" name="Rectangle 980"/>
            <p:cNvSpPr/>
            <p:nvPr/>
          </p:nvSpPr>
          <p:spPr bwMode="auto">
            <a:xfrm>
              <a:off x="723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2" name="Rectangle 981"/>
            <p:cNvSpPr/>
            <p:nvPr/>
          </p:nvSpPr>
          <p:spPr bwMode="auto">
            <a:xfrm>
              <a:off x="723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3" name="Rectangle 982"/>
            <p:cNvSpPr/>
            <p:nvPr/>
          </p:nvSpPr>
          <p:spPr bwMode="auto">
            <a:xfrm>
              <a:off x="723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4" name="Rectangle 983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5" name="Rectangle 984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6" name="Rectangle 985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7" name="Rectangle 986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8" name="Rectangle 987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9" name="Rectangle 988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Rectangle 989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1" name="Rectangle 990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Rectangle 991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Rectangle 992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4" name="Rectangle 993"/>
            <p:cNvSpPr/>
            <p:nvPr/>
          </p:nvSpPr>
          <p:spPr bwMode="auto">
            <a:xfrm>
              <a:off x="6629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5" name="Rectangle 994"/>
            <p:cNvSpPr/>
            <p:nvPr/>
          </p:nvSpPr>
          <p:spPr bwMode="auto">
            <a:xfrm>
              <a:off x="6781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6" name="Rectangle 995"/>
            <p:cNvSpPr/>
            <p:nvPr/>
          </p:nvSpPr>
          <p:spPr bwMode="auto">
            <a:xfrm>
              <a:off x="708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7" name="Rectangle 996"/>
            <p:cNvSpPr/>
            <p:nvPr/>
          </p:nvSpPr>
          <p:spPr bwMode="auto">
            <a:xfrm>
              <a:off x="693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8" name="Rectangle 997"/>
            <p:cNvSpPr/>
            <p:nvPr/>
          </p:nvSpPr>
          <p:spPr bwMode="auto">
            <a:xfrm>
              <a:off x="6629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9" name="Rectangle 998"/>
            <p:cNvSpPr/>
            <p:nvPr/>
          </p:nvSpPr>
          <p:spPr bwMode="auto">
            <a:xfrm>
              <a:off x="6781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0" name="Rectangle 999"/>
            <p:cNvSpPr/>
            <p:nvPr/>
          </p:nvSpPr>
          <p:spPr bwMode="auto">
            <a:xfrm>
              <a:off x="708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1" name="Rectangle 1000"/>
            <p:cNvSpPr/>
            <p:nvPr/>
          </p:nvSpPr>
          <p:spPr bwMode="auto">
            <a:xfrm>
              <a:off x="693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2" name="Rectangle 1001"/>
            <p:cNvSpPr/>
            <p:nvPr/>
          </p:nvSpPr>
          <p:spPr bwMode="auto">
            <a:xfrm>
              <a:off x="6629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Rectangle 1002"/>
            <p:cNvSpPr/>
            <p:nvPr/>
          </p:nvSpPr>
          <p:spPr bwMode="auto">
            <a:xfrm>
              <a:off x="6781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4" name="Rectangle 1003"/>
            <p:cNvSpPr/>
            <p:nvPr/>
          </p:nvSpPr>
          <p:spPr bwMode="auto">
            <a:xfrm>
              <a:off x="708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5" name="Rectangle 1004"/>
            <p:cNvSpPr/>
            <p:nvPr/>
          </p:nvSpPr>
          <p:spPr bwMode="auto">
            <a:xfrm>
              <a:off x="693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6" name="Rectangle 1005"/>
            <p:cNvSpPr/>
            <p:nvPr/>
          </p:nvSpPr>
          <p:spPr bwMode="auto">
            <a:xfrm>
              <a:off x="739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7" name="Rectangle 1006"/>
            <p:cNvSpPr/>
            <p:nvPr/>
          </p:nvSpPr>
          <p:spPr bwMode="auto">
            <a:xfrm>
              <a:off x="739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8" name="Rectangle 1007"/>
            <p:cNvSpPr/>
            <p:nvPr/>
          </p:nvSpPr>
          <p:spPr bwMode="auto">
            <a:xfrm>
              <a:off x="739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9" name="Rectangle 1008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Rectangle 1009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1012" name="Rectangle 1011"/>
          <p:cNvSpPr/>
          <p:nvPr/>
        </p:nvSpPr>
        <p:spPr bwMode="auto">
          <a:xfrm>
            <a:off x="495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3" name="Rectangle 1012"/>
          <p:cNvSpPr/>
          <p:nvPr/>
        </p:nvSpPr>
        <p:spPr bwMode="auto">
          <a:xfrm>
            <a:off x="4800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4" name="Rectangle 1013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5" name="Rectangle 1014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6" name="Rectangle 1015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7" name="Rectangle 1016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9" name="Rectangle 1018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0" name="Rectangle 1019"/>
          <p:cNvSpPr/>
          <p:nvPr/>
        </p:nvSpPr>
        <p:spPr bwMode="auto">
          <a:xfrm>
            <a:off x="5867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1" name="Rectangle 1020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2" name="Rectangle 1021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3" name="Rectangle 1022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4" name="Rectangle 1023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5" name="Rectangle 1024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6" name="Rectangle 1025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7" name="Rectangle 1026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8" name="Rectangle 1027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9" name="Rectangle 1028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0" name="Rectangle 1029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1" name="Rectangle 1030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2" name="Rectangle 1031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3" name="Rectangle 1032"/>
          <p:cNvSpPr/>
          <p:nvPr/>
        </p:nvSpPr>
        <p:spPr bwMode="auto">
          <a:xfrm>
            <a:off x="7543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4" name="Rectangle 1033"/>
          <p:cNvSpPr/>
          <p:nvPr/>
        </p:nvSpPr>
        <p:spPr bwMode="auto">
          <a:xfrm>
            <a:off x="480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5" name="Rectangle 1034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6" name="Rectangle 1035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7" name="Rectangle 1036"/>
          <p:cNvSpPr/>
          <p:nvPr/>
        </p:nvSpPr>
        <p:spPr bwMode="auto">
          <a:xfrm>
            <a:off x="7543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8" name="Rectangle 1037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9" name="Rectangle 1038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0" name="Rectangle 1039"/>
          <p:cNvSpPr/>
          <p:nvPr/>
        </p:nvSpPr>
        <p:spPr bwMode="auto">
          <a:xfrm>
            <a:off x="6629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1" name="Rectangle 1040"/>
          <p:cNvSpPr/>
          <p:nvPr/>
        </p:nvSpPr>
        <p:spPr bwMode="auto">
          <a:xfrm>
            <a:off x="6629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2" name="Rectangle 1041"/>
          <p:cNvSpPr/>
          <p:nvPr/>
        </p:nvSpPr>
        <p:spPr bwMode="auto">
          <a:xfrm>
            <a:off x="66294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3" name="Rectangle 1042"/>
          <p:cNvSpPr/>
          <p:nvPr/>
        </p:nvSpPr>
        <p:spPr bwMode="auto">
          <a:xfrm>
            <a:off x="6629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4" name="Rectangle 1043"/>
          <p:cNvSpPr/>
          <p:nvPr/>
        </p:nvSpPr>
        <p:spPr bwMode="auto">
          <a:xfrm>
            <a:off x="6629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5" name="Rectangle 1044"/>
          <p:cNvSpPr/>
          <p:nvPr/>
        </p:nvSpPr>
        <p:spPr bwMode="auto">
          <a:xfrm>
            <a:off x="66294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6" name="Rectangle 1045"/>
          <p:cNvSpPr/>
          <p:nvPr/>
        </p:nvSpPr>
        <p:spPr bwMode="auto">
          <a:xfrm>
            <a:off x="6629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7" name="Rectangle 1046"/>
          <p:cNvSpPr/>
          <p:nvPr/>
        </p:nvSpPr>
        <p:spPr bwMode="auto">
          <a:xfrm>
            <a:off x="6629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8" name="Rectangle 1047"/>
          <p:cNvSpPr/>
          <p:nvPr/>
        </p:nvSpPr>
        <p:spPr bwMode="auto">
          <a:xfrm>
            <a:off x="5562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9" name="Rectangle 1048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0" name="Rectangle 1049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1" name="Rectangle 10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2" name="Rectangle 1051"/>
          <p:cNvSpPr/>
          <p:nvPr/>
        </p:nvSpPr>
        <p:spPr bwMode="auto">
          <a:xfrm>
            <a:off x="4343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3" name="Rectangle 1052"/>
          <p:cNvSpPr/>
          <p:nvPr/>
        </p:nvSpPr>
        <p:spPr bwMode="auto">
          <a:xfrm>
            <a:off x="43434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4" name="Rectangle 1053"/>
          <p:cNvSpPr/>
          <p:nvPr/>
        </p:nvSpPr>
        <p:spPr bwMode="auto">
          <a:xfrm>
            <a:off x="4343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5" name="Rectangle 1054"/>
          <p:cNvSpPr/>
          <p:nvPr/>
        </p:nvSpPr>
        <p:spPr bwMode="auto">
          <a:xfrm>
            <a:off x="4343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6" name="Rectangle 1055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7" name="Rectangle 1056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8" name="Rectangle 1057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9" name="Rectangle 105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0" name="Rectangle 1059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1" name="Rectangle 1060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2" name="Rectangle 1061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3" name="Rectangle 1062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4" name="Rectangle 1063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5" name="Rectangle 106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6" name="Rectangle 1065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7" name="Rectangle 1066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8" name="Rectangle 1067"/>
          <p:cNvSpPr/>
          <p:nvPr/>
        </p:nvSpPr>
        <p:spPr bwMode="auto">
          <a:xfrm>
            <a:off x="2514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9" name="Rectangle 1068"/>
          <p:cNvSpPr/>
          <p:nvPr/>
        </p:nvSpPr>
        <p:spPr bwMode="auto">
          <a:xfrm>
            <a:off x="25146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0" name="Rectangle 1069"/>
          <p:cNvSpPr/>
          <p:nvPr/>
        </p:nvSpPr>
        <p:spPr bwMode="auto">
          <a:xfrm>
            <a:off x="25146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1" name="Rectangle 1070"/>
          <p:cNvSpPr/>
          <p:nvPr/>
        </p:nvSpPr>
        <p:spPr bwMode="auto">
          <a:xfrm>
            <a:off x="2514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2" name="Rectangle 1071"/>
          <p:cNvSpPr/>
          <p:nvPr/>
        </p:nvSpPr>
        <p:spPr bwMode="auto">
          <a:xfrm>
            <a:off x="2667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3" name="Rectangle 1072"/>
          <p:cNvSpPr/>
          <p:nvPr/>
        </p:nvSpPr>
        <p:spPr bwMode="auto">
          <a:xfrm>
            <a:off x="2971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4" name="Rectangle 1073"/>
          <p:cNvSpPr/>
          <p:nvPr/>
        </p:nvSpPr>
        <p:spPr bwMode="auto">
          <a:xfrm>
            <a:off x="2819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5" name="Rectangle 1074"/>
          <p:cNvSpPr/>
          <p:nvPr/>
        </p:nvSpPr>
        <p:spPr bwMode="auto">
          <a:xfrm>
            <a:off x="32766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6" name="Rectangle 1075"/>
          <p:cNvSpPr/>
          <p:nvPr/>
        </p:nvSpPr>
        <p:spPr bwMode="auto">
          <a:xfrm>
            <a:off x="31242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7" name="Rectangle 1076"/>
          <p:cNvSpPr/>
          <p:nvPr/>
        </p:nvSpPr>
        <p:spPr bwMode="auto">
          <a:xfrm>
            <a:off x="3429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8" name="Rectangle 1077"/>
          <p:cNvSpPr/>
          <p:nvPr/>
        </p:nvSpPr>
        <p:spPr bwMode="auto">
          <a:xfrm>
            <a:off x="3429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9" name="Rectangle 1078"/>
          <p:cNvSpPr/>
          <p:nvPr/>
        </p:nvSpPr>
        <p:spPr bwMode="auto">
          <a:xfrm>
            <a:off x="3429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0" name="Rectangle 1079"/>
          <p:cNvSpPr/>
          <p:nvPr/>
        </p:nvSpPr>
        <p:spPr bwMode="auto">
          <a:xfrm>
            <a:off x="3429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1" name="Rectangle 1080"/>
          <p:cNvSpPr/>
          <p:nvPr/>
        </p:nvSpPr>
        <p:spPr bwMode="auto">
          <a:xfrm>
            <a:off x="3429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2" name="Rectangle 1081"/>
          <p:cNvSpPr/>
          <p:nvPr/>
        </p:nvSpPr>
        <p:spPr bwMode="auto">
          <a:xfrm>
            <a:off x="3429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3" name="Rectangle 1082"/>
          <p:cNvSpPr/>
          <p:nvPr/>
        </p:nvSpPr>
        <p:spPr bwMode="auto">
          <a:xfrm>
            <a:off x="37338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4" name="Rectangle 1083"/>
          <p:cNvSpPr/>
          <p:nvPr/>
        </p:nvSpPr>
        <p:spPr bwMode="auto">
          <a:xfrm>
            <a:off x="35814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5" name="Rectangle 1084"/>
          <p:cNvSpPr/>
          <p:nvPr/>
        </p:nvSpPr>
        <p:spPr bwMode="auto">
          <a:xfrm>
            <a:off x="40386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6" name="Rectangle 1085"/>
          <p:cNvSpPr/>
          <p:nvPr/>
        </p:nvSpPr>
        <p:spPr bwMode="auto">
          <a:xfrm>
            <a:off x="38862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7" name="Rectangle 1086"/>
          <p:cNvSpPr/>
          <p:nvPr/>
        </p:nvSpPr>
        <p:spPr bwMode="auto">
          <a:xfrm>
            <a:off x="4191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8" name="Rectangle 1087"/>
          <p:cNvSpPr/>
          <p:nvPr/>
        </p:nvSpPr>
        <p:spPr bwMode="auto">
          <a:xfrm>
            <a:off x="4495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9" name="Rectangle 1088"/>
          <p:cNvSpPr/>
          <p:nvPr/>
        </p:nvSpPr>
        <p:spPr bwMode="auto">
          <a:xfrm>
            <a:off x="4648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0" name="Rectangle 1089"/>
          <p:cNvSpPr/>
          <p:nvPr/>
        </p:nvSpPr>
        <p:spPr bwMode="auto">
          <a:xfrm>
            <a:off x="4953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1" name="Rectangle 1090"/>
          <p:cNvSpPr/>
          <p:nvPr/>
        </p:nvSpPr>
        <p:spPr bwMode="auto">
          <a:xfrm>
            <a:off x="4800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2" name="Rectangle 1091"/>
          <p:cNvSpPr/>
          <p:nvPr/>
        </p:nvSpPr>
        <p:spPr bwMode="auto">
          <a:xfrm>
            <a:off x="5257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3" name="Rectangle 1092"/>
          <p:cNvSpPr/>
          <p:nvPr/>
        </p:nvSpPr>
        <p:spPr bwMode="auto">
          <a:xfrm>
            <a:off x="5105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4" name="Rectangle 1093"/>
          <p:cNvSpPr/>
          <p:nvPr/>
        </p:nvSpPr>
        <p:spPr bwMode="auto">
          <a:xfrm>
            <a:off x="5410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5" name="Rectangle 1094"/>
          <p:cNvSpPr/>
          <p:nvPr/>
        </p:nvSpPr>
        <p:spPr bwMode="auto">
          <a:xfrm>
            <a:off x="6629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6" name="Rectangle 1095"/>
          <p:cNvSpPr/>
          <p:nvPr/>
        </p:nvSpPr>
        <p:spPr bwMode="auto">
          <a:xfrm>
            <a:off x="5715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7" name="Rectangle 1096"/>
          <p:cNvSpPr/>
          <p:nvPr/>
        </p:nvSpPr>
        <p:spPr bwMode="auto">
          <a:xfrm>
            <a:off x="6019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8" name="Rectangle 1097"/>
          <p:cNvSpPr/>
          <p:nvPr/>
        </p:nvSpPr>
        <p:spPr bwMode="auto">
          <a:xfrm>
            <a:off x="5867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9" name="Rectangle 1098"/>
          <p:cNvSpPr/>
          <p:nvPr/>
        </p:nvSpPr>
        <p:spPr bwMode="auto">
          <a:xfrm>
            <a:off x="6324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0" name="Rectangle 1099"/>
          <p:cNvSpPr/>
          <p:nvPr/>
        </p:nvSpPr>
        <p:spPr bwMode="auto">
          <a:xfrm>
            <a:off x="6172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1" name="Rectangle 1100"/>
          <p:cNvSpPr/>
          <p:nvPr/>
        </p:nvSpPr>
        <p:spPr bwMode="auto">
          <a:xfrm>
            <a:off x="6477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2" name="Rectangle 1101"/>
          <p:cNvSpPr/>
          <p:nvPr/>
        </p:nvSpPr>
        <p:spPr bwMode="auto">
          <a:xfrm>
            <a:off x="6629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3" name="Rectangle 1102"/>
          <p:cNvSpPr/>
          <p:nvPr/>
        </p:nvSpPr>
        <p:spPr bwMode="auto">
          <a:xfrm>
            <a:off x="6629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4" name="Rectangle 1103"/>
          <p:cNvSpPr/>
          <p:nvPr/>
        </p:nvSpPr>
        <p:spPr bwMode="auto">
          <a:xfrm>
            <a:off x="6629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5" name="Rectangle 1104"/>
          <p:cNvSpPr/>
          <p:nvPr/>
        </p:nvSpPr>
        <p:spPr bwMode="auto">
          <a:xfrm>
            <a:off x="66294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6" name="Rectangle 1105"/>
          <p:cNvSpPr/>
          <p:nvPr/>
        </p:nvSpPr>
        <p:spPr bwMode="auto">
          <a:xfrm>
            <a:off x="6934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7" name="Rectangle 1106"/>
          <p:cNvSpPr/>
          <p:nvPr/>
        </p:nvSpPr>
        <p:spPr bwMode="auto">
          <a:xfrm>
            <a:off x="6781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8" name="Rectangle 1107"/>
          <p:cNvSpPr/>
          <p:nvPr/>
        </p:nvSpPr>
        <p:spPr bwMode="auto">
          <a:xfrm>
            <a:off x="7239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9" name="Rectangle 1108"/>
          <p:cNvSpPr/>
          <p:nvPr/>
        </p:nvSpPr>
        <p:spPr bwMode="auto">
          <a:xfrm>
            <a:off x="7086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0" name="Rectangle 1109"/>
          <p:cNvSpPr/>
          <p:nvPr/>
        </p:nvSpPr>
        <p:spPr bwMode="auto">
          <a:xfrm>
            <a:off x="7543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1" name="Rectangle 1110"/>
          <p:cNvSpPr/>
          <p:nvPr/>
        </p:nvSpPr>
        <p:spPr bwMode="auto">
          <a:xfrm>
            <a:off x="7391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2" name="Rectangle 1111"/>
          <p:cNvSpPr/>
          <p:nvPr/>
        </p:nvSpPr>
        <p:spPr bwMode="auto">
          <a:xfrm>
            <a:off x="7543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3" name="Rectangle 1112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4" name="Rectangle 1113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5" name="Rectangle 1114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6" name="Rectangle 1115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7" name="Rectangle 1116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8" name="Rectangle 1117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9" name="Rectangle 1118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0" name="Rectangle 11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1" name="Rectangle 1120"/>
          <p:cNvSpPr/>
          <p:nvPr/>
        </p:nvSpPr>
        <p:spPr bwMode="auto">
          <a:xfrm>
            <a:off x="3124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2" name="Rectangle 1121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3" name="Rectangle 1122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4" name="Rectangle 1123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5" name="Rectangle 1124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6" name="Rectangle 1125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7" name="Rectangle 1126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8" name="Rectangle 1127"/>
          <p:cNvSpPr/>
          <p:nvPr/>
        </p:nvSpPr>
        <p:spPr bwMode="auto">
          <a:xfrm>
            <a:off x="4191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9" name="Rectangle 1128"/>
          <p:cNvSpPr/>
          <p:nvPr/>
        </p:nvSpPr>
        <p:spPr bwMode="auto">
          <a:xfrm>
            <a:off x="4038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0" name="Rectangle 1129"/>
          <p:cNvSpPr/>
          <p:nvPr/>
        </p:nvSpPr>
        <p:spPr bwMode="auto">
          <a:xfrm>
            <a:off x="40386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1" name="Rectangle 1130"/>
          <p:cNvSpPr/>
          <p:nvPr/>
        </p:nvSpPr>
        <p:spPr bwMode="auto">
          <a:xfrm>
            <a:off x="4038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2" name="Rectangle 1131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3" name="Rectangle 1132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4" name="Rectangle 1133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5" name="Rectangle 1134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6" name="Rectangle 1135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7" name="Rectangle 1136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8" name="Rectangle 1137"/>
          <p:cNvSpPr/>
          <p:nvPr/>
        </p:nvSpPr>
        <p:spPr bwMode="auto">
          <a:xfrm>
            <a:off x="2209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9" name="Rectangle 1138"/>
          <p:cNvSpPr/>
          <p:nvPr/>
        </p:nvSpPr>
        <p:spPr bwMode="auto">
          <a:xfrm>
            <a:off x="2057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0" name="Rectangle 1139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1" name="Rectangle 114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2" name="Rectangle 114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3" name="Rectangle 114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4" name="Rectangle 1143"/>
          <p:cNvSpPr/>
          <p:nvPr/>
        </p:nvSpPr>
        <p:spPr bwMode="auto">
          <a:xfrm>
            <a:off x="205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5" name="Rectangle 1144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6" name="Rectangle 1145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7" name="Rectangle 1146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8" name="Rectangle 1147"/>
          <p:cNvSpPr/>
          <p:nvPr/>
        </p:nvSpPr>
        <p:spPr bwMode="auto">
          <a:xfrm>
            <a:off x="114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9" name="Rectangle 1148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0" name="Rectangle 1149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1" name="Rectangle 1150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2" name="Rectangle 1151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3" name="Rectangle 1152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4" name="Rectangle 1153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5" name="Rectangle 1154"/>
          <p:cNvSpPr/>
          <p:nvPr/>
        </p:nvSpPr>
        <p:spPr bwMode="auto">
          <a:xfrm>
            <a:off x="1295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6" name="Rectangle 1155"/>
          <p:cNvSpPr/>
          <p:nvPr/>
        </p:nvSpPr>
        <p:spPr bwMode="auto">
          <a:xfrm>
            <a:off x="114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7" name="Rectangle 1156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8" name="Rectangle 115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9" name="Rectangle 1158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0" name="Rectangle 1159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1" name="Rectangle 1160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2" name="Rectangle 1161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3" name="Rectangle 1162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4" name="Rectangle 1163"/>
          <p:cNvSpPr/>
          <p:nvPr/>
        </p:nvSpPr>
        <p:spPr bwMode="auto">
          <a:xfrm>
            <a:off x="1600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5" name="Rectangle 1164"/>
          <p:cNvSpPr/>
          <p:nvPr/>
        </p:nvSpPr>
        <p:spPr bwMode="auto">
          <a:xfrm>
            <a:off x="1447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6" name="Rectangle 1165"/>
          <p:cNvSpPr/>
          <p:nvPr/>
        </p:nvSpPr>
        <p:spPr bwMode="auto">
          <a:xfrm>
            <a:off x="1905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7" name="Rectangle 1166"/>
          <p:cNvSpPr/>
          <p:nvPr/>
        </p:nvSpPr>
        <p:spPr bwMode="auto">
          <a:xfrm>
            <a:off x="1752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8" name="Rectangle 1167"/>
          <p:cNvSpPr/>
          <p:nvPr/>
        </p:nvSpPr>
        <p:spPr bwMode="auto">
          <a:xfrm>
            <a:off x="2057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9" name="Rectangle 1168"/>
          <p:cNvSpPr/>
          <p:nvPr/>
        </p:nvSpPr>
        <p:spPr bwMode="auto">
          <a:xfrm>
            <a:off x="2209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0" name="Rectangle 1169"/>
          <p:cNvSpPr/>
          <p:nvPr/>
        </p:nvSpPr>
        <p:spPr bwMode="auto">
          <a:xfrm>
            <a:off x="2362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143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4" name="Rectangle 563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5" name="Rectangle 564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143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2" name="Rectangle 57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3" name="Rectangle 572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143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0" name="Rectangle 579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1" name="Rectangle 58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143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3" name="Rectangle 622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4" name="Rectangle 623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143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4" name="Rectangle 803"/>
          <p:cNvSpPr/>
          <p:nvPr/>
        </p:nvSpPr>
        <p:spPr bwMode="auto">
          <a:xfrm>
            <a:off x="990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5" name="Rectangle 804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295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143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600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447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1905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752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3" name="Rectangle 922"/>
          <p:cNvSpPr/>
          <p:nvPr/>
        </p:nvSpPr>
        <p:spPr bwMode="auto">
          <a:xfrm>
            <a:off x="9906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0" name="Rectangle 929"/>
          <p:cNvSpPr/>
          <p:nvPr/>
        </p:nvSpPr>
        <p:spPr bwMode="auto">
          <a:xfrm>
            <a:off x="20574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209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209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209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209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20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20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20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209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209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362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209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667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514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819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19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4" name="Rectangle 1213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19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9" name="Rectangle 1218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4953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4953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4953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4953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4953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4953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19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4" name="Rectangle 1253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191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9" name="Rectangle 1258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4953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4953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191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4" name="Rectangle 1273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191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9" name="Rectangle 1278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4953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4953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5867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1" name="Rectangle 129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5867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1" name="Rectangle 1300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5867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6" name="Rectangle 1305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696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3" name="Rectangle 1322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696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3" name="Rectangle 1332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696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8" name="Rectangle 1337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124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1" name="Rectangle 1350"/>
          <p:cNvSpPr/>
          <p:nvPr/>
        </p:nvSpPr>
        <p:spPr bwMode="auto">
          <a:xfrm>
            <a:off x="29718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7" name="Rectangle 1356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143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1" name="Rectangle 1360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143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9" name="Rectangle 1368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143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7" name="Rectangle 1376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143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5" name="Rectangle 1384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447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295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600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143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3" name="Rectangle 139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447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295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600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143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1" name="Rectangle 1400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447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295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600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1905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752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209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057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362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1905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752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209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057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362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1905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752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209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057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362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143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9" name="Rectangle 1438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143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7" name="Rectangle 1446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2" name="Rectangle 1461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3" name="Rectangle 1462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143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5" name="Rectangle 1464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8" name="Rectangle 1467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64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49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4953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80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25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10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1" name="Rectangle 148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41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71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56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01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586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17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667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2" name="Rectangle 1501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2971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819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27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12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8" name="Rectangle 1507"/>
          <p:cNvSpPr/>
          <p:nvPr/>
        </p:nvSpPr>
        <p:spPr bwMode="auto">
          <a:xfrm>
            <a:off x="3429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58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667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5" name="Rectangle 1514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2971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819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27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12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1" name="Rectangle 1520"/>
          <p:cNvSpPr/>
          <p:nvPr/>
        </p:nvSpPr>
        <p:spPr bwMode="auto">
          <a:xfrm>
            <a:off x="3429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58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58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58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73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58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03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3886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19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73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58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03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3886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19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73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58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03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3886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19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696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7" name="Rectangle 1556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781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696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5" name="Rectangle 1564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781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696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3" name="Rectangle 1572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781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086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6934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391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239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696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1" name="Rectangle 1580"/>
          <p:cNvSpPr/>
          <p:nvPr/>
        </p:nvSpPr>
        <p:spPr bwMode="auto">
          <a:xfrm>
            <a:off x="7543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78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086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6934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391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239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696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9" name="Rectangle 1588"/>
          <p:cNvSpPr/>
          <p:nvPr/>
        </p:nvSpPr>
        <p:spPr bwMode="auto">
          <a:xfrm>
            <a:off x="75438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78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086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6934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391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239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696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7" name="Rectangle 1596"/>
          <p:cNvSpPr/>
          <p:nvPr/>
        </p:nvSpPr>
        <p:spPr bwMode="auto">
          <a:xfrm>
            <a:off x="7543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78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696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5" name="Rectangle 1604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781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696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3" name="Rectangle 1612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781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696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1" name="Rectangle 1620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781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4" name="Rectangle 1643"/>
          <p:cNvSpPr/>
          <p:nvPr/>
        </p:nvSpPr>
        <p:spPr bwMode="auto">
          <a:xfrm>
            <a:off x="76962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5" name="Rectangle 1644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781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7" name="Rectangle 1646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69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3" name="Rectangle 1652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781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69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1" name="Rectangle 1660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781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69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9" name="Rectangle 1668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781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9" name="Rectangle 1698"/>
          <p:cNvSpPr/>
          <p:nvPr/>
        </p:nvSpPr>
        <p:spPr bwMode="auto">
          <a:xfrm>
            <a:off x="6629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477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32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8382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6858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533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8382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6858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533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696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696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696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69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696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696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696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2" name="Rectangle 1791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3" name="Rectangle 1792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38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38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38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38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38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38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38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38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2" name="Rectangle 1821"/>
          <p:cNvSpPr/>
          <p:nvPr/>
        </p:nvSpPr>
        <p:spPr bwMode="auto">
          <a:xfrm>
            <a:off x="381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38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38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38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38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38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38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38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38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38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381000" y="1752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381000" y="160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38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381000" y="1905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38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7" name="Rectangle 1836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8" name="Rectangle 1837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9" name="Rectangle 1838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0" name="Rectangle 1839"/>
          <p:cNvSpPr/>
          <p:nvPr/>
        </p:nvSpPr>
        <p:spPr bwMode="auto">
          <a:xfrm>
            <a:off x="7696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457200" y="914400"/>
            <a:ext cx="517654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2: Create rectangular DNA encasing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37338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8" name="TextBox 1847"/>
          <p:cNvSpPr txBox="1"/>
          <p:nvPr/>
        </p:nvSpPr>
        <p:spPr>
          <a:xfrm>
            <a:off x="3367320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49" name="TextBox 1848"/>
          <p:cNvSpPr txBox="1"/>
          <p:nvPr/>
        </p:nvSpPr>
        <p:spPr>
          <a:xfrm>
            <a:off x="36848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0" name="TextBox 1849"/>
          <p:cNvSpPr txBox="1"/>
          <p:nvPr/>
        </p:nvSpPr>
        <p:spPr>
          <a:xfrm>
            <a:off x="39896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1" name="TextBox 1850"/>
          <p:cNvSpPr txBox="1"/>
          <p:nvPr/>
        </p:nvSpPr>
        <p:spPr>
          <a:xfrm>
            <a:off x="42944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2" name="TextBox 1851"/>
          <p:cNvSpPr txBox="1"/>
          <p:nvPr/>
        </p:nvSpPr>
        <p:spPr>
          <a:xfrm>
            <a:off x="12464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853" name="TextBox 1852"/>
          <p:cNvSpPr txBox="1"/>
          <p:nvPr/>
        </p:nvSpPr>
        <p:spPr>
          <a:xfrm>
            <a:off x="15639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4" name="TextBox 1853"/>
          <p:cNvSpPr txBox="1"/>
          <p:nvPr/>
        </p:nvSpPr>
        <p:spPr>
          <a:xfrm>
            <a:off x="18687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5" name="TextBox 1854"/>
          <p:cNvSpPr txBox="1"/>
          <p:nvPr/>
        </p:nvSpPr>
        <p:spPr>
          <a:xfrm>
            <a:off x="21735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856" name="TextBox 1855"/>
          <p:cNvSpPr txBox="1"/>
          <p:nvPr/>
        </p:nvSpPr>
        <p:spPr>
          <a:xfrm>
            <a:off x="45992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857" name="TextBox 1856"/>
          <p:cNvSpPr txBox="1"/>
          <p:nvPr/>
        </p:nvSpPr>
        <p:spPr>
          <a:xfrm>
            <a:off x="49167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8" name="TextBox 1857"/>
          <p:cNvSpPr txBox="1"/>
          <p:nvPr/>
        </p:nvSpPr>
        <p:spPr>
          <a:xfrm>
            <a:off x="52215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59" name="TextBox 1858"/>
          <p:cNvSpPr txBox="1"/>
          <p:nvPr/>
        </p:nvSpPr>
        <p:spPr>
          <a:xfrm>
            <a:off x="55263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0" name="TextBox 1859"/>
          <p:cNvSpPr txBox="1"/>
          <p:nvPr/>
        </p:nvSpPr>
        <p:spPr>
          <a:xfrm>
            <a:off x="58184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1" name="TextBox 1860"/>
          <p:cNvSpPr txBox="1"/>
          <p:nvPr/>
        </p:nvSpPr>
        <p:spPr>
          <a:xfrm>
            <a:off x="61359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2" name="TextBox 1861"/>
          <p:cNvSpPr txBox="1"/>
          <p:nvPr/>
        </p:nvSpPr>
        <p:spPr>
          <a:xfrm>
            <a:off x="64407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3" name="TextBox 1862"/>
          <p:cNvSpPr txBox="1"/>
          <p:nvPr/>
        </p:nvSpPr>
        <p:spPr>
          <a:xfrm>
            <a:off x="67455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4" name="TextBox 1863"/>
          <p:cNvSpPr txBox="1"/>
          <p:nvPr/>
        </p:nvSpPr>
        <p:spPr>
          <a:xfrm>
            <a:off x="70376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5" name="TextBox 1864"/>
          <p:cNvSpPr txBox="1"/>
          <p:nvPr/>
        </p:nvSpPr>
        <p:spPr>
          <a:xfrm>
            <a:off x="73551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6" name="TextBox 1865"/>
          <p:cNvSpPr txBox="1"/>
          <p:nvPr/>
        </p:nvSpPr>
        <p:spPr>
          <a:xfrm>
            <a:off x="76599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7" name="TextBox 1866"/>
          <p:cNvSpPr txBox="1"/>
          <p:nvPr/>
        </p:nvSpPr>
        <p:spPr>
          <a:xfrm>
            <a:off x="7964784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8" name="TextBox 1867"/>
          <p:cNvSpPr txBox="1"/>
          <p:nvPr/>
        </p:nvSpPr>
        <p:spPr>
          <a:xfrm>
            <a:off x="24656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69" name="TextBox 1868"/>
          <p:cNvSpPr txBox="1"/>
          <p:nvPr/>
        </p:nvSpPr>
        <p:spPr>
          <a:xfrm>
            <a:off x="27704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c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870" name="TextBox 1869"/>
          <p:cNvSpPr txBox="1"/>
          <p:nvPr/>
        </p:nvSpPr>
        <p:spPr>
          <a:xfrm>
            <a:off x="3075252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871" name="TextBox 1870"/>
          <p:cNvSpPr txBox="1"/>
          <p:nvPr/>
        </p:nvSpPr>
        <p:spPr>
          <a:xfrm>
            <a:off x="914400" y="34714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6" name="TextBox 1695"/>
          <p:cNvSpPr txBox="1"/>
          <p:nvPr/>
        </p:nvSpPr>
        <p:spPr>
          <a:xfrm>
            <a:off x="1282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697" name="TextBox 1696"/>
          <p:cNvSpPr txBox="1"/>
          <p:nvPr/>
        </p:nvSpPr>
        <p:spPr>
          <a:xfrm>
            <a:off x="1600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8" name="TextBox 1697"/>
          <p:cNvSpPr txBox="1"/>
          <p:nvPr/>
        </p:nvSpPr>
        <p:spPr>
          <a:xfrm>
            <a:off x="1905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142908" y="4599801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115" name="Straight Connector 114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115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9" name="Rectangle 118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125" name="TextBox 124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27" name="Rectangle 126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7" name="TextBox 1696"/>
          <p:cNvSpPr txBox="1"/>
          <p:nvPr/>
        </p:nvSpPr>
        <p:spPr>
          <a:xfrm>
            <a:off x="1600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8" name="TextBox 1697"/>
          <p:cNvSpPr txBox="1"/>
          <p:nvPr/>
        </p:nvSpPr>
        <p:spPr>
          <a:xfrm>
            <a:off x="1905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TextBox 98"/>
          <p:cNvSpPr txBox="1"/>
          <p:nvPr/>
        </p:nvSpPr>
        <p:spPr>
          <a:xfrm>
            <a:off x="1447800" y="4648200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1447800" y="4308852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4" name="Rectangle 103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05" name="Rectangle 104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6" name="Rectangle 115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125" name="Straight Connector 124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127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9" name="Rectangle 128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135" name="TextBox 134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8" name="TextBox 1697"/>
          <p:cNvSpPr txBox="1"/>
          <p:nvPr/>
        </p:nvSpPr>
        <p:spPr>
          <a:xfrm>
            <a:off x="1905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1447800" y="4308852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752600" y="46760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49556" y="44474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n</a:t>
            </a:r>
          </a:p>
        </p:txBody>
      </p:sp>
      <p:sp>
        <p:nvSpPr>
          <p:cNvPr id="112" name="Rectangle 111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13" name="Rectangle 112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133" name="Straight Connector 13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4" name="Straight Connector 13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5" name="Straight Connector 13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13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7" name="Rectangle 13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143" name="TextBox 14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45" name="Rectangle 144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8" name="TextBox 1697"/>
          <p:cNvSpPr txBox="1"/>
          <p:nvPr/>
        </p:nvSpPr>
        <p:spPr>
          <a:xfrm>
            <a:off x="1905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1752600" y="43434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752600" y="46760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2057400" y="4648200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870386" y="44474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508" y="43434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2" name="TextBox 1701"/>
          <p:cNvSpPr txBox="1"/>
          <p:nvPr/>
        </p:nvSpPr>
        <p:spPr>
          <a:xfrm>
            <a:off x="2209800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2057400" y="40386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2057400" y="4648200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14" name="Rectangle 113"/>
          <p:cNvSpPr/>
          <p:nvPr/>
        </p:nvSpPr>
        <p:spPr bwMode="auto">
          <a:xfrm>
            <a:off x="1828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1828800" y="4344194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116" name="Straight Connector 115"/>
          <p:cNvCxnSpPr/>
          <p:nvPr/>
        </p:nvCxnSpPr>
        <p:spPr bwMode="auto">
          <a:xfrm rot="5400000">
            <a:off x="1867694" y="4305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943894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867694" y="4381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 rot="5400000">
            <a:off x="1942306" y="4380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TextBox 119"/>
          <p:cNvSpPr txBox="1"/>
          <p:nvPr/>
        </p:nvSpPr>
        <p:spPr>
          <a:xfrm>
            <a:off x="2057400" y="4371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2057400" y="40386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1828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1828800" y="4344194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116" name="Straight Connector 115"/>
          <p:cNvCxnSpPr/>
          <p:nvPr/>
        </p:nvCxnSpPr>
        <p:spPr bwMode="auto">
          <a:xfrm rot="5400000">
            <a:off x="1867694" y="4305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943894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867694" y="4381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 rot="5400000">
            <a:off x="1942306" y="4380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TextBox 119"/>
          <p:cNvSpPr txBox="1"/>
          <p:nvPr/>
        </p:nvSpPr>
        <p:spPr>
          <a:xfrm>
            <a:off x="2057400" y="4371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 bwMode="auto">
          <a:xfrm>
            <a:off x="2133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387756" y="46760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173584" y="44474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2057400" y="40386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1828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1828800" y="4344194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116" name="Straight Connector 115"/>
          <p:cNvCxnSpPr/>
          <p:nvPr/>
        </p:nvCxnSpPr>
        <p:spPr bwMode="auto">
          <a:xfrm rot="5400000">
            <a:off x="1867694" y="4305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943894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867694" y="4381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 rot="5400000">
            <a:off x="1942306" y="4380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1" name="Rectangle 120"/>
          <p:cNvSpPr/>
          <p:nvPr/>
        </p:nvSpPr>
        <p:spPr bwMode="auto">
          <a:xfrm>
            <a:off x="2133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387756" y="46760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173584" y="41426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n</a:t>
            </a:r>
          </a:p>
        </p:txBody>
      </p:sp>
      <p:sp>
        <p:nvSpPr>
          <p:cNvPr id="124" name="Rectangle 123"/>
          <p:cNvSpPr/>
          <p:nvPr/>
        </p:nvSpPr>
        <p:spPr bwMode="auto">
          <a:xfrm>
            <a:off x="2133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362200" y="4343400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2" name="TextBox 1691"/>
          <p:cNvSpPr txBox="1"/>
          <p:nvPr/>
        </p:nvSpPr>
        <p:spPr>
          <a:xfrm>
            <a:off x="3403536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3" name="TextBox 1692"/>
          <p:cNvSpPr txBox="1"/>
          <p:nvPr/>
        </p:nvSpPr>
        <p:spPr>
          <a:xfrm>
            <a:off x="37210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4" name="TextBox 1693"/>
          <p:cNvSpPr txBox="1"/>
          <p:nvPr/>
        </p:nvSpPr>
        <p:spPr>
          <a:xfrm>
            <a:off x="4025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695" name="TextBox 1694"/>
          <p:cNvSpPr txBox="1"/>
          <p:nvPr/>
        </p:nvSpPr>
        <p:spPr>
          <a:xfrm>
            <a:off x="4330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03" name="TextBox 1702"/>
          <p:cNvSpPr txBox="1"/>
          <p:nvPr/>
        </p:nvSpPr>
        <p:spPr>
          <a:xfrm>
            <a:off x="4635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1704" name="TextBox 1703"/>
          <p:cNvSpPr txBox="1"/>
          <p:nvPr/>
        </p:nvSpPr>
        <p:spPr>
          <a:xfrm>
            <a:off x="4953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38" name="TextBox 1737"/>
          <p:cNvSpPr txBox="1"/>
          <p:nvPr/>
        </p:nvSpPr>
        <p:spPr>
          <a:xfrm>
            <a:off x="5257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1" name="TextBox 1740"/>
          <p:cNvSpPr txBox="1"/>
          <p:nvPr/>
        </p:nvSpPr>
        <p:spPr>
          <a:xfrm>
            <a:off x="55626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4" name="TextBox 1743"/>
          <p:cNvSpPr txBox="1"/>
          <p:nvPr/>
        </p:nvSpPr>
        <p:spPr>
          <a:xfrm>
            <a:off x="58546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47" name="TextBox 1746"/>
          <p:cNvSpPr txBox="1"/>
          <p:nvPr/>
        </p:nvSpPr>
        <p:spPr>
          <a:xfrm>
            <a:off x="6172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59" name="TextBox 1758"/>
          <p:cNvSpPr txBox="1"/>
          <p:nvPr/>
        </p:nvSpPr>
        <p:spPr>
          <a:xfrm>
            <a:off x="6477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2" name="TextBox 1761"/>
          <p:cNvSpPr txBox="1"/>
          <p:nvPr/>
        </p:nvSpPr>
        <p:spPr>
          <a:xfrm>
            <a:off x="67818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765" name="TextBox 1764"/>
          <p:cNvSpPr txBox="1"/>
          <p:nvPr/>
        </p:nvSpPr>
        <p:spPr>
          <a:xfrm>
            <a:off x="7073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1" name="TextBox 1840"/>
          <p:cNvSpPr txBox="1"/>
          <p:nvPr/>
        </p:nvSpPr>
        <p:spPr>
          <a:xfrm>
            <a:off x="73914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2" name="TextBox 1841"/>
          <p:cNvSpPr txBox="1"/>
          <p:nvPr/>
        </p:nvSpPr>
        <p:spPr>
          <a:xfrm>
            <a:off x="76962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3" name="TextBox 1842"/>
          <p:cNvSpPr txBox="1"/>
          <p:nvPr/>
        </p:nvSpPr>
        <p:spPr>
          <a:xfrm>
            <a:off x="8001000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4" name="TextBox 1843"/>
          <p:cNvSpPr txBox="1"/>
          <p:nvPr/>
        </p:nvSpPr>
        <p:spPr>
          <a:xfrm>
            <a:off x="2501868" y="4752201"/>
            <a:ext cx="2648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5" name="TextBox 1844"/>
          <p:cNvSpPr txBox="1"/>
          <p:nvPr/>
        </p:nvSpPr>
        <p:spPr>
          <a:xfrm>
            <a:off x="28066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c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846" name="TextBox 1845"/>
          <p:cNvSpPr txBox="1"/>
          <p:nvPr/>
        </p:nvSpPr>
        <p:spPr>
          <a:xfrm>
            <a:off x="3111468" y="4752201"/>
            <a:ext cx="2632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c</a:t>
            </a:r>
          </a:p>
        </p:txBody>
      </p: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TextBox 102"/>
          <p:cNvSpPr txBox="1"/>
          <p:nvPr/>
        </p:nvSpPr>
        <p:spPr>
          <a:xfrm>
            <a:off x="2362200" y="4038600"/>
            <a:ext cx="3048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m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1828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1828800" y="4344194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116" name="Straight Connector 115"/>
          <p:cNvCxnSpPr/>
          <p:nvPr/>
        </p:nvCxnSpPr>
        <p:spPr bwMode="auto">
          <a:xfrm rot="5400000">
            <a:off x="1867694" y="4305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943894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867694" y="4381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 rot="5400000">
            <a:off x="1942306" y="4380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1" name="Rectangle 120"/>
          <p:cNvSpPr/>
          <p:nvPr/>
        </p:nvSpPr>
        <p:spPr bwMode="auto">
          <a:xfrm>
            <a:off x="2133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387756" y="46760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124" name="Rectangle 123"/>
          <p:cNvSpPr/>
          <p:nvPr/>
        </p:nvSpPr>
        <p:spPr bwMode="auto">
          <a:xfrm>
            <a:off x="2133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362200" y="4343400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126" name="Rectangle 125"/>
          <p:cNvSpPr/>
          <p:nvPr/>
        </p:nvSpPr>
        <p:spPr bwMode="auto">
          <a:xfrm>
            <a:off x="21336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Rectangle 101"/>
          <p:cNvSpPr/>
          <p:nvPr/>
        </p:nvSpPr>
        <p:spPr bwMode="auto">
          <a:xfrm>
            <a:off x="1219200" y="434260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</a:t>
            </a:r>
            <a:r>
              <a:rPr lang="en-US" sz="3600" b="0" dirty="0" smtClean="0">
                <a:solidFill>
                  <a:schemeClr val="tx2"/>
                </a:solidFill>
                <a:latin typeface="Comic Sans MS" pitchFamily="66" charset="0"/>
              </a:rPr>
              <a:t>Binary counter tool</a:t>
            </a:r>
            <a:endParaRPr lang="en-US" sz="3200" b="0" dirty="0" smtClean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914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2133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1219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2438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1524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2743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1828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3048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352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4572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657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876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962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5181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4267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5486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5791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70104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6096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73152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400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76200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67056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7924800" y="4953000"/>
            <a:ext cx="304800" cy="3048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6096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914400" y="4648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" y="4953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82" name="Straight Connector 1681"/>
          <p:cNvCxnSpPr/>
          <p:nvPr/>
        </p:nvCxnSpPr>
        <p:spPr bwMode="auto">
          <a:xfrm>
            <a:off x="9144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3" name="Straight Connector 1682"/>
          <p:cNvCxnSpPr/>
          <p:nvPr/>
        </p:nvCxnSpPr>
        <p:spPr bwMode="auto">
          <a:xfrm>
            <a:off x="9144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4" name="Straight Connector 1683"/>
          <p:cNvCxnSpPr/>
          <p:nvPr/>
        </p:nvCxnSpPr>
        <p:spPr bwMode="auto">
          <a:xfrm>
            <a:off x="838200" y="48006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5" name="Straight Connector 1684"/>
          <p:cNvCxnSpPr/>
          <p:nvPr/>
        </p:nvCxnSpPr>
        <p:spPr bwMode="auto">
          <a:xfrm>
            <a:off x="838200" y="47244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6" name="Straight Connector 1685"/>
          <p:cNvCxnSpPr/>
          <p:nvPr/>
        </p:nvCxnSpPr>
        <p:spPr bwMode="auto">
          <a:xfrm rot="5400000">
            <a:off x="647700" y="4914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7" name="Straight Connector 1686"/>
          <p:cNvCxnSpPr/>
          <p:nvPr/>
        </p:nvCxnSpPr>
        <p:spPr bwMode="auto">
          <a:xfrm rot="5400000">
            <a:off x="724694" y="4914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8" name="Straight Connector 1687"/>
          <p:cNvCxnSpPr/>
          <p:nvPr/>
        </p:nvCxnSpPr>
        <p:spPr bwMode="auto">
          <a:xfrm rot="5400000">
            <a:off x="648494" y="49911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9" name="Straight Connector 1688"/>
          <p:cNvCxnSpPr/>
          <p:nvPr/>
        </p:nvCxnSpPr>
        <p:spPr bwMode="auto">
          <a:xfrm rot="5400000">
            <a:off x="724694" y="4990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1" name="Rectangle 60"/>
          <p:cNvSpPr/>
          <p:nvPr/>
        </p:nvSpPr>
        <p:spPr bwMode="auto">
          <a:xfrm>
            <a:off x="1600200" y="24530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62" name="Rectangle 61"/>
          <p:cNvSpPr/>
          <p:nvPr/>
        </p:nvSpPr>
        <p:spPr bwMode="auto">
          <a:xfrm>
            <a:off x="24890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3555844" y="15386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2604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17644" y="15386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3528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810000" y="15664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489044" y="17950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581400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489044" y="12338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73" name="Rectangle 72"/>
          <p:cNvSpPr/>
          <p:nvPr/>
        </p:nvSpPr>
        <p:spPr bwMode="auto">
          <a:xfrm>
            <a:off x="25146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74" name="Rectangle 73"/>
          <p:cNvSpPr/>
          <p:nvPr/>
        </p:nvSpPr>
        <p:spPr bwMode="auto">
          <a:xfrm>
            <a:off x="3581400" y="2529245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2860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1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743200" y="2529245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3783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>
                <a:latin typeface="Comic Sans MS" pitchFamily="66" charset="0"/>
              </a:rPr>
              <a:t>0</a:t>
            </a:r>
            <a:endParaRPr lang="en-US" sz="1200" dirty="0">
              <a:latin typeface="Comic Sans MS" pitchFamily="66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835556" y="2557046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1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606956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514600" y="2785646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606956" y="2224445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14600" y="2224445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cxnSp>
        <p:nvCxnSpPr>
          <p:cNvPr id="83" name="Straight Connector 82"/>
          <p:cNvCxnSpPr/>
          <p:nvPr/>
        </p:nvCxnSpPr>
        <p:spPr bwMode="auto">
          <a:xfrm rot="5400000">
            <a:off x="1636712" y="198554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/>
          <p:cNvCxnSpPr/>
          <p:nvPr/>
        </p:nvCxnSpPr>
        <p:spPr bwMode="auto">
          <a:xfrm rot="5400000">
            <a:off x="1713706" y="198475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/>
          <p:cNvCxnSpPr/>
          <p:nvPr/>
        </p:nvCxnSpPr>
        <p:spPr bwMode="auto">
          <a:xfrm rot="5400000">
            <a:off x="1639094" y="2414151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/>
          <p:cNvCxnSpPr/>
          <p:nvPr/>
        </p:nvCxnSpPr>
        <p:spPr bwMode="auto">
          <a:xfrm rot="5400000">
            <a:off x="1715294" y="2413357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86"/>
          <p:cNvSpPr/>
          <p:nvPr/>
        </p:nvSpPr>
        <p:spPr bwMode="auto">
          <a:xfrm>
            <a:off x="1600200" y="1642646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1828800" y="1608892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1295400" y="2419291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1524000" y="19474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0" y="2176046"/>
            <a:ext cx="2760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x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28600" y="895290"/>
            <a:ext cx="26613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Binary counter tiles:</a:t>
            </a:r>
            <a:endParaRPr lang="en-US" dirty="0"/>
          </a:p>
        </p:txBody>
      </p:sp>
      <p:sp>
        <p:nvSpPr>
          <p:cNvPr id="93" name="TextBox 92"/>
          <p:cNvSpPr txBox="1"/>
          <p:nvPr/>
        </p:nvSpPr>
        <p:spPr>
          <a:xfrm>
            <a:off x="1600200" y="2667000"/>
            <a:ext cx="2904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latin typeface="Comic Sans MS" pitchFamily="66" charset="0"/>
              </a:rPr>
              <a:t>c</a:t>
            </a:r>
          </a:p>
        </p:txBody>
      </p:sp>
      <p:sp>
        <p:nvSpPr>
          <p:cNvPr id="94" name="Rectangle 93"/>
          <p:cNvSpPr/>
          <p:nvPr/>
        </p:nvSpPr>
        <p:spPr bwMode="auto">
          <a:xfrm>
            <a:off x="1219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95" name="Straight Connector 94"/>
          <p:cNvCxnSpPr/>
          <p:nvPr/>
        </p:nvCxnSpPr>
        <p:spPr bwMode="auto">
          <a:xfrm rot="5400000">
            <a:off x="1258094" y="4609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95"/>
          <p:cNvCxnSpPr/>
          <p:nvPr/>
        </p:nvCxnSpPr>
        <p:spPr bwMode="auto">
          <a:xfrm rot="5400000">
            <a:off x="1334294" y="4608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TextBox 97"/>
          <p:cNvSpPr txBox="1"/>
          <p:nvPr/>
        </p:nvSpPr>
        <p:spPr>
          <a:xfrm>
            <a:off x="1828800" y="2466201"/>
            <a:ext cx="2792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Comic Sans MS" pitchFamily="66" charset="0"/>
              </a:rPr>
              <a:t>0</a:t>
            </a:r>
          </a:p>
        </p:txBody>
      </p:sp>
      <p:cxnSp>
        <p:nvCxnSpPr>
          <p:cNvPr id="100" name="Straight Connector 99"/>
          <p:cNvCxnSpPr/>
          <p:nvPr/>
        </p:nvCxnSpPr>
        <p:spPr bwMode="auto">
          <a:xfrm rot="5400000">
            <a:off x="1255712" y="4685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/>
          <p:cNvCxnSpPr/>
          <p:nvPr/>
        </p:nvCxnSpPr>
        <p:spPr bwMode="auto">
          <a:xfrm rot="5400000">
            <a:off x="1332706" y="4684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9" name="Rectangle 108"/>
          <p:cNvSpPr/>
          <p:nvPr/>
        </p:nvSpPr>
        <p:spPr bwMode="auto">
          <a:xfrm>
            <a:off x="1524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723436" y="2438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52036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456272" y="2404646"/>
            <a:ext cx="343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m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36168" y="2633246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Comic Sans MS" pitchFamily="66" charset="0"/>
              </a:rPr>
              <a:t>n</a:t>
            </a:r>
            <a:endParaRPr lang="en-US" sz="1600" dirty="0">
              <a:latin typeface="Comic Sans MS" pitchFamily="66" charset="0"/>
            </a:endParaRPr>
          </a:p>
        </p:txBody>
      </p:sp>
      <p:sp>
        <p:nvSpPr>
          <p:cNvPr id="108" name="Rectangle 107"/>
          <p:cNvSpPr/>
          <p:nvPr/>
        </p:nvSpPr>
        <p:spPr bwMode="auto">
          <a:xfrm>
            <a:off x="1524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 bwMode="auto">
          <a:xfrm>
            <a:off x="1828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1828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15" name="Rectangle 114"/>
          <p:cNvSpPr/>
          <p:nvPr/>
        </p:nvSpPr>
        <p:spPr bwMode="auto">
          <a:xfrm>
            <a:off x="1828800" y="4344194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cxnSp>
        <p:nvCxnSpPr>
          <p:cNvPr id="116" name="Straight Connector 115"/>
          <p:cNvCxnSpPr/>
          <p:nvPr/>
        </p:nvCxnSpPr>
        <p:spPr bwMode="auto">
          <a:xfrm rot="5400000">
            <a:off x="1867694" y="43053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>
            <a:off x="1943894" y="4304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/>
          <p:cNvCxnSpPr/>
          <p:nvPr/>
        </p:nvCxnSpPr>
        <p:spPr bwMode="auto">
          <a:xfrm rot="5400000">
            <a:off x="1867694" y="4381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 rot="5400000">
            <a:off x="1942306" y="4380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1" name="Rectangle 120"/>
          <p:cNvSpPr/>
          <p:nvPr/>
        </p:nvSpPr>
        <p:spPr bwMode="auto">
          <a:xfrm>
            <a:off x="2133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4" name="Rectangle 123"/>
          <p:cNvSpPr/>
          <p:nvPr/>
        </p:nvSpPr>
        <p:spPr bwMode="auto">
          <a:xfrm>
            <a:off x="2133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21336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0" name="Rectangle 119"/>
          <p:cNvSpPr/>
          <p:nvPr/>
        </p:nvSpPr>
        <p:spPr bwMode="auto">
          <a:xfrm>
            <a:off x="24384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 bwMode="auto">
          <a:xfrm>
            <a:off x="24384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24384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 bwMode="auto">
          <a:xfrm>
            <a:off x="2743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29" name="Rectangle 128"/>
          <p:cNvSpPr/>
          <p:nvPr/>
        </p:nvSpPr>
        <p:spPr bwMode="auto">
          <a:xfrm>
            <a:off x="27432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27432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31" name="Rectangle 130"/>
          <p:cNvSpPr/>
          <p:nvPr/>
        </p:nvSpPr>
        <p:spPr bwMode="auto">
          <a:xfrm>
            <a:off x="3048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32" name="Rectangle 131"/>
          <p:cNvSpPr/>
          <p:nvPr/>
        </p:nvSpPr>
        <p:spPr bwMode="auto">
          <a:xfrm>
            <a:off x="3048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3" name="Rectangle 132"/>
          <p:cNvSpPr/>
          <p:nvPr/>
        </p:nvSpPr>
        <p:spPr bwMode="auto">
          <a:xfrm>
            <a:off x="30480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34" name="Rectangle 133"/>
          <p:cNvSpPr/>
          <p:nvPr/>
        </p:nvSpPr>
        <p:spPr bwMode="auto">
          <a:xfrm>
            <a:off x="3352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 bwMode="auto">
          <a:xfrm>
            <a:off x="33528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3352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 bwMode="auto">
          <a:xfrm>
            <a:off x="3657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38" name="Rectangle 137"/>
          <p:cNvSpPr/>
          <p:nvPr/>
        </p:nvSpPr>
        <p:spPr bwMode="auto">
          <a:xfrm>
            <a:off x="3657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39" name="Rectangle 138"/>
          <p:cNvSpPr/>
          <p:nvPr/>
        </p:nvSpPr>
        <p:spPr bwMode="auto">
          <a:xfrm>
            <a:off x="36576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140" name="Rectangle 139"/>
          <p:cNvSpPr/>
          <p:nvPr/>
        </p:nvSpPr>
        <p:spPr bwMode="auto">
          <a:xfrm>
            <a:off x="39624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41" name="Rectangle 140"/>
          <p:cNvSpPr/>
          <p:nvPr/>
        </p:nvSpPr>
        <p:spPr bwMode="auto">
          <a:xfrm>
            <a:off x="39624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42" name="Rectangle 141"/>
          <p:cNvSpPr/>
          <p:nvPr/>
        </p:nvSpPr>
        <p:spPr bwMode="auto">
          <a:xfrm>
            <a:off x="39624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82" name="Rectangle 181"/>
          <p:cNvSpPr/>
          <p:nvPr/>
        </p:nvSpPr>
        <p:spPr bwMode="auto">
          <a:xfrm>
            <a:off x="30480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 bwMode="auto">
          <a:xfrm>
            <a:off x="33528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84" name="Rectangle 183"/>
          <p:cNvSpPr/>
          <p:nvPr/>
        </p:nvSpPr>
        <p:spPr bwMode="auto">
          <a:xfrm>
            <a:off x="36576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185" name="Rectangle 184"/>
          <p:cNvSpPr/>
          <p:nvPr/>
        </p:nvSpPr>
        <p:spPr bwMode="auto">
          <a:xfrm>
            <a:off x="39624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cxnSp>
        <p:nvCxnSpPr>
          <p:cNvPr id="199" name="Straight Connector 198"/>
          <p:cNvCxnSpPr/>
          <p:nvPr/>
        </p:nvCxnSpPr>
        <p:spPr bwMode="auto">
          <a:xfrm rot="5400000">
            <a:off x="3086894" y="4000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0" name="Straight Connector 199"/>
          <p:cNvCxnSpPr/>
          <p:nvPr/>
        </p:nvCxnSpPr>
        <p:spPr bwMode="auto">
          <a:xfrm rot="5400000">
            <a:off x="3163094" y="3999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1" name="Straight Connector 200"/>
          <p:cNvCxnSpPr/>
          <p:nvPr/>
        </p:nvCxnSpPr>
        <p:spPr bwMode="auto">
          <a:xfrm rot="5400000">
            <a:off x="3086894" y="4076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2" name="Straight Connector 201"/>
          <p:cNvCxnSpPr/>
          <p:nvPr/>
        </p:nvCxnSpPr>
        <p:spPr bwMode="auto">
          <a:xfrm rot="5400000">
            <a:off x="3161506" y="4075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03" name="Rectangle 202"/>
          <p:cNvSpPr/>
          <p:nvPr/>
        </p:nvSpPr>
        <p:spPr bwMode="auto">
          <a:xfrm>
            <a:off x="4267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04" name="Rectangle 203"/>
          <p:cNvSpPr/>
          <p:nvPr/>
        </p:nvSpPr>
        <p:spPr bwMode="auto">
          <a:xfrm>
            <a:off x="42672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" name="Rectangle 204"/>
          <p:cNvSpPr/>
          <p:nvPr/>
        </p:nvSpPr>
        <p:spPr bwMode="auto">
          <a:xfrm>
            <a:off x="42672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06" name="Rectangle 205"/>
          <p:cNvSpPr/>
          <p:nvPr/>
        </p:nvSpPr>
        <p:spPr bwMode="auto">
          <a:xfrm>
            <a:off x="4572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 bwMode="auto">
          <a:xfrm>
            <a:off x="4572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8" name="Rectangle 207"/>
          <p:cNvSpPr/>
          <p:nvPr/>
        </p:nvSpPr>
        <p:spPr bwMode="auto">
          <a:xfrm>
            <a:off x="45720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 bwMode="auto">
          <a:xfrm>
            <a:off x="42672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10" name="Rectangle 209"/>
          <p:cNvSpPr/>
          <p:nvPr/>
        </p:nvSpPr>
        <p:spPr bwMode="auto">
          <a:xfrm>
            <a:off x="45720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 bwMode="auto">
          <a:xfrm>
            <a:off x="48768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12" name="Rectangle 211"/>
          <p:cNvSpPr/>
          <p:nvPr/>
        </p:nvSpPr>
        <p:spPr bwMode="auto">
          <a:xfrm>
            <a:off x="4876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3" name="Rectangle 212"/>
          <p:cNvSpPr/>
          <p:nvPr/>
        </p:nvSpPr>
        <p:spPr bwMode="auto">
          <a:xfrm>
            <a:off x="48768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14" name="Rectangle 213"/>
          <p:cNvSpPr/>
          <p:nvPr/>
        </p:nvSpPr>
        <p:spPr bwMode="auto">
          <a:xfrm>
            <a:off x="48768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cxnSp>
        <p:nvCxnSpPr>
          <p:cNvPr id="215" name="Straight Connector 214"/>
          <p:cNvCxnSpPr/>
          <p:nvPr/>
        </p:nvCxnSpPr>
        <p:spPr bwMode="auto">
          <a:xfrm rot="5400000">
            <a:off x="4915694" y="3695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16" name="Straight Connector 215"/>
          <p:cNvCxnSpPr/>
          <p:nvPr/>
        </p:nvCxnSpPr>
        <p:spPr bwMode="auto">
          <a:xfrm rot="5400000">
            <a:off x="4991894" y="3694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17" name="Straight Connector 216"/>
          <p:cNvCxnSpPr/>
          <p:nvPr/>
        </p:nvCxnSpPr>
        <p:spPr bwMode="auto">
          <a:xfrm rot="5400000">
            <a:off x="4915694" y="3771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18" name="Straight Connector 217"/>
          <p:cNvCxnSpPr/>
          <p:nvPr/>
        </p:nvCxnSpPr>
        <p:spPr bwMode="auto">
          <a:xfrm rot="5400000">
            <a:off x="4990306" y="3771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19" name="Rectangle 218"/>
          <p:cNvSpPr/>
          <p:nvPr/>
        </p:nvSpPr>
        <p:spPr bwMode="auto">
          <a:xfrm>
            <a:off x="4876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 bwMode="auto">
          <a:xfrm>
            <a:off x="5181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24" name="Rectangle 223"/>
          <p:cNvSpPr/>
          <p:nvPr/>
        </p:nvSpPr>
        <p:spPr bwMode="auto">
          <a:xfrm>
            <a:off x="5181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" name="Rectangle 224"/>
          <p:cNvSpPr/>
          <p:nvPr/>
        </p:nvSpPr>
        <p:spPr bwMode="auto">
          <a:xfrm>
            <a:off x="51816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26" name="Rectangle 225"/>
          <p:cNvSpPr/>
          <p:nvPr/>
        </p:nvSpPr>
        <p:spPr bwMode="auto">
          <a:xfrm>
            <a:off x="54864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27" name="Rectangle 226"/>
          <p:cNvSpPr/>
          <p:nvPr/>
        </p:nvSpPr>
        <p:spPr bwMode="auto">
          <a:xfrm>
            <a:off x="54864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8" name="Rectangle 227"/>
          <p:cNvSpPr/>
          <p:nvPr/>
        </p:nvSpPr>
        <p:spPr bwMode="auto">
          <a:xfrm>
            <a:off x="54864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29" name="Rectangle 228"/>
          <p:cNvSpPr/>
          <p:nvPr/>
        </p:nvSpPr>
        <p:spPr bwMode="auto">
          <a:xfrm>
            <a:off x="5791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30" name="Rectangle 229"/>
          <p:cNvSpPr/>
          <p:nvPr/>
        </p:nvSpPr>
        <p:spPr bwMode="auto">
          <a:xfrm>
            <a:off x="57912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1" name="Rectangle 230"/>
          <p:cNvSpPr/>
          <p:nvPr/>
        </p:nvSpPr>
        <p:spPr bwMode="auto">
          <a:xfrm>
            <a:off x="57912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34" name="Rectangle 233"/>
          <p:cNvSpPr/>
          <p:nvPr/>
        </p:nvSpPr>
        <p:spPr bwMode="auto">
          <a:xfrm>
            <a:off x="6096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35" name="Rectangle 234"/>
          <p:cNvSpPr/>
          <p:nvPr/>
        </p:nvSpPr>
        <p:spPr bwMode="auto">
          <a:xfrm>
            <a:off x="6096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6" name="Rectangle 235"/>
          <p:cNvSpPr/>
          <p:nvPr/>
        </p:nvSpPr>
        <p:spPr bwMode="auto">
          <a:xfrm>
            <a:off x="60960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37" name="Rectangle 236"/>
          <p:cNvSpPr/>
          <p:nvPr/>
        </p:nvSpPr>
        <p:spPr bwMode="auto">
          <a:xfrm>
            <a:off x="6400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38" name="Rectangle 237"/>
          <p:cNvSpPr/>
          <p:nvPr/>
        </p:nvSpPr>
        <p:spPr bwMode="auto">
          <a:xfrm>
            <a:off x="64008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9" name="Rectangle 238"/>
          <p:cNvSpPr/>
          <p:nvPr/>
        </p:nvSpPr>
        <p:spPr bwMode="auto">
          <a:xfrm>
            <a:off x="6400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40" name="Rectangle 239"/>
          <p:cNvSpPr/>
          <p:nvPr/>
        </p:nvSpPr>
        <p:spPr bwMode="auto">
          <a:xfrm>
            <a:off x="51816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41" name="Rectangle 240"/>
          <p:cNvSpPr/>
          <p:nvPr/>
        </p:nvSpPr>
        <p:spPr bwMode="auto">
          <a:xfrm>
            <a:off x="54864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42" name="Rectangle 241"/>
          <p:cNvSpPr/>
          <p:nvPr/>
        </p:nvSpPr>
        <p:spPr bwMode="auto">
          <a:xfrm>
            <a:off x="57912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43" name="Rectangle 242"/>
          <p:cNvSpPr/>
          <p:nvPr/>
        </p:nvSpPr>
        <p:spPr bwMode="auto">
          <a:xfrm>
            <a:off x="60960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44" name="Rectangle 243"/>
          <p:cNvSpPr/>
          <p:nvPr/>
        </p:nvSpPr>
        <p:spPr bwMode="auto">
          <a:xfrm>
            <a:off x="51816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 bwMode="auto">
          <a:xfrm>
            <a:off x="54864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46" name="Rectangle 245"/>
          <p:cNvSpPr/>
          <p:nvPr/>
        </p:nvSpPr>
        <p:spPr bwMode="auto">
          <a:xfrm>
            <a:off x="57912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48" name="Rectangle 247"/>
          <p:cNvSpPr/>
          <p:nvPr/>
        </p:nvSpPr>
        <p:spPr bwMode="auto">
          <a:xfrm>
            <a:off x="64008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49" name="Rectangle 248"/>
          <p:cNvSpPr/>
          <p:nvPr/>
        </p:nvSpPr>
        <p:spPr bwMode="auto">
          <a:xfrm>
            <a:off x="64008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50" name="Rectangle 249"/>
          <p:cNvSpPr/>
          <p:nvPr/>
        </p:nvSpPr>
        <p:spPr bwMode="auto">
          <a:xfrm>
            <a:off x="67056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51" name="Rectangle 250"/>
          <p:cNvSpPr/>
          <p:nvPr/>
        </p:nvSpPr>
        <p:spPr bwMode="auto">
          <a:xfrm>
            <a:off x="67056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52" name="Rectangle 251"/>
          <p:cNvSpPr/>
          <p:nvPr/>
        </p:nvSpPr>
        <p:spPr bwMode="auto">
          <a:xfrm>
            <a:off x="67056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53" name="Rectangle 252"/>
          <p:cNvSpPr/>
          <p:nvPr/>
        </p:nvSpPr>
        <p:spPr bwMode="auto">
          <a:xfrm>
            <a:off x="67056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4" name="Rectangle 253"/>
          <p:cNvSpPr/>
          <p:nvPr/>
        </p:nvSpPr>
        <p:spPr bwMode="auto">
          <a:xfrm>
            <a:off x="67056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55" name="Rectangle 254"/>
          <p:cNvSpPr/>
          <p:nvPr/>
        </p:nvSpPr>
        <p:spPr bwMode="auto">
          <a:xfrm>
            <a:off x="70104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56" name="Rectangle 255"/>
          <p:cNvSpPr/>
          <p:nvPr/>
        </p:nvSpPr>
        <p:spPr bwMode="auto">
          <a:xfrm>
            <a:off x="70104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7" name="Rectangle 256"/>
          <p:cNvSpPr/>
          <p:nvPr/>
        </p:nvSpPr>
        <p:spPr bwMode="auto">
          <a:xfrm>
            <a:off x="70104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58" name="Rectangle 257"/>
          <p:cNvSpPr/>
          <p:nvPr/>
        </p:nvSpPr>
        <p:spPr bwMode="auto">
          <a:xfrm>
            <a:off x="73152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59" name="Rectangle 258"/>
          <p:cNvSpPr/>
          <p:nvPr/>
        </p:nvSpPr>
        <p:spPr bwMode="auto">
          <a:xfrm>
            <a:off x="73152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0" name="Rectangle 259"/>
          <p:cNvSpPr/>
          <p:nvPr/>
        </p:nvSpPr>
        <p:spPr bwMode="auto">
          <a:xfrm>
            <a:off x="73152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61" name="Rectangle 260"/>
          <p:cNvSpPr/>
          <p:nvPr/>
        </p:nvSpPr>
        <p:spPr bwMode="auto">
          <a:xfrm>
            <a:off x="76200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62" name="Rectangle 261"/>
          <p:cNvSpPr/>
          <p:nvPr/>
        </p:nvSpPr>
        <p:spPr bwMode="auto">
          <a:xfrm>
            <a:off x="76200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0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3" name="Rectangle 262"/>
          <p:cNvSpPr/>
          <p:nvPr/>
        </p:nvSpPr>
        <p:spPr bwMode="auto">
          <a:xfrm>
            <a:off x="76200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66" name="Rectangle 265"/>
          <p:cNvSpPr/>
          <p:nvPr/>
        </p:nvSpPr>
        <p:spPr bwMode="auto">
          <a:xfrm>
            <a:off x="7924800" y="46482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0</a:t>
            </a:r>
          </a:p>
        </p:txBody>
      </p:sp>
      <p:sp>
        <p:nvSpPr>
          <p:cNvPr id="267" name="Rectangle 266"/>
          <p:cNvSpPr/>
          <p:nvPr/>
        </p:nvSpPr>
        <p:spPr bwMode="auto">
          <a:xfrm>
            <a:off x="7924800" y="43434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400" dirty="0" smtClean="0">
                <a:latin typeface="Comic Sans MS" pitchFamily="66" charset="0"/>
              </a:rPr>
              <a:t>1</a:t>
            </a:r>
            <a:endParaRPr kumimoji="0" 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68" name="Rectangle 267"/>
          <p:cNvSpPr/>
          <p:nvPr/>
        </p:nvSpPr>
        <p:spPr bwMode="auto">
          <a:xfrm>
            <a:off x="7924800" y="40386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69" name="Rectangle 268"/>
          <p:cNvSpPr/>
          <p:nvPr/>
        </p:nvSpPr>
        <p:spPr bwMode="auto">
          <a:xfrm>
            <a:off x="70104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0" name="Rectangle 269"/>
          <p:cNvSpPr/>
          <p:nvPr/>
        </p:nvSpPr>
        <p:spPr bwMode="auto">
          <a:xfrm>
            <a:off x="70104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1" name="Rectangle 270"/>
          <p:cNvSpPr/>
          <p:nvPr/>
        </p:nvSpPr>
        <p:spPr bwMode="auto">
          <a:xfrm>
            <a:off x="73152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2" name="Rectangle 271"/>
          <p:cNvSpPr/>
          <p:nvPr/>
        </p:nvSpPr>
        <p:spPr bwMode="auto">
          <a:xfrm>
            <a:off x="73152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3" name="Rectangle 272"/>
          <p:cNvSpPr/>
          <p:nvPr/>
        </p:nvSpPr>
        <p:spPr bwMode="auto">
          <a:xfrm>
            <a:off x="76200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4" name="Rectangle 273"/>
          <p:cNvSpPr/>
          <p:nvPr/>
        </p:nvSpPr>
        <p:spPr bwMode="auto">
          <a:xfrm>
            <a:off x="76200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5" name="Rectangle 274"/>
          <p:cNvSpPr/>
          <p:nvPr/>
        </p:nvSpPr>
        <p:spPr bwMode="auto">
          <a:xfrm>
            <a:off x="7924800" y="37338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  <p:sp>
        <p:nvSpPr>
          <p:cNvPr id="276" name="Rectangle 275"/>
          <p:cNvSpPr/>
          <p:nvPr/>
        </p:nvSpPr>
        <p:spPr bwMode="auto">
          <a:xfrm>
            <a:off x="7924800" y="3429000"/>
            <a:ext cx="30480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219807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298938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246184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2725616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193430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1670539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1670539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1670539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193430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193430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193430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1670539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219807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219807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246184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246184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246184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219807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6" name="Rectangle 1955"/>
          <p:cNvSpPr/>
          <p:nvPr/>
        </p:nvSpPr>
        <p:spPr bwMode="auto">
          <a:xfrm>
            <a:off x="2725616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7" name="Rectangle 1956"/>
          <p:cNvSpPr/>
          <p:nvPr/>
        </p:nvSpPr>
        <p:spPr bwMode="auto">
          <a:xfrm>
            <a:off x="2725616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8" name="Rectangle 1957"/>
          <p:cNvSpPr/>
          <p:nvPr/>
        </p:nvSpPr>
        <p:spPr bwMode="auto">
          <a:xfrm>
            <a:off x="298938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9" name="Rectangle 1958"/>
          <p:cNvSpPr/>
          <p:nvPr/>
        </p:nvSpPr>
        <p:spPr bwMode="auto">
          <a:xfrm>
            <a:off x="298938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0" name="Rectangle 1959"/>
          <p:cNvSpPr/>
          <p:nvPr/>
        </p:nvSpPr>
        <p:spPr bwMode="auto">
          <a:xfrm>
            <a:off x="298938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1" name="Rectangle 1960"/>
          <p:cNvSpPr/>
          <p:nvPr/>
        </p:nvSpPr>
        <p:spPr bwMode="auto">
          <a:xfrm>
            <a:off x="2725616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5099539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5099539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5099539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536330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536330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562707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562707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562707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5099539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536330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536330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562707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89084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89084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6154616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6154616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6154616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589084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890847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89084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6154616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6154616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6154616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5890847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363308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627078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627078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5363308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5099539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5099539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5099539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5363308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5627078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5890847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5890847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154616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6154616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6154616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5890847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2" name="Rectangle 2021"/>
          <p:cNvSpPr/>
          <p:nvPr/>
        </p:nvSpPr>
        <p:spPr bwMode="auto">
          <a:xfrm>
            <a:off x="5363308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3" name="Rectangle 2022"/>
          <p:cNvSpPr/>
          <p:nvPr/>
        </p:nvSpPr>
        <p:spPr bwMode="auto">
          <a:xfrm>
            <a:off x="5627078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4" name="Rectangle 2023"/>
          <p:cNvSpPr/>
          <p:nvPr/>
        </p:nvSpPr>
        <p:spPr bwMode="auto">
          <a:xfrm>
            <a:off x="5627078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5" name="Rectangle 2024"/>
          <p:cNvSpPr/>
          <p:nvPr/>
        </p:nvSpPr>
        <p:spPr bwMode="auto">
          <a:xfrm>
            <a:off x="5363308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6" name="Rectangle 2025"/>
          <p:cNvSpPr/>
          <p:nvPr/>
        </p:nvSpPr>
        <p:spPr bwMode="auto">
          <a:xfrm>
            <a:off x="5099539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7" name="Rectangle 2026"/>
          <p:cNvSpPr/>
          <p:nvPr/>
        </p:nvSpPr>
        <p:spPr bwMode="auto">
          <a:xfrm>
            <a:off x="5099539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8" name="Rectangle 2027"/>
          <p:cNvSpPr/>
          <p:nvPr/>
        </p:nvSpPr>
        <p:spPr bwMode="auto">
          <a:xfrm>
            <a:off x="641838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9" name="Rectangle 2028"/>
          <p:cNvSpPr/>
          <p:nvPr/>
        </p:nvSpPr>
        <p:spPr bwMode="auto">
          <a:xfrm>
            <a:off x="641838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0" name="Rectangle 2029"/>
          <p:cNvSpPr/>
          <p:nvPr/>
        </p:nvSpPr>
        <p:spPr bwMode="auto">
          <a:xfrm>
            <a:off x="641838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1" name="Rectangle 2030"/>
          <p:cNvSpPr/>
          <p:nvPr/>
        </p:nvSpPr>
        <p:spPr bwMode="auto">
          <a:xfrm>
            <a:off x="641838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2" name="Rectangle 2031"/>
          <p:cNvSpPr/>
          <p:nvPr/>
        </p:nvSpPr>
        <p:spPr bwMode="auto">
          <a:xfrm>
            <a:off x="6418385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3" name="Rectangle 2032"/>
          <p:cNvSpPr/>
          <p:nvPr/>
        </p:nvSpPr>
        <p:spPr bwMode="auto">
          <a:xfrm>
            <a:off x="6418385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4" name="Rectangle 2033"/>
          <p:cNvSpPr/>
          <p:nvPr/>
        </p:nvSpPr>
        <p:spPr bwMode="auto">
          <a:xfrm>
            <a:off x="6418385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5" name="Rectangle 2034"/>
          <p:cNvSpPr/>
          <p:nvPr/>
        </p:nvSpPr>
        <p:spPr bwMode="auto">
          <a:xfrm>
            <a:off x="6418385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6" name="Rectangle 2035"/>
          <p:cNvSpPr/>
          <p:nvPr/>
        </p:nvSpPr>
        <p:spPr bwMode="auto">
          <a:xfrm>
            <a:off x="6418385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47" name="Rectangle 2046"/>
          <p:cNvSpPr/>
          <p:nvPr/>
        </p:nvSpPr>
        <p:spPr bwMode="auto">
          <a:xfrm>
            <a:off x="7473462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48" name="Rectangle 2047"/>
          <p:cNvSpPr/>
          <p:nvPr/>
        </p:nvSpPr>
        <p:spPr bwMode="auto">
          <a:xfrm>
            <a:off x="7209693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1" name="Rectangle 2050"/>
          <p:cNvSpPr/>
          <p:nvPr/>
        </p:nvSpPr>
        <p:spPr bwMode="auto">
          <a:xfrm>
            <a:off x="6945924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2" name="Rectangle 2051"/>
          <p:cNvSpPr/>
          <p:nvPr/>
        </p:nvSpPr>
        <p:spPr bwMode="auto">
          <a:xfrm>
            <a:off x="668215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3" name="Rectangle 2052"/>
          <p:cNvSpPr/>
          <p:nvPr/>
        </p:nvSpPr>
        <p:spPr bwMode="auto">
          <a:xfrm>
            <a:off x="668215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4" name="Rectangle 2053"/>
          <p:cNvSpPr/>
          <p:nvPr/>
        </p:nvSpPr>
        <p:spPr bwMode="auto">
          <a:xfrm>
            <a:off x="6945924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5" name="Rectangle 2054"/>
          <p:cNvSpPr/>
          <p:nvPr/>
        </p:nvSpPr>
        <p:spPr bwMode="auto">
          <a:xfrm>
            <a:off x="7209693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6" name="Rectangle 2055"/>
          <p:cNvSpPr/>
          <p:nvPr/>
        </p:nvSpPr>
        <p:spPr bwMode="auto">
          <a:xfrm>
            <a:off x="7209693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7" name="Rectangle 2056"/>
          <p:cNvSpPr/>
          <p:nvPr/>
        </p:nvSpPr>
        <p:spPr bwMode="auto">
          <a:xfrm>
            <a:off x="7473462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8" name="Rectangle 2057"/>
          <p:cNvSpPr/>
          <p:nvPr/>
        </p:nvSpPr>
        <p:spPr bwMode="auto">
          <a:xfrm>
            <a:off x="7473462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9" name="Rectangle 2058"/>
          <p:cNvSpPr/>
          <p:nvPr/>
        </p:nvSpPr>
        <p:spPr bwMode="auto">
          <a:xfrm>
            <a:off x="7473462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0" name="Rectangle 2059"/>
          <p:cNvSpPr/>
          <p:nvPr/>
        </p:nvSpPr>
        <p:spPr bwMode="auto">
          <a:xfrm>
            <a:off x="7209693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1" name="Rectangle 2060"/>
          <p:cNvSpPr/>
          <p:nvPr/>
        </p:nvSpPr>
        <p:spPr bwMode="auto">
          <a:xfrm>
            <a:off x="668215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2" name="Rectangle 2061"/>
          <p:cNvSpPr/>
          <p:nvPr/>
        </p:nvSpPr>
        <p:spPr bwMode="auto">
          <a:xfrm>
            <a:off x="6945924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3" name="Rectangle 2062"/>
          <p:cNvSpPr/>
          <p:nvPr/>
        </p:nvSpPr>
        <p:spPr bwMode="auto">
          <a:xfrm>
            <a:off x="6945924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668215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8" name="Rectangle 2067"/>
          <p:cNvSpPr/>
          <p:nvPr/>
        </p:nvSpPr>
        <p:spPr bwMode="auto">
          <a:xfrm>
            <a:off x="7737231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9" name="Rectangle 2068"/>
          <p:cNvSpPr/>
          <p:nvPr/>
        </p:nvSpPr>
        <p:spPr bwMode="auto">
          <a:xfrm>
            <a:off x="7737231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70" name="Rectangle 2069"/>
          <p:cNvSpPr/>
          <p:nvPr/>
        </p:nvSpPr>
        <p:spPr bwMode="auto">
          <a:xfrm>
            <a:off x="7737231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71" name="Rectangle 2070"/>
          <p:cNvSpPr/>
          <p:nvPr/>
        </p:nvSpPr>
        <p:spPr bwMode="auto">
          <a:xfrm>
            <a:off x="7737231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3" name="Rectangle 2332"/>
          <p:cNvSpPr/>
          <p:nvPr/>
        </p:nvSpPr>
        <p:spPr bwMode="auto">
          <a:xfrm>
            <a:off x="4835770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4" name="Rectangle 2333"/>
          <p:cNvSpPr/>
          <p:nvPr/>
        </p:nvSpPr>
        <p:spPr bwMode="auto">
          <a:xfrm>
            <a:off x="4835770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5" name="Rectangle 2334"/>
          <p:cNvSpPr/>
          <p:nvPr/>
        </p:nvSpPr>
        <p:spPr bwMode="auto">
          <a:xfrm>
            <a:off x="4835770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6" name="Rectangle 2335"/>
          <p:cNvSpPr/>
          <p:nvPr/>
        </p:nvSpPr>
        <p:spPr bwMode="auto">
          <a:xfrm>
            <a:off x="4835770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7" name="Rectangle 2336"/>
          <p:cNvSpPr/>
          <p:nvPr/>
        </p:nvSpPr>
        <p:spPr bwMode="auto">
          <a:xfrm>
            <a:off x="4835770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8" name="Rectangle 2337"/>
          <p:cNvSpPr/>
          <p:nvPr/>
        </p:nvSpPr>
        <p:spPr bwMode="auto">
          <a:xfrm>
            <a:off x="4835770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9" name="Rectangle 2338"/>
          <p:cNvSpPr/>
          <p:nvPr/>
        </p:nvSpPr>
        <p:spPr bwMode="auto">
          <a:xfrm>
            <a:off x="4835770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40" name="Rectangle 2339"/>
          <p:cNvSpPr/>
          <p:nvPr/>
        </p:nvSpPr>
        <p:spPr bwMode="auto">
          <a:xfrm>
            <a:off x="4835770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4" name="Rectangle 2393"/>
          <p:cNvSpPr/>
          <p:nvPr/>
        </p:nvSpPr>
        <p:spPr bwMode="auto">
          <a:xfrm>
            <a:off x="4835770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7" name="Rectangle 2396"/>
          <p:cNvSpPr/>
          <p:nvPr/>
        </p:nvSpPr>
        <p:spPr bwMode="auto">
          <a:xfrm>
            <a:off x="5363308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8" name="Rectangle 2397"/>
          <p:cNvSpPr/>
          <p:nvPr/>
        </p:nvSpPr>
        <p:spPr bwMode="auto">
          <a:xfrm>
            <a:off x="5099539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9" name="Rectangle 2398"/>
          <p:cNvSpPr/>
          <p:nvPr/>
        </p:nvSpPr>
        <p:spPr bwMode="auto">
          <a:xfrm>
            <a:off x="5890847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0" name="Rectangle 2399"/>
          <p:cNvSpPr/>
          <p:nvPr/>
        </p:nvSpPr>
        <p:spPr bwMode="auto">
          <a:xfrm>
            <a:off x="5627078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1" name="Rectangle 2400"/>
          <p:cNvSpPr/>
          <p:nvPr/>
        </p:nvSpPr>
        <p:spPr bwMode="auto">
          <a:xfrm>
            <a:off x="641838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2" name="Rectangle 2401"/>
          <p:cNvSpPr/>
          <p:nvPr/>
        </p:nvSpPr>
        <p:spPr bwMode="auto">
          <a:xfrm>
            <a:off x="6154616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3" name="Rectangle 2402"/>
          <p:cNvSpPr/>
          <p:nvPr/>
        </p:nvSpPr>
        <p:spPr bwMode="auto">
          <a:xfrm>
            <a:off x="4835770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4" name="Rectangle 2403"/>
          <p:cNvSpPr/>
          <p:nvPr/>
        </p:nvSpPr>
        <p:spPr bwMode="auto">
          <a:xfrm>
            <a:off x="668215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5" name="Rectangle 2404"/>
          <p:cNvSpPr/>
          <p:nvPr/>
        </p:nvSpPr>
        <p:spPr bwMode="auto">
          <a:xfrm>
            <a:off x="6945924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6" name="Rectangle 2405"/>
          <p:cNvSpPr/>
          <p:nvPr/>
        </p:nvSpPr>
        <p:spPr bwMode="auto">
          <a:xfrm>
            <a:off x="668215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7" name="Rectangle 2406"/>
          <p:cNvSpPr/>
          <p:nvPr/>
        </p:nvSpPr>
        <p:spPr bwMode="auto">
          <a:xfrm>
            <a:off x="6682155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8" name="Rectangle 2407"/>
          <p:cNvSpPr/>
          <p:nvPr/>
        </p:nvSpPr>
        <p:spPr bwMode="auto">
          <a:xfrm>
            <a:off x="6682155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9" name="Rectangle 2408"/>
          <p:cNvSpPr/>
          <p:nvPr/>
        </p:nvSpPr>
        <p:spPr bwMode="auto">
          <a:xfrm>
            <a:off x="6682155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0" name="Rectangle 2409"/>
          <p:cNvSpPr/>
          <p:nvPr/>
        </p:nvSpPr>
        <p:spPr bwMode="auto">
          <a:xfrm>
            <a:off x="6682155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1" name="Rectangle 2410"/>
          <p:cNvSpPr/>
          <p:nvPr/>
        </p:nvSpPr>
        <p:spPr bwMode="auto">
          <a:xfrm>
            <a:off x="7737231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2" name="Rectangle 2411"/>
          <p:cNvSpPr/>
          <p:nvPr/>
        </p:nvSpPr>
        <p:spPr bwMode="auto">
          <a:xfrm>
            <a:off x="7473462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4" name="Rectangle 2413"/>
          <p:cNvSpPr/>
          <p:nvPr/>
        </p:nvSpPr>
        <p:spPr bwMode="auto">
          <a:xfrm>
            <a:off x="7209693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5" name="Rectangle 2414"/>
          <p:cNvSpPr/>
          <p:nvPr/>
        </p:nvSpPr>
        <p:spPr bwMode="auto">
          <a:xfrm>
            <a:off x="3516924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6" name="Rectangle 2415"/>
          <p:cNvSpPr/>
          <p:nvPr/>
        </p:nvSpPr>
        <p:spPr bwMode="auto">
          <a:xfrm>
            <a:off x="3253155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7" name="Rectangle 2416"/>
          <p:cNvSpPr/>
          <p:nvPr/>
        </p:nvSpPr>
        <p:spPr bwMode="auto">
          <a:xfrm>
            <a:off x="4044462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8" name="Rectangle 2417"/>
          <p:cNvSpPr/>
          <p:nvPr/>
        </p:nvSpPr>
        <p:spPr bwMode="auto">
          <a:xfrm>
            <a:off x="3780693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9" name="Rectangle 2418"/>
          <p:cNvSpPr/>
          <p:nvPr/>
        </p:nvSpPr>
        <p:spPr bwMode="auto">
          <a:xfrm>
            <a:off x="4572001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0" name="Rectangle 2419"/>
          <p:cNvSpPr/>
          <p:nvPr/>
        </p:nvSpPr>
        <p:spPr bwMode="auto">
          <a:xfrm>
            <a:off x="4308231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1" name="Rectangle 2420"/>
          <p:cNvSpPr/>
          <p:nvPr/>
        </p:nvSpPr>
        <p:spPr bwMode="auto">
          <a:xfrm>
            <a:off x="3253155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2" name="Rectangle 2421"/>
          <p:cNvSpPr/>
          <p:nvPr/>
        </p:nvSpPr>
        <p:spPr bwMode="auto">
          <a:xfrm>
            <a:off x="3253155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3253155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1934308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1670539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461847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198078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98938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9" name="Rectangle 2428"/>
          <p:cNvSpPr/>
          <p:nvPr/>
        </p:nvSpPr>
        <p:spPr bwMode="auto">
          <a:xfrm>
            <a:off x="2725616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0" name="Rectangle 2429"/>
          <p:cNvSpPr/>
          <p:nvPr/>
        </p:nvSpPr>
        <p:spPr bwMode="auto">
          <a:xfrm>
            <a:off x="1406770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1" name="Rectangle 2430"/>
          <p:cNvSpPr/>
          <p:nvPr/>
        </p:nvSpPr>
        <p:spPr bwMode="auto">
          <a:xfrm>
            <a:off x="325315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7" name="Rectangle 2436"/>
          <p:cNvSpPr/>
          <p:nvPr/>
        </p:nvSpPr>
        <p:spPr bwMode="auto">
          <a:xfrm>
            <a:off x="1406770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8" name="Rectangle 2437"/>
          <p:cNvSpPr/>
          <p:nvPr/>
        </p:nvSpPr>
        <p:spPr bwMode="auto">
          <a:xfrm>
            <a:off x="1406770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9" name="Rectangle 2438"/>
          <p:cNvSpPr/>
          <p:nvPr/>
        </p:nvSpPr>
        <p:spPr bwMode="auto">
          <a:xfrm>
            <a:off x="1406770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0" name="Rectangle 2439"/>
          <p:cNvSpPr/>
          <p:nvPr/>
        </p:nvSpPr>
        <p:spPr bwMode="auto">
          <a:xfrm>
            <a:off x="1406770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8" name="Rectangle 2447"/>
          <p:cNvSpPr/>
          <p:nvPr/>
        </p:nvSpPr>
        <p:spPr bwMode="auto">
          <a:xfrm>
            <a:off x="1934308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9" name="Rectangle 2448"/>
          <p:cNvSpPr/>
          <p:nvPr/>
        </p:nvSpPr>
        <p:spPr bwMode="auto">
          <a:xfrm>
            <a:off x="1670539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0" name="Rectangle 2449"/>
          <p:cNvSpPr/>
          <p:nvPr/>
        </p:nvSpPr>
        <p:spPr bwMode="auto">
          <a:xfrm>
            <a:off x="2461847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1" name="Rectangle 2450"/>
          <p:cNvSpPr/>
          <p:nvPr/>
        </p:nvSpPr>
        <p:spPr bwMode="auto">
          <a:xfrm>
            <a:off x="2198078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2" name="Rectangle 2451"/>
          <p:cNvSpPr/>
          <p:nvPr/>
        </p:nvSpPr>
        <p:spPr bwMode="auto">
          <a:xfrm>
            <a:off x="2989385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3" name="Rectangle 2452"/>
          <p:cNvSpPr/>
          <p:nvPr/>
        </p:nvSpPr>
        <p:spPr bwMode="auto">
          <a:xfrm>
            <a:off x="2725616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4" name="Rectangle 2453"/>
          <p:cNvSpPr/>
          <p:nvPr/>
        </p:nvSpPr>
        <p:spPr bwMode="auto">
          <a:xfrm>
            <a:off x="1406770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5" name="Rectangle 2454"/>
          <p:cNvSpPr/>
          <p:nvPr/>
        </p:nvSpPr>
        <p:spPr bwMode="auto">
          <a:xfrm>
            <a:off x="3253155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6" name="Rectangle 2455"/>
          <p:cNvSpPr/>
          <p:nvPr/>
        </p:nvSpPr>
        <p:spPr bwMode="auto">
          <a:xfrm>
            <a:off x="1934308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7" name="Rectangle 2456"/>
          <p:cNvSpPr/>
          <p:nvPr/>
        </p:nvSpPr>
        <p:spPr bwMode="auto">
          <a:xfrm>
            <a:off x="1670539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8" name="Rectangle 2457"/>
          <p:cNvSpPr/>
          <p:nvPr/>
        </p:nvSpPr>
        <p:spPr bwMode="auto">
          <a:xfrm>
            <a:off x="2461847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9" name="Rectangle 2458"/>
          <p:cNvSpPr/>
          <p:nvPr/>
        </p:nvSpPr>
        <p:spPr bwMode="auto">
          <a:xfrm>
            <a:off x="2198078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0" name="Rectangle 2459"/>
          <p:cNvSpPr/>
          <p:nvPr/>
        </p:nvSpPr>
        <p:spPr bwMode="auto">
          <a:xfrm>
            <a:off x="2989385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1" name="Rectangle 2460"/>
          <p:cNvSpPr/>
          <p:nvPr/>
        </p:nvSpPr>
        <p:spPr bwMode="auto">
          <a:xfrm>
            <a:off x="2725616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2" name="Rectangle 2461"/>
          <p:cNvSpPr/>
          <p:nvPr/>
        </p:nvSpPr>
        <p:spPr bwMode="auto">
          <a:xfrm>
            <a:off x="1406770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3" name="Rectangle 2462"/>
          <p:cNvSpPr/>
          <p:nvPr/>
        </p:nvSpPr>
        <p:spPr bwMode="auto">
          <a:xfrm>
            <a:off x="3253155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4" name="Rectangle 2463"/>
          <p:cNvSpPr/>
          <p:nvPr/>
        </p:nvSpPr>
        <p:spPr bwMode="auto">
          <a:xfrm>
            <a:off x="1934308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5" name="Rectangle 2464"/>
          <p:cNvSpPr/>
          <p:nvPr/>
        </p:nvSpPr>
        <p:spPr bwMode="auto">
          <a:xfrm>
            <a:off x="1670539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6" name="Rectangle 2465"/>
          <p:cNvSpPr/>
          <p:nvPr/>
        </p:nvSpPr>
        <p:spPr bwMode="auto">
          <a:xfrm>
            <a:off x="2461847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7" name="Rectangle 2466"/>
          <p:cNvSpPr/>
          <p:nvPr/>
        </p:nvSpPr>
        <p:spPr bwMode="auto">
          <a:xfrm>
            <a:off x="2198078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8" name="Rectangle 2467"/>
          <p:cNvSpPr/>
          <p:nvPr/>
        </p:nvSpPr>
        <p:spPr bwMode="auto">
          <a:xfrm>
            <a:off x="2989385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9" name="Rectangle 2468"/>
          <p:cNvSpPr/>
          <p:nvPr/>
        </p:nvSpPr>
        <p:spPr bwMode="auto">
          <a:xfrm>
            <a:off x="2725616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0" name="Rectangle 2469"/>
          <p:cNvSpPr/>
          <p:nvPr/>
        </p:nvSpPr>
        <p:spPr bwMode="auto">
          <a:xfrm>
            <a:off x="1406770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1" name="Rectangle 2470"/>
          <p:cNvSpPr/>
          <p:nvPr/>
        </p:nvSpPr>
        <p:spPr bwMode="auto">
          <a:xfrm>
            <a:off x="3253155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2" name="Rectangle 2471"/>
          <p:cNvSpPr/>
          <p:nvPr/>
        </p:nvSpPr>
        <p:spPr bwMode="auto">
          <a:xfrm>
            <a:off x="1934308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3" name="Rectangle 2472"/>
          <p:cNvSpPr/>
          <p:nvPr/>
        </p:nvSpPr>
        <p:spPr bwMode="auto">
          <a:xfrm>
            <a:off x="1670539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4" name="Rectangle 2473"/>
          <p:cNvSpPr/>
          <p:nvPr/>
        </p:nvSpPr>
        <p:spPr bwMode="auto">
          <a:xfrm>
            <a:off x="2461847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2198078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2989385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7" name="Rectangle 2476"/>
          <p:cNvSpPr/>
          <p:nvPr/>
        </p:nvSpPr>
        <p:spPr bwMode="auto">
          <a:xfrm>
            <a:off x="2725616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8" name="Rectangle 2477"/>
          <p:cNvSpPr/>
          <p:nvPr/>
        </p:nvSpPr>
        <p:spPr bwMode="auto">
          <a:xfrm>
            <a:off x="1406770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9" name="Rectangle 2478"/>
          <p:cNvSpPr/>
          <p:nvPr/>
        </p:nvSpPr>
        <p:spPr bwMode="auto">
          <a:xfrm>
            <a:off x="3253155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0" name="Rectangle 2479"/>
          <p:cNvSpPr/>
          <p:nvPr/>
        </p:nvSpPr>
        <p:spPr bwMode="auto">
          <a:xfrm>
            <a:off x="1934308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1" name="Rectangle 2480"/>
          <p:cNvSpPr/>
          <p:nvPr/>
        </p:nvSpPr>
        <p:spPr bwMode="auto">
          <a:xfrm>
            <a:off x="1670539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2" name="Rectangle 2481"/>
          <p:cNvSpPr/>
          <p:nvPr/>
        </p:nvSpPr>
        <p:spPr bwMode="auto">
          <a:xfrm>
            <a:off x="2461847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3" name="Rectangle 2482"/>
          <p:cNvSpPr/>
          <p:nvPr/>
        </p:nvSpPr>
        <p:spPr bwMode="auto">
          <a:xfrm>
            <a:off x="2198078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4" name="Rectangle 2483"/>
          <p:cNvSpPr/>
          <p:nvPr/>
        </p:nvSpPr>
        <p:spPr bwMode="auto">
          <a:xfrm>
            <a:off x="2989385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5" name="Rectangle 2484"/>
          <p:cNvSpPr/>
          <p:nvPr/>
        </p:nvSpPr>
        <p:spPr bwMode="auto">
          <a:xfrm>
            <a:off x="2725616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6" name="Rectangle 2485"/>
          <p:cNvSpPr/>
          <p:nvPr/>
        </p:nvSpPr>
        <p:spPr bwMode="auto">
          <a:xfrm>
            <a:off x="1406770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7" name="Rectangle 2486"/>
          <p:cNvSpPr/>
          <p:nvPr/>
        </p:nvSpPr>
        <p:spPr bwMode="auto">
          <a:xfrm>
            <a:off x="325315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8" name="Rectangle 2487"/>
          <p:cNvSpPr/>
          <p:nvPr/>
        </p:nvSpPr>
        <p:spPr bwMode="auto">
          <a:xfrm>
            <a:off x="193430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9" name="Rectangle 2488"/>
          <p:cNvSpPr/>
          <p:nvPr/>
        </p:nvSpPr>
        <p:spPr bwMode="auto">
          <a:xfrm>
            <a:off x="1670539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0" name="Rectangle 2489"/>
          <p:cNvSpPr/>
          <p:nvPr/>
        </p:nvSpPr>
        <p:spPr bwMode="auto">
          <a:xfrm>
            <a:off x="2461847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1" name="Rectangle 2490"/>
          <p:cNvSpPr/>
          <p:nvPr/>
        </p:nvSpPr>
        <p:spPr bwMode="auto">
          <a:xfrm>
            <a:off x="219807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2" name="Rectangle 2491"/>
          <p:cNvSpPr/>
          <p:nvPr/>
        </p:nvSpPr>
        <p:spPr bwMode="auto">
          <a:xfrm>
            <a:off x="2989385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3" name="Rectangle 2492"/>
          <p:cNvSpPr/>
          <p:nvPr/>
        </p:nvSpPr>
        <p:spPr bwMode="auto">
          <a:xfrm>
            <a:off x="2725616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4" name="Rectangle 2493"/>
          <p:cNvSpPr/>
          <p:nvPr/>
        </p:nvSpPr>
        <p:spPr bwMode="auto">
          <a:xfrm>
            <a:off x="1406770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5" name="Rectangle 2494"/>
          <p:cNvSpPr/>
          <p:nvPr/>
        </p:nvSpPr>
        <p:spPr bwMode="auto">
          <a:xfrm>
            <a:off x="3253155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6" name="Rectangle 2495"/>
          <p:cNvSpPr/>
          <p:nvPr/>
        </p:nvSpPr>
        <p:spPr bwMode="auto">
          <a:xfrm>
            <a:off x="3780693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7" name="Rectangle 2496"/>
          <p:cNvSpPr/>
          <p:nvPr/>
        </p:nvSpPr>
        <p:spPr bwMode="auto">
          <a:xfrm>
            <a:off x="3516924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8" name="Rectangle 2497"/>
          <p:cNvSpPr/>
          <p:nvPr/>
        </p:nvSpPr>
        <p:spPr bwMode="auto">
          <a:xfrm>
            <a:off x="430823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9" name="Rectangle 2498"/>
          <p:cNvSpPr/>
          <p:nvPr/>
        </p:nvSpPr>
        <p:spPr bwMode="auto">
          <a:xfrm>
            <a:off x="4044462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0" name="Rectangle 2499"/>
          <p:cNvSpPr/>
          <p:nvPr/>
        </p:nvSpPr>
        <p:spPr bwMode="auto">
          <a:xfrm>
            <a:off x="457200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1" name="Rectangle 2500"/>
          <p:cNvSpPr/>
          <p:nvPr/>
        </p:nvSpPr>
        <p:spPr bwMode="auto">
          <a:xfrm>
            <a:off x="3780693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2" name="Rectangle 2501"/>
          <p:cNvSpPr/>
          <p:nvPr/>
        </p:nvSpPr>
        <p:spPr bwMode="auto">
          <a:xfrm>
            <a:off x="3516924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3" name="Rectangle 2502"/>
          <p:cNvSpPr/>
          <p:nvPr/>
        </p:nvSpPr>
        <p:spPr bwMode="auto">
          <a:xfrm>
            <a:off x="430823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4" name="Rectangle 2503"/>
          <p:cNvSpPr/>
          <p:nvPr/>
        </p:nvSpPr>
        <p:spPr bwMode="auto">
          <a:xfrm>
            <a:off x="4044462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5" name="Rectangle 2504"/>
          <p:cNvSpPr/>
          <p:nvPr/>
        </p:nvSpPr>
        <p:spPr bwMode="auto">
          <a:xfrm>
            <a:off x="457200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6" name="Rectangle 2505"/>
          <p:cNvSpPr/>
          <p:nvPr/>
        </p:nvSpPr>
        <p:spPr bwMode="auto">
          <a:xfrm>
            <a:off x="3780693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7" name="Rectangle 2506"/>
          <p:cNvSpPr/>
          <p:nvPr/>
        </p:nvSpPr>
        <p:spPr bwMode="auto">
          <a:xfrm>
            <a:off x="3516924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8" name="Rectangle 2507"/>
          <p:cNvSpPr/>
          <p:nvPr/>
        </p:nvSpPr>
        <p:spPr bwMode="auto">
          <a:xfrm>
            <a:off x="430823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9" name="Rectangle 2508"/>
          <p:cNvSpPr/>
          <p:nvPr/>
        </p:nvSpPr>
        <p:spPr bwMode="auto">
          <a:xfrm>
            <a:off x="4044462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0" name="Rectangle 2509"/>
          <p:cNvSpPr/>
          <p:nvPr/>
        </p:nvSpPr>
        <p:spPr bwMode="auto">
          <a:xfrm>
            <a:off x="457200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1" name="Rectangle 2510"/>
          <p:cNvSpPr/>
          <p:nvPr/>
        </p:nvSpPr>
        <p:spPr bwMode="auto">
          <a:xfrm>
            <a:off x="3780693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2" name="Rectangle 2511"/>
          <p:cNvSpPr/>
          <p:nvPr/>
        </p:nvSpPr>
        <p:spPr bwMode="auto">
          <a:xfrm>
            <a:off x="3516924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3" name="Rectangle 2512"/>
          <p:cNvSpPr/>
          <p:nvPr/>
        </p:nvSpPr>
        <p:spPr bwMode="auto">
          <a:xfrm>
            <a:off x="430823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4" name="Rectangle 2513"/>
          <p:cNvSpPr/>
          <p:nvPr/>
        </p:nvSpPr>
        <p:spPr bwMode="auto">
          <a:xfrm>
            <a:off x="4044462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5" name="Rectangle 2514"/>
          <p:cNvSpPr/>
          <p:nvPr/>
        </p:nvSpPr>
        <p:spPr bwMode="auto">
          <a:xfrm>
            <a:off x="457200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6" name="Rectangle 2515"/>
          <p:cNvSpPr/>
          <p:nvPr/>
        </p:nvSpPr>
        <p:spPr bwMode="auto">
          <a:xfrm>
            <a:off x="3780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7" name="Rectangle 2516"/>
          <p:cNvSpPr/>
          <p:nvPr/>
        </p:nvSpPr>
        <p:spPr bwMode="auto">
          <a:xfrm>
            <a:off x="3516924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8" name="Rectangle 2517"/>
          <p:cNvSpPr/>
          <p:nvPr/>
        </p:nvSpPr>
        <p:spPr bwMode="auto">
          <a:xfrm>
            <a:off x="4308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9" name="Rectangle 2518"/>
          <p:cNvSpPr/>
          <p:nvPr/>
        </p:nvSpPr>
        <p:spPr bwMode="auto">
          <a:xfrm>
            <a:off x="4044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0" name="Rectangle 2519"/>
          <p:cNvSpPr/>
          <p:nvPr/>
        </p:nvSpPr>
        <p:spPr bwMode="auto">
          <a:xfrm>
            <a:off x="457200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1" name="Rectangle 2520"/>
          <p:cNvSpPr/>
          <p:nvPr/>
        </p:nvSpPr>
        <p:spPr bwMode="auto">
          <a:xfrm>
            <a:off x="3780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2" name="Rectangle 2521"/>
          <p:cNvSpPr/>
          <p:nvPr/>
        </p:nvSpPr>
        <p:spPr bwMode="auto">
          <a:xfrm>
            <a:off x="3516924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3" name="Rectangle 2522"/>
          <p:cNvSpPr/>
          <p:nvPr/>
        </p:nvSpPr>
        <p:spPr bwMode="auto">
          <a:xfrm>
            <a:off x="4308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4" name="Rectangle 2523"/>
          <p:cNvSpPr/>
          <p:nvPr/>
        </p:nvSpPr>
        <p:spPr bwMode="auto">
          <a:xfrm>
            <a:off x="4044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5" name="Rectangle 2524"/>
          <p:cNvSpPr/>
          <p:nvPr/>
        </p:nvSpPr>
        <p:spPr bwMode="auto">
          <a:xfrm>
            <a:off x="457200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6" name="Rectangle 2525"/>
          <p:cNvSpPr/>
          <p:nvPr/>
        </p:nvSpPr>
        <p:spPr bwMode="auto">
          <a:xfrm>
            <a:off x="3780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7" name="Rectangle 2526"/>
          <p:cNvSpPr/>
          <p:nvPr/>
        </p:nvSpPr>
        <p:spPr bwMode="auto">
          <a:xfrm>
            <a:off x="3516924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8" name="Rectangle 2527"/>
          <p:cNvSpPr/>
          <p:nvPr/>
        </p:nvSpPr>
        <p:spPr bwMode="auto">
          <a:xfrm>
            <a:off x="4308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9" name="Rectangle 2528"/>
          <p:cNvSpPr/>
          <p:nvPr/>
        </p:nvSpPr>
        <p:spPr bwMode="auto">
          <a:xfrm>
            <a:off x="4044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0" name="Rectangle 2529"/>
          <p:cNvSpPr/>
          <p:nvPr/>
        </p:nvSpPr>
        <p:spPr bwMode="auto">
          <a:xfrm>
            <a:off x="457200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1" name="Rectangle 2530"/>
          <p:cNvSpPr/>
          <p:nvPr/>
        </p:nvSpPr>
        <p:spPr bwMode="auto">
          <a:xfrm>
            <a:off x="3780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2" name="Rectangle 2531"/>
          <p:cNvSpPr/>
          <p:nvPr/>
        </p:nvSpPr>
        <p:spPr bwMode="auto">
          <a:xfrm>
            <a:off x="3516924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3" name="Rectangle 2532"/>
          <p:cNvSpPr/>
          <p:nvPr/>
        </p:nvSpPr>
        <p:spPr bwMode="auto">
          <a:xfrm>
            <a:off x="4308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4" name="Rectangle 2533"/>
          <p:cNvSpPr/>
          <p:nvPr/>
        </p:nvSpPr>
        <p:spPr bwMode="auto">
          <a:xfrm>
            <a:off x="4044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5" name="Rectangle 2534"/>
          <p:cNvSpPr/>
          <p:nvPr/>
        </p:nvSpPr>
        <p:spPr bwMode="auto">
          <a:xfrm>
            <a:off x="457200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6" name="Rectangle 2535"/>
          <p:cNvSpPr/>
          <p:nvPr/>
        </p:nvSpPr>
        <p:spPr bwMode="auto">
          <a:xfrm>
            <a:off x="3780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7" name="Rectangle 2536"/>
          <p:cNvSpPr/>
          <p:nvPr/>
        </p:nvSpPr>
        <p:spPr bwMode="auto">
          <a:xfrm>
            <a:off x="3516924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8" name="Rectangle 2537"/>
          <p:cNvSpPr/>
          <p:nvPr/>
        </p:nvSpPr>
        <p:spPr bwMode="auto">
          <a:xfrm>
            <a:off x="4308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9" name="Rectangle 2538"/>
          <p:cNvSpPr/>
          <p:nvPr/>
        </p:nvSpPr>
        <p:spPr bwMode="auto">
          <a:xfrm>
            <a:off x="4044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0" name="Rectangle 2539"/>
          <p:cNvSpPr/>
          <p:nvPr/>
        </p:nvSpPr>
        <p:spPr bwMode="auto">
          <a:xfrm>
            <a:off x="457200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1" name="Rectangle 2540"/>
          <p:cNvSpPr/>
          <p:nvPr/>
        </p:nvSpPr>
        <p:spPr bwMode="auto">
          <a:xfrm>
            <a:off x="3780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2" name="Rectangle 2541"/>
          <p:cNvSpPr/>
          <p:nvPr/>
        </p:nvSpPr>
        <p:spPr bwMode="auto">
          <a:xfrm>
            <a:off x="3516924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3" name="Rectangle 2542"/>
          <p:cNvSpPr/>
          <p:nvPr/>
        </p:nvSpPr>
        <p:spPr bwMode="auto">
          <a:xfrm>
            <a:off x="4308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4" name="Rectangle 2543"/>
          <p:cNvSpPr/>
          <p:nvPr/>
        </p:nvSpPr>
        <p:spPr bwMode="auto">
          <a:xfrm>
            <a:off x="4044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5" name="Rectangle 2544"/>
          <p:cNvSpPr/>
          <p:nvPr/>
        </p:nvSpPr>
        <p:spPr bwMode="auto">
          <a:xfrm>
            <a:off x="457200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6" name="Rectangle 2545"/>
          <p:cNvSpPr/>
          <p:nvPr/>
        </p:nvSpPr>
        <p:spPr bwMode="auto">
          <a:xfrm>
            <a:off x="7209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7" name="Rectangle 2546"/>
          <p:cNvSpPr/>
          <p:nvPr/>
        </p:nvSpPr>
        <p:spPr bwMode="auto">
          <a:xfrm>
            <a:off x="6945924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8" name="Rectangle 2547"/>
          <p:cNvSpPr/>
          <p:nvPr/>
        </p:nvSpPr>
        <p:spPr bwMode="auto">
          <a:xfrm>
            <a:off x="7737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9" name="Rectangle 2548"/>
          <p:cNvSpPr/>
          <p:nvPr/>
        </p:nvSpPr>
        <p:spPr bwMode="auto">
          <a:xfrm>
            <a:off x="7473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1" name="Rectangle 2550"/>
          <p:cNvSpPr/>
          <p:nvPr/>
        </p:nvSpPr>
        <p:spPr bwMode="auto">
          <a:xfrm>
            <a:off x="7209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2" name="Rectangle 2551"/>
          <p:cNvSpPr/>
          <p:nvPr/>
        </p:nvSpPr>
        <p:spPr bwMode="auto">
          <a:xfrm>
            <a:off x="6945924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3" name="Rectangle 2552"/>
          <p:cNvSpPr/>
          <p:nvPr/>
        </p:nvSpPr>
        <p:spPr bwMode="auto">
          <a:xfrm>
            <a:off x="7737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4" name="Rectangle 2553"/>
          <p:cNvSpPr/>
          <p:nvPr/>
        </p:nvSpPr>
        <p:spPr bwMode="auto">
          <a:xfrm>
            <a:off x="7473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6" name="Rectangle 2585"/>
          <p:cNvSpPr/>
          <p:nvPr/>
        </p:nvSpPr>
        <p:spPr bwMode="auto">
          <a:xfrm>
            <a:off x="7209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7" name="Rectangle 2586"/>
          <p:cNvSpPr/>
          <p:nvPr/>
        </p:nvSpPr>
        <p:spPr bwMode="auto">
          <a:xfrm>
            <a:off x="6945924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8" name="Rectangle 2587"/>
          <p:cNvSpPr/>
          <p:nvPr/>
        </p:nvSpPr>
        <p:spPr bwMode="auto">
          <a:xfrm>
            <a:off x="7737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9" name="Rectangle 2588"/>
          <p:cNvSpPr/>
          <p:nvPr/>
        </p:nvSpPr>
        <p:spPr bwMode="auto">
          <a:xfrm>
            <a:off x="7473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1" name="Rectangle 2590"/>
          <p:cNvSpPr/>
          <p:nvPr/>
        </p:nvSpPr>
        <p:spPr bwMode="auto">
          <a:xfrm>
            <a:off x="7209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2" name="Rectangle 2591"/>
          <p:cNvSpPr/>
          <p:nvPr/>
        </p:nvSpPr>
        <p:spPr bwMode="auto">
          <a:xfrm>
            <a:off x="6945924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3" name="Rectangle 2592"/>
          <p:cNvSpPr/>
          <p:nvPr/>
        </p:nvSpPr>
        <p:spPr bwMode="auto">
          <a:xfrm>
            <a:off x="7737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4" name="Rectangle 2593"/>
          <p:cNvSpPr/>
          <p:nvPr/>
        </p:nvSpPr>
        <p:spPr bwMode="auto">
          <a:xfrm>
            <a:off x="7473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6" name="Rectangle 2605"/>
          <p:cNvSpPr/>
          <p:nvPr/>
        </p:nvSpPr>
        <p:spPr bwMode="auto">
          <a:xfrm>
            <a:off x="7209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7" name="Rectangle 2606"/>
          <p:cNvSpPr/>
          <p:nvPr/>
        </p:nvSpPr>
        <p:spPr bwMode="auto">
          <a:xfrm>
            <a:off x="6945924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8" name="Rectangle 2607"/>
          <p:cNvSpPr/>
          <p:nvPr/>
        </p:nvSpPr>
        <p:spPr bwMode="auto">
          <a:xfrm>
            <a:off x="7737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9" name="Rectangle 2608"/>
          <p:cNvSpPr/>
          <p:nvPr/>
        </p:nvSpPr>
        <p:spPr bwMode="auto">
          <a:xfrm>
            <a:off x="7473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1" name="Rectangle 2610"/>
          <p:cNvSpPr/>
          <p:nvPr/>
        </p:nvSpPr>
        <p:spPr bwMode="auto">
          <a:xfrm>
            <a:off x="7209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2" name="Rectangle 2611"/>
          <p:cNvSpPr/>
          <p:nvPr/>
        </p:nvSpPr>
        <p:spPr bwMode="auto">
          <a:xfrm>
            <a:off x="6945924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3" name="Rectangle 2612"/>
          <p:cNvSpPr/>
          <p:nvPr/>
        </p:nvSpPr>
        <p:spPr bwMode="auto">
          <a:xfrm>
            <a:off x="7737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4" name="Rectangle 2613"/>
          <p:cNvSpPr/>
          <p:nvPr/>
        </p:nvSpPr>
        <p:spPr bwMode="auto">
          <a:xfrm>
            <a:off x="7473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1" name="Rectangle 2670"/>
          <p:cNvSpPr/>
          <p:nvPr/>
        </p:nvSpPr>
        <p:spPr bwMode="auto">
          <a:xfrm>
            <a:off x="5099539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2" name="Rectangle 2671"/>
          <p:cNvSpPr/>
          <p:nvPr/>
        </p:nvSpPr>
        <p:spPr bwMode="auto">
          <a:xfrm>
            <a:off x="4835770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3" name="Rectangle 2672"/>
          <p:cNvSpPr/>
          <p:nvPr/>
        </p:nvSpPr>
        <p:spPr bwMode="auto">
          <a:xfrm>
            <a:off x="562707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4" name="Rectangle 2673"/>
          <p:cNvSpPr/>
          <p:nvPr/>
        </p:nvSpPr>
        <p:spPr bwMode="auto">
          <a:xfrm>
            <a:off x="536330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5" name="Rectangle 2674"/>
          <p:cNvSpPr/>
          <p:nvPr/>
        </p:nvSpPr>
        <p:spPr bwMode="auto">
          <a:xfrm>
            <a:off x="5890847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6" name="Rectangle 2675"/>
          <p:cNvSpPr/>
          <p:nvPr/>
        </p:nvSpPr>
        <p:spPr bwMode="auto">
          <a:xfrm>
            <a:off x="6418385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7" name="Rectangle 2676"/>
          <p:cNvSpPr/>
          <p:nvPr/>
        </p:nvSpPr>
        <p:spPr bwMode="auto">
          <a:xfrm>
            <a:off x="6154616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8" name="Rectangle 2677"/>
          <p:cNvSpPr/>
          <p:nvPr/>
        </p:nvSpPr>
        <p:spPr bwMode="auto">
          <a:xfrm>
            <a:off x="6682155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5" name="Rectangle 2964"/>
          <p:cNvSpPr/>
          <p:nvPr/>
        </p:nvSpPr>
        <p:spPr bwMode="auto">
          <a:xfrm>
            <a:off x="1143001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6" name="Rectangle 2965"/>
          <p:cNvSpPr/>
          <p:nvPr/>
        </p:nvSpPr>
        <p:spPr bwMode="auto">
          <a:xfrm>
            <a:off x="879231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7" name="Rectangle 2966"/>
          <p:cNvSpPr/>
          <p:nvPr/>
        </p:nvSpPr>
        <p:spPr bwMode="auto">
          <a:xfrm>
            <a:off x="615462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8" name="Rectangle 2967"/>
          <p:cNvSpPr/>
          <p:nvPr/>
        </p:nvSpPr>
        <p:spPr bwMode="auto">
          <a:xfrm>
            <a:off x="114300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9" name="Rectangle 2968"/>
          <p:cNvSpPr/>
          <p:nvPr/>
        </p:nvSpPr>
        <p:spPr bwMode="auto">
          <a:xfrm>
            <a:off x="87923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0" name="Rectangle 2969"/>
          <p:cNvSpPr/>
          <p:nvPr/>
        </p:nvSpPr>
        <p:spPr bwMode="auto">
          <a:xfrm>
            <a:off x="615462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1" name="Rectangle 2970"/>
          <p:cNvSpPr/>
          <p:nvPr/>
        </p:nvSpPr>
        <p:spPr bwMode="auto">
          <a:xfrm>
            <a:off x="114300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2" name="Rectangle 2971"/>
          <p:cNvSpPr/>
          <p:nvPr/>
        </p:nvSpPr>
        <p:spPr bwMode="auto">
          <a:xfrm>
            <a:off x="87923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3" name="Rectangle 2972"/>
          <p:cNvSpPr/>
          <p:nvPr/>
        </p:nvSpPr>
        <p:spPr bwMode="auto">
          <a:xfrm>
            <a:off x="615462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4" name="Rectangle 2973"/>
          <p:cNvSpPr/>
          <p:nvPr/>
        </p:nvSpPr>
        <p:spPr bwMode="auto">
          <a:xfrm>
            <a:off x="114300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5" name="Rectangle 2974"/>
          <p:cNvSpPr/>
          <p:nvPr/>
        </p:nvSpPr>
        <p:spPr bwMode="auto">
          <a:xfrm>
            <a:off x="87923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6" name="Rectangle 2975"/>
          <p:cNvSpPr/>
          <p:nvPr/>
        </p:nvSpPr>
        <p:spPr bwMode="auto">
          <a:xfrm>
            <a:off x="615462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7" name="Rectangle 2976"/>
          <p:cNvSpPr/>
          <p:nvPr/>
        </p:nvSpPr>
        <p:spPr bwMode="auto">
          <a:xfrm>
            <a:off x="114300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8" name="Rectangle 2977"/>
          <p:cNvSpPr/>
          <p:nvPr/>
        </p:nvSpPr>
        <p:spPr bwMode="auto">
          <a:xfrm>
            <a:off x="87923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9" name="Rectangle 2978"/>
          <p:cNvSpPr/>
          <p:nvPr/>
        </p:nvSpPr>
        <p:spPr bwMode="auto">
          <a:xfrm>
            <a:off x="615462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0" name="Rectangle 2979"/>
          <p:cNvSpPr/>
          <p:nvPr/>
        </p:nvSpPr>
        <p:spPr bwMode="auto">
          <a:xfrm>
            <a:off x="114300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1" name="Rectangle 2980"/>
          <p:cNvSpPr/>
          <p:nvPr/>
        </p:nvSpPr>
        <p:spPr bwMode="auto">
          <a:xfrm>
            <a:off x="879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2" name="Rectangle 2981"/>
          <p:cNvSpPr/>
          <p:nvPr/>
        </p:nvSpPr>
        <p:spPr bwMode="auto">
          <a:xfrm>
            <a:off x="615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2" name="Rectangle 2991"/>
          <p:cNvSpPr/>
          <p:nvPr/>
        </p:nvSpPr>
        <p:spPr bwMode="auto">
          <a:xfrm>
            <a:off x="114300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3" name="Rectangle 2992"/>
          <p:cNvSpPr/>
          <p:nvPr/>
        </p:nvSpPr>
        <p:spPr bwMode="auto">
          <a:xfrm>
            <a:off x="879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4" name="Rectangle 2993"/>
          <p:cNvSpPr/>
          <p:nvPr/>
        </p:nvSpPr>
        <p:spPr bwMode="auto">
          <a:xfrm>
            <a:off x="615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5" name="Rectangle 2994"/>
          <p:cNvSpPr/>
          <p:nvPr/>
        </p:nvSpPr>
        <p:spPr bwMode="auto">
          <a:xfrm>
            <a:off x="114300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6" name="Rectangle 2995"/>
          <p:cNvSpPr/>
          <p:nvPr/>
        </p:nvSpPr>
        <p:spPr bwMode="auto">
          <a:xfrm>
            <a:off x="879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7" name="Rectangle 2996"/>
          <p:cNvSpPr/>
          <p:nvPr/>
        </p:nvSpPr>
        <p:spPr bwMode="auto">
          <a:xfrm>
            <a:off x="615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6" name="Rectangle 3005"/>
          <p:cNvSpPr/>
          <p:nvPr/>
        </p:nvSpPr>
        <p:spPr bwMode="auto">
          <a:xfrm>
            <a:off x="114300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7" name="Rectangle 3006"/>
          <p:cNvSpPr/>
          <p:nvPr/>
        </p:nvSpPr>
        <p:spPr bwMode="auto">
          <a:xfrm>
            <a:off x="879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8" name="Rectangle 3007"/>
          <p:cNvSpPr/>
          <p:nvPr/>
        </p:nvSpPr>
        <p:spPr bwMode="auto">
          <a:xfrm>
            <a:off x="615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9" name="Rectangle 3008"/>
          <p:cNvSpPr/>
          <p:nvPr/>
        </p:nvSpPr>
        <p:spPr bwMode="auto">
          <a:xfrm>
            <a:off x="114300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0" name="Rectangle 3009"/>
          <p:cNvSpPr/>
          <p:nvPr/>
        </p:nvSpPr>
        <p:spPr bwMode="auto">
          <a:xfrm>
            <a:off x="879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1" name="Rectangle 3010"/>
          <p:cNvSpPr/>
          <p:nvPr/>
        </p:nvSpPr>
        <p:spPr bwMode="auto">
          <a:xfrm>
            <a:off x="615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2" name="Rectangle 3011"/>
          <p:cNvSpPr/>
          <p:nvPr/>
        </p:nvSpPr>
        <p:spPr bwMode="auto">
          <a:xfrm>
            <a:off x="114300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3" name="Rectangle 3012"/>
          <p:cNvSpPr/>
          <p:nvPr/>
        </p:nvSpPr>
        <p:spPr bwMode="auto">
          <a:xfrm>
            <a:off x="879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4" name="Rectangle 3013"/>
          <p:cNvSpPr/>
          <p:nvPr/>
        </p:nvSpPr>
        <p:spPr bwMode="auto">
          <a:xfrm>
            <a:off x="615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6" name="Rectangle 3075"/>
          <p:cNvSpPr/>
          <p:nvPr/>
        </p:nvSpPr>
        <p:spPr bwMode="auto">
          <a:xfrm>
            <a:off x="351693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7" name="Rectangle 3076"/>
          <p:cNvSpPr/>
          <p:nvPr/>
        </p:nvSpPr>
        <p:spPr bwMode="auto">
          <a:xfrm>
            <a:off x="351693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8" name="Rectangle 3077"/>
          <p:cNvSpPr/>
          <p:nvPr/>
        </p:nvSpPr>
        <p:spPr bwMode="auto">
          <a:xfrm>
            <a:off x="351693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9" name="Rectangle 3078"/>
          <p:cNvSpPr/>
          <p:nvPr/>
        </p:nvSpPr>
        <p:spPr bwMode="auto">
          <a:xfrm>
            <a:off x="351693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0" name="Rectangle 3079"/>
          <p:cNvSpPr/>
          <p:nvPr/>
        </p:nvSpPr>
        <p:spPr bwMode="auto">
          <a:xfrm>
            <a:off x="351693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1" name="Rectangle 3080"/>
          <p:cNvSpPr/>
          <p:nvPr/>
        </p:nvSpPr>
        <p:spPr bwMode="auto">
          <a:xfrm>
            <a:off x="351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5" name="Rectangle 3084"/>
          <p:cNvSpPr/>
          <p:nvPr/>
        </p:nvSpPr>
        <p:spPr bwMode="auto">
          <a:xfrm>
            <a:off x="351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6" name="Rectangle 3085"/>
          <p:cNvSpPr/>
          <p:nvPr/>
        </p:nvSpPr>
        <p:spPr bwMode="auto">
          <a:xfrm>
            <a:off x="351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7" name="Rectangle 3086"/>
          <p:cNvSpPr/>
          <p:nvPr/>
        </p:nvSpPr>
        <p:spPr bwMode="auto">
          <a:xfrm>
            <a:off x="351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8" name="Rectangle 3087"/>
          <p:cNvSpPr/>
          <p:nvPr/>
        </p:nvSpPr>
        <p:spPr bwMode="auto">
          <a:xfrm>
            <a:off x="351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9" name="Rectangle 3088"/>
          <p:cNvSpPr/>
          <p:nvPr/>
        </p:nvSpPr>
        <p:spPr bwMode="auto">
          <a:xfrm>
            <a:off x="351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>
            <a:off x="8229600" y="3409890"/>
            <a:ext cx="4411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…</a:t>
            </a:r>
            <a:endParaRPr lang="en-US" dirty="0"/>
          </a:p>
        </p:txBody>
      </p:sp>
      <p:sp>
        <p:nvSpPr>
          <p:cNvPr id="1326" name="TextBox 1325"/>
          <p:cNvSpPr txBox="1"/>
          <p:nvPr/>
        </p:nvSpPr>
        <p:spPr>
          <a:xfrm rot="5400000">
            <a:off x="4170482" y="5811718"/>
            <a:ext cx="4411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…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Rectangle 379"/>
          <p:cNvSpPr/>
          <p:nvPr/>
        </p:nvSpPr>
        <p:spPr bwMode="auto">
          <a:xfrm>
            <a:off x="3241431" y="22315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1" name="Rectangle 380"/>
          <p:cNvSpPr/>
          <p:nvPr/>
        </p:nvSpPr>
        <p:spPr bwMode="auto">
          <a:xfrm>
            <a:off x="3241431" y="1948542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>
            <a:off x="1412631" y="2209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219807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298938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246184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2725616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193430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1670539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1670539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1670539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193430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193430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193430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1670539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219807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219807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246184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246184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246184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219807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6" name="Rectangle 1955"/>
          <p:cNvSpPr/>
          <p:nvPr/>
        </p:nvSpPr>
        <p:spPr bwMode="auto">
          <a:xfrm>
            <a:off x="2725616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7" name="Rectangle 1956"/>
          <p:cNvSpPr/>
          <p:nvPr/>
        </p:nvSpPr>
        <p:spPr bwMode="auto">
          <a:xfrm>
            <a:off x="2725616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8" name="Rectangle 1957"/>
          <p:cNvSpPr/>
          <p:nvPr/>
        </p:nvSpPr>
        <p:spPr bwMode="auto">
          <a:xfrm>
            <a:off x="298938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9" name="Rectangle 1958"/>
          <p:cNvSpPr/>
          <p:nvPr/>
        </p:nvSpPr>
        <p:spPr bwMode="auto">
          <a:xfrm>
            <a:off x="298938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0" name="Rectangle 1959"/>
          <p:cNvSpPr/>
          <p:nvPr/>
        </p:nvSpPr>
        <p:spPr bwMode="auto">
          <a:xfrm>
            <a:off x="298938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1" name="Rectangle 1960"/>
          <p:cNvSpPr/>
          <p:nvPr/>
        </p:nvSpPr>
        <p:spPr bwMode="auto">
          <a:xfrm>
            <a:off x="2725616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5099539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5099539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5099539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536330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536330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5627078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5627078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562707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5099539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5363308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536330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5627078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890847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890847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6154616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6154616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6154616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5890847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890847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890847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6154616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6154616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6154616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5890847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363308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627078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627078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5363308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5099539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5099539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5099539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5363308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5627078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5890847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5890847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154616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6154616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6154616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5890847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2" name="Rectangle 2021"/>
          <p:cNvSpPr/>
          <p:nvPr/>
        </p:nvSpPr>
        <p:spPr bwMode="auto">
          <a:xfrm>
            <a:off x="5363308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3" name="Rectangle 2022"/>
          <p:cNvSpPr/>
          <p:nvPr/>
        </p:nvSpPr>
        <p:spPr bwMode="auto">
          <a:xfrm>
            <a:off x="5627078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4" name="Rectangle 2023"/>
          <p:cNvSpPr/>
          <p:nvPr/>
        </p:nvSpPr>
        <p:spPr bwMode="auto">
          <a:xfrm>
            <a:off x="5627078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5" name="Rectangle 2024"/>
          <p:cNvSpPr/>
          <p:nvPr/>
        </p:nvSpPr>
        <p:spPr bwMode="auto">
          <a:xfrm>
            <a:off x="5363308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6" name="Rectangle 2025"/>
          <p:cNvSpPr/>
          <p:nvPr/>
        </p:nvSpPr>
        <p:spPr bwMode="auto">
          <a:xfrm>
            <a:off x="5099539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7" name="Rectangle 2026"/>
          <p:cNvSpPr/>
          <p:nvPr/>
        </p:nvSpPr>
        <p:spPr bwMode="auto">
          <a:xfrm>
            <a:off x="5099539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8" name="Rectangle 2027"/>
          <p:cNvSpPr/>
          <p:nvPr/>
        </p:nvSpPr>
        <p:spPr bwMode="auto">
          <a:xfrm>
            <a:off x="641838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9" name="Rectangle 2028"/>
          <p:cNvSpPr/>
          <p:nvPr/>
        </p:nvSpPr>
        <p:spPr bwMode="auto">
          <a:xfrm>
            <a:off x="641838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0" name="Rectangle 2029"/>
          <p:cNvSpPr/>
          <p:nvPr/>
        </p:nvSpPr>
        <p:spPr bwMode="auto">
          <a:xfrm>
            <a:off x="641838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1" name="Rectangle 2030"/>
          <p:cNvSpPr/>
          <p:nvPr/>
        </p:nvSpPr>
        <p:spPr bwMode="auto">
          <a:xfrm>
            <a:off x="641838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2" name="Rectangle 2031"/>
          <p:cNvSpPr/>
          <p:nvPr/>
        </p:nvSpPr>
        <p:spPr bwMode="auto">
          <a:xfrm>
            <a:off x="6418385" y="4201885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3" name="Rectangle 2032"/>
          <p:cNvSpPr/>
          <p:nvPr/>
        </p:nvSpPr>
        <p:spPr bwMode="auto">
          <a:xfrm>
            <a:off x="6418385" y="3918857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4" name="Rectangle 2033"/>
          <p:cNvSpPr/>
          <p:nvPr/>
        </p:nvSpPr>
        <p:spPr bwMode="auto">
          <a:xfrm>
            <a:off x="6418385" y="3635828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5" name="Rectangle 2034"/>
          <p:cNvSpPr/>
          <p:nvPr/>
        </p:nvSpPr>
        <p:spPr bwMode="auto">
          <a:xfrm>
            <a:off x="6418385" y="33528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36" name="Rectangle 2035"/>
          <p:cNvSpPr/>
          <p:nvPr/>
        </p:nvSpPr>
        <p:spPr bwMode="auto">
          <a:xfrm>
            <a:off x="6418385" y="30697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47" name="Rectangle 2046"/>
          <p:cNvSpPr/>
          <p:nvPr/>
        </p:nvSpPr>
        <p:spPr bwMode="auto">
          <a:xfrm>
            <a:off x="7473462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48" name="Rectangle 2047"/>
          <p:cNvSpPr/>
          <p:nvPr/>
        </p:nvSpPr>
        <p:spPr bwMode="auto">
          <a:xfrm>
            <a:off x="7209693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1" name="Rectangle 2050"/>
          <p:cNvSpPr/>
          <p:nvPr/>
        </p:nvSpPr>
        <p:spPr bwMode="auto">
          <a:xfrm>
            <a:off x="6945924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2" name="Rectangle 2051"/>
          <p:cNvSpPr/>
          <p:nvPr/>
        </p:nvSpPr>
        <p:spPr bwMode="auto">
          <a:xfrm>
            <a:off x="6682155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3" name="Rectangle 2052"/>
          <p:cNvSpPr/>
          <p:nvPr/>
        </p:nvSpPr>
        <p:spPr bwMode="auto">
          <a:xfrm>
            <a:off x="6682155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4" name="Rectangle 2053"/>
          <p:cNvSpPr/>
          <p:nvPr/>
        </p:nvSpPr>
        <p:spPr bwMode="auto">
          <a:xfrm>
            <a:off x="6945924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5" name="Rectangle 2054"/>
          <p:cNvSpPr/>
          <p:nvPr/>
        </p:nvSpPr>
        <p:spPr bwMode="auto">
          <a:xfrm>
            <a:off x="7209693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6" name="Rectangle 2055"/>
          <p:cNvSpPr/>
          <p:nvPr/>
        </p:nvSpPr>
        <p:spPr bwMode="auto">
          <a:xfrm>
            <a:off x="7209693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7" name="Rectangle 2056"/>
          <p:cNvSpPr/>
          <p:nvPr/>
        </p:nvSpPr>
        <p:spPr bwMode="auto">
          <a:xfrm>
            <a:off x="7473462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8" name="Rectangle 2057"/>
          <p:cNvSpPr/>
          <p:nvPr/>
        </p:nvSpPr>
        <p:spPr bwMode="auto">
          <a:xfrm>
            <a:off x="7473462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59" name="Rectangle 2058"/>
          <p:cNvSpPr/>
          <p:nvPr/>
        </p:nvSpPr>
        <p:spPr bwMode="auto">
          <a:xfrm>
            <a:off x="7473462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0" name="Rectangle 2059"/>
          <p:cNvSpPr/>
          <p:nvPr/>
        </p:nvSpPr>
        <p:spPr bwMode="auto">
          <a:xfrm>
            <a:off x="7209693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1" name="Rectangle 2060"/>
          <p:cNvSpPr/>
          <p:nvPr/>
        </p:nvSpPr>
        <p:spPr bwMode="auto">
          <a:xfrm>
            <a:off x="6682155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2" name="Rectangle 2061"/>
          <p:cNvSpPr/>
          <p:nvPr/>
        </p:nvSpPr>
        <p:spPr bwMode="auto">
          <a:xfrm>
            <a:off x="6945924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3" name="Rectangle 2062"/>
          <p:cNvSpPr/>
          <p:nvPr/>
        </p:nvSpPr>
        <p:spPr bwMode="auto">
          <a:xfrm>
            <a:off x="6945924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6682155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8" name="Rectangle 2067"/>
          <p:cNvSpPr/>
          <p:nvPr/>
        </p:nvSpPr>
        <p:spPr bwMode="auto">
          <a:xfrm>
            <a:off x="7737231" y="5334000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69" name="Rectangle 2068"/>
          <p:cNvSpPr/>
          <p:nvPr/>
        </p:nvSpPr>
        <p:spPr bwMode="auto">
          <a:xfrm>
            <a:off x="7737231" y="5050971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70" name="Rectangle 2069"/>
          <p:cNvSpPr/>
          <p:nvPr/>
        </p:nvSpPr>
        <p:spPr bwMode="auto">
          <a:xfrm>
            <a:off x="7737231" y="4767942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71" name="Rectangle 2070"/>
          <p:cNvSpPr/>
          <p:nvPr/>
        </p:nvSpPr>
        <p:spPr bwMode="auto">
          <a:xfrm>
            <a:off x="7737231" y="4484914"/>
            <a:ext cx="263769" cy="283029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3" name="Rectangle 2332"/>
          <p:cNvSpPr/>
          <p:nvPr/>
        </p:nvSpPr>
        <p:spPr bwMode="auto">
          <a:xfrm>
            <a:off x="4835770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4" name="Rectangle 2333"/>
          <p:cNvSpPr/>
          <p:nvPr/>
        </p:nvSpPr>
        <p:spPr bwMode="auto">
          <a:xfrm>
            <a:off x="4835770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5" name="Rectangle 2334"/>
          <p:cNvSpPr/>
          <p:nvPr/>
        </p:nvSpPr>
        <p:spPr bwMode="auto">
          <a:xfrm>
            <a:off x="4835770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6" name="Rectangle 2335"/>
          <p:cNvSpPr/>
          <p:nvPr/>
        </p:nvSpPr>
        <p:spPr bwMode="auto">
          <a:xfrm>
            <a:off x="4835770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7" name="Rectangle 2336"/>
          <p:cNvSpPr/>
          <p:nvPr/>
        </p:nvSpPr>
        <p:spPr bwMode="auto">
          <a:xfrm>
            <a:off x="4835770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8" name="Rectangle 2337"/>
          <p:cNvSpPr/>
          <p:nvPr/>
        </p:nvSpPr>
        <p:spPr bwMode="auto">
          <a:xfrm>
            <a:off x="4835770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39" name="Rectangle 2338"/>
          <p:cNvSpPr/>
          <p:nvPr/>
        </p:nvSpPr>
        <p:spPr bwMode="auto">
          <a:xfrm>
            <a:off x="4835770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40" name="Rectangle 2339"/>
          <p:cNvSpPr/>
          <p:nvPr/>
        </p:nvSpPr>
        <p:spPr bwMode="auto">
          <a:xfrm>
            <a:off x="4835770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4" name="Rectangle 2393"/>
          <p:cNvSpPr/>
          <p:nvPr/>
        </p:nvSpPr>
        <p:spPr bwMode="auto">
          <a:xfrm>
            <a:off x="4835770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7" name="Rectangle 2396"/>
          <p:cNvSpPr/>
          <p:nvPr/>
        </p:nvSpPr>
        <p:spPr bwMode="auto">
          <a:xfrm>
            <a:off x="5363308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8" name="Rectangle 2397"/>
          <p:cNvSpPr/>
          <p:nvPr/>
        </p:nvSpPr>
        <p:spPr bwMode="auto">
          <a:xfrm>
            <a:off x="5099539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399" name="Rectangle 2398"/>
          <p:cNvSpPr/>
          <p:nvPr/>
        </p:nvSpPr>
        <p:spPr bwMode="auto">
          <a:xfrm>
            <a:off x="5890847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0" name="Rectangle 2399"/>
          <p:cNvSpPr/>
          <p:nvPr/>
        </p:nvSpPr>
        <p:spPr bwMode="auto">
          <a:xfrm>
            <a:off x="5627078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1" name="Rectangle 2400"/>
          <p:cNvSpPr/>
          <p:nvPr/>
        </p:nvSpPr>
        <p:spPr bwMode="auto">
          <a:xfrm>
            <a:off x="641838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2" name="Rectangle 2401"/>
          <p:cNvSpPr/>
          <p:nvPr/>
        </p:nvSpPr>
        <p:spPr bwMode="auto">
          <a:xfrm>
            <a:off x="6154616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3" name="Rectangle 2402"/>
          <p:cNvSpPr/>
          <p:nvPr/>
        </p:nvSpPr>
        <p:spPr bwMode="auto">
          <a:xfrm>
            <a:off x="4835770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4" name="Rectangle 2403"/>
          <p:cNvSpPr/>
          <p:nvPr/>
        </p:nvSpPr>
        <p:spPr bwMode="auto">
          <a:xfrm>
            <a:off x="668215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5" name="Rectangle 2404"/>
          <p:cNvSpPr/>
          <p:nvPr/>
        </p:nvSpPr>
        <p:spPr bwMode="auto">
          <a:xfrm>
            <a:off x="6945924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6" name="Rectangle 2405"/>
          <p:cNvSpPr/>
          <p:nvPr/>
        </p:nvSpPr>
        <p:spPr bwMode="auto">
          <a:xfrm>
            <a:off x="668215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7" name="Rectangle 2406"/>
          <p:cNvSpPr/>
          <p:nvPr/>
        </p:nvSpPr>
        <p:spPr bwMode="auto">
          <a:xfrm>
            <a:off x="6682155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8" name="Rectangle 2407"/>
          <p:cNvSpPr/>
          <p:nvPr/>
        </p:nvSpPr>
        <p:spPr bwMode="auto">
          <a:xfrm>
            <a:off x="6682155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09" name="Rectangle 2408"/>
          <p:cNvSpPr/>
          <p:nvPr/>
        </p:nvSpPr>
        <p:spPr bwMode="auto">
          <a:xfrm>
            <a:off x="6682155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0" name="Rectangle 2409"/>
          <p:cNvSpPr/>
          <p:nvPr/>
        </p:nvSpPr>
        <p:spPr bwMode="auto">
          <a:xfrm>
            <a:off x="6682155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1" name="Rectangle 2410"/>
          <p:cNvSpPr/>
          <p:nvPr/>
        </p:nvSpPr>
        <p:spPr bwMode="auto">
          <a:xfrm>
            <a:off x="7737231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2" name="Rectangle 2411"/>
          <p:cNvSpPr/>
          <p:nvPr/>
        </p:nvSpPr>
        <p:spPr bwMode="auto">
          <a:xfrm>
            <a:off x="7473462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4" name="Rectangle 2413"/>
          <p:cNvSpPr/>
          <p:nvPr/>
        </p:nvSpPr>
        <p:spPr bwMode="auto">
          <a:xfrm>
            <a:off x="7209693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5" name="Rectangle 2414"/>
          <p:cNvSpPr/>
          <p:nvPr/>
        </p:nvSpPr>
        <p:spPr bwMode="auto">
          <a:xfrm>
            <a:off x="3516924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6" name="Rectangle 2415"/>
          <p:cNvSpPr/>
          <p:nvPr/>
        </p:nvSpPr>
        <p:spPr bwMode="auto">
          <a:xfrm>
            <a:off x="3253155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7" name="Rectangle 2416"/>
          <p:cNvSpPr/>
          <p:nvPr/>
        </p:nvSpPr>
        <p:spPr bwMode="auto">
          <a:xfrm>
            <a:off x="4044462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8" name="Rectangle 2417"/>
          <p:cNvSpPr/>
          <p:nvPr/>
        </p:nvSpPr>
        <p:spPr bwMode="auto">
          <a:xfrm>
            <a:off x="3780693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19" name="Rectangle 2418"/>
          <p:cNvSpPr/>
          <p:nvPr/>
        </p:nvSpPr>
        <p:spPr bwMode="auto">
          <a:xfrm>
            <a:off x="4572001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0" name="Rectangle 2419"/>
          <p:cNvSpPr/>
          <p:nvPr/>
        </p:nvSpPr>
        <p:spPr bwMode="auto">
          <a:xfrm>
            <a:off x="4308231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1" name="Rectangle 2420"/>
          <p:cNvSpPr/>
          <p:nvPr/>
        </p:nvSpPr>
        <p:spPr bwMode="auto">
          <a:xfrm>
            <a:off x="3253155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2" name="Rectangle 2421"/>
          <p:cNvSpPr/>
          <p:nvPr/>
        </p:nvSpPr>
        <p:spPr bwMode="auto">
          <a:xfrm>
            <a:off x="3253155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3" name="Rectangle 2422"/>
          <p:cNvSpPr/>
          <p:nvPr/>
        </p:nvSpPr>
        <p:spPr bwMode="auto">
          <a:xfrm>
            <a:off x="3253155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4" name="Rectangle 2423"/>
          <p:cNvSpPr/>
          <p:nvPr/>
        </p:nvSpPr>
        <p:spPr bwMode="auto">
          <a:xfrm>
            <a:off x="1934308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5" name="Rectangle 2424"/>
          <p:cNvSpPr/>
          <p:nvPr/>
        </p:nvSpPr>
        <p:spPr bwMode="auto">
          <a:xfrm>
            <a:off x="1670539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6" name="Rectangle 2425"/>
          <p:cNvSpPr/>
          <p:nvPr/>
        </p:nvSpPr>
        <p:spPr bwMode="auto">
          <a:xfrm>
            <a:off x="2461847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7" name="Rectangle 2426"/>
          <p:cNvSpPr/>
          <p:nvPr/>
        </p:nvSpPr>
        <p:spPr bwMode="auto">
          <a:xfrm>
            <a:off x="2198078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8" name="Rectangle 2427"/>
          <p:cNvSpPr/>
          <p:nvPr/>
        </p:nvSpPr>
        <p:spPr bwMode="auto">
          <a:xfrm>
            <a:off x="298938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29" name="Rectangle 2428"/>
          <p:cNvSpPr/>
          <p:nvPr/>
        </p:nvSpPr>
        <p:spPr bwMode="auto">
          <a:xfrm>
            <a:off x="2725616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0" name="Rectangle 2429"/>
          <p:cNvSpPr/>
          <p:nvPr/>
        </p:nvSpPr>
        <p:spPr bwMode="auto">
          <a:xfrm>
            <a:off x="1406770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1" name="Rectangle 2430"/>
          <p:cNvSpPr/>
          <p:nvPr/>
        </p:nvSpPr>
        <p:spPr bwMode="auto">
          <a:xfrm>
            <a:off x="3253155" y="4201886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7" name="Rectangle 2436"/>
          <p:cNvSpPr/>
          <p:nvPr/>
        </p:nvSpPr>
        <p:spPr bwMode="auto">
          <a:xfrm>
            <a:off x="1406770" y="53340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8" name="Rectangle 2437"/>
          <p:cNvSpPr/>
          <p:nvPr/>
        </p:nvSpPr>
        <p:spPr bwMode="auto">
          <a:xfrm>
            <a:off x="1406770" y="50509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39" name="Rectangle 2438"/>
          <p:cNvSpPr/>
          <p:nvPr/>
        </p:nvSpPr>
        <p:spPr bwMode="auto">
          <a:xfrm>
            <a:off x="1406770" y="47679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0" name="Rectangle 2439"/>
          <p:cNvSpPr/>
          <p:nvPr/>
        </p:nvSpPr>
        <p:spPr bwMode="auto">
          <a:xfrm>
            <a:off x="1406770" y="44849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8" name="Rectangle 2447"/>
          <p:cNvSpPr/>
          <p:nvPr/>
        </p:nvSpPr>
        <p:spPr bwMode="auto">
          <a:xfrm>
            <a:off x="1934308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49" name="Rectangle 2448"/>
          <p:cNvSpPr/>
          <p:nvPr/>
        </p:nvSpPr>
        <p:spPr bwMode="auto">
          <a:xfrm>
            <a:off x="1670539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0" name="Rectangle 2449"/>
          <p:cNvSpPr/>
          <p:nvPr/>
        </p:nvSpPr>
        <p:spPr bwMode="auto">
          <a:xfrm>
            <a:off x="2461847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1" name="Rectangle 2450"/>
          <p:cNvSpPr/>
          <p:nvPr/>
        </p:nvSpPr>
        <p:spPr bwMode="auto">
          <a:xfrm>
            <a:off x="2198078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2" name="Rectangle 2451"/>
          <p:cNvSpPr/>
          <p:nvPr/>
        </p:nvSpPr>
        <p:spPr bwMode="auto">
          <a:xfrm>
            <a:off x="2989385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3" name="Rectangle 2452"/>
          <p:cNvSpPr/>
          <p:nvPr/>
        </p:nvSpPr>
        <p:spPr bwMode="auto">
          <a:xfrm>
            <a:off x="2725616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4" name="Rectangle 2453"/>
          <p:cNvSpPr/>
          <p:nvPr/>
        </p:nvSpPr>
        <p:spPr bwMode="auto">
          <a:xfrm>
            <a:off x="1406770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5" name="Rectangle 2454"/>
          <p:cNvSpPr/>
          <p:nvPr/>
        </p:nvSpPr>
        <p:spPr bwMode="auto">
          <a:xfrm>
            <a:off x="3253155" y="39188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6" name="Rectangle 2455"/>
          <p:cNvSpPr/>
          <p:nvPr/>
        </p:nvSpPr>
        <p:spPr bwMode="auto">
          <a:xfrm>
            <a:off x="1934308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7" name="Rectangle 2456"/>
          <p:cNvSpPr/>
          <p:nvPr/>
        </p:nvSpPr>
        <p:spPr bwMode="auto">
          <a:xfrm>
            <a:off x="1670539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8" name="Rectangle 2457"/>
          <p:cNvSpPr/>
          <p:nvPr/>
        </p:nvSpPr>
        <p:spPr bwMode="auto">
          <a:xfrm>
            <a:off x="2461847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59" name="Rectangle 2458"/>
          <p:cNvSpPr/>
          <p:nvPr/>
        </p:nvSpPr>
        <p:spPr bwMode="auto">
          <a:xfrm>
            <a:off x="2198078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0" name="Rectangle 2459"/>
          <p:cNvSpPr/>
          <p:nvPr/>
        </p:nvSpPr>
        <p:spPr bwMode="auto">
          <a:xfrm>
            <a:off x="2989385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1" name="Rectangle 2460"/>
          <p:cNvSpPr/>
          <p:nvPr/>
        </p:nvSpPr>
        <p:spPr bwMode="auto">
          <a:xfrm>
            <a:off x="2725616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2" name="Rectangle 2461"/>
          <p:cNvSpPr/>
          <p:nvPr/>
        </p:nvSpPr>
        <p:spPr bwMode="auto">
          <a:xfrm>
            <a:off x="1406770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3" name="Rectangle 2462"/>
          <p:cNvSpPr/>
          <p:nvPr/>
        </p:nvSpPr>
        <p:spPr bwMode="auto">
          <a:xfrm>
            <a:off x="3253155" y="36358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4" name="Rectangle 2463"/>
          <p:cNvSpPr/>
          <p:nvPr/>
        </p:nvSpPr>
        <p:spPr bwMode="auto">
          <a:xfrm>
            <a:off x="1934308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5" name="Rectangle 2464"/>
          <p:cNvSpPr/>
          <p:nvPr/>
        </p:nvSpPr>
        <p:spPr bwMode="auto">
          <a:xfrm>
            <a:off x="1670539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6" name="Rectangle 2465"/>
          <p:cNvSpPr/>
          <p:nvPr/>
        </p:nvSpPr>
        <p:spPr bwMode="auto">
          <a:xfrm>
            <a:off x="2461847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7" name="Rectangle 2466"/>
          <p:cNvSpPr/>
          <p:nvPr/>
        </p:nvSpPr>
        <p:spPr bwMode="auto">
          <a:xfrm>
            <a:off x="2198078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8" name="Rectangle 2467"/>
          <p:cNvSpPr/>
          <p:nvPr/>
        </p:nvSpPr>
        <p:spPr bwMode="auto">
          <a:xfrm>
            <a:off x="2989385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69" name="Rectangle 2468"/>
          <p:cNvSpPr/>
          <p:nvPr/>
        </p:nvSpPr>
        <p:spPr bwMode="auto">
          <a:xfrm>
            <a:off x="2725616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0" name="Rectangle 2469"/>
          <p:cNvSpPr/>
          <p:nvPr/>
        </p:nvSpPr>
        <p:spPr bwMode="auto">
          <a:xfrm>
            <a:off x="1406770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1" name="Rectangle 2470"/>
          <p:cNvSpPr/>
          <p:nvPr/>
        </p:nvSpPr>
        <p:spPr bwMode="auto">
          <a:xfrm>
            <a:off x="3253155" y="33528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2" name="Rectangle 2471"/>
          <p:cNvSpPr/>
          <p:nvPr/>
        </p:nvSpPr>
        <p:spPr bwMode="auto">
          <a:xfrm>
            <a:off x="1934308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3" name="Rectangle 2472"/>
          <p:cNvSpPr/>
          <p:nvPr/>
        </p:nvSpPr>
        <p:spPr bwMode="auto">
          <a:xfrm>
            <a:off x="1670539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4" name="Rectangle 2473"/>
          <p:cNvSpPr/>
          <p:nvPr/>
        </p:nvSpPr>
        <p:spPr bwMode="auto">
          <a:xfrm>
            <a:off x="2461847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2198078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2989385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7" name="Rectangle 2476"/>
          <p:cNvSpPr/>
          <p:nvPr/>
        </p:nvSpPr>
        <p:spPr bwMode="auto">
          <a:xfrm>
            <a:off x="2725616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8" name="Rectangle 2477"/>
          <p:cNvSpPr/>
          <p:nvPr/>
        </p:nvSpPr>
        <p:spPr bwMode="auto">
          <a:xfrm>
            <a:off x="1406770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79" name="Rectangle 2478"/>
          <p:cNvSpPr/>
          <p:nvPr/>
        </p:nvSpPr>
        <p:spPr bwMode="auto">
          <a:xfrm>
            <a:off x="3253155" y="30697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0" name="Rectangle 2479"/>
          <p:cNvSpPr/>
          <p:nvPr/>
        </p:nvSpPr>
        <p:spPr bwMode="auto">
          <a:xfrm>
            <a:off x="1934308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1" name="Rectangle 2480"/>
          <p:cNvSpPr/>
          <p:nvPr/>
        </p:nvSpPr>
        <p:spPr bwMode="auto">
          <a:xfrm>
            <a:off x="1670539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2" name="Rectangle 2481"/>
          <p:cNvSpPr/>
          <p:nvPr/>
        </p:nvSpPr>
        <p:spPr bwMode="auto">
          <a:xfrm>
            <a:off x="2461847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3" name="Rectangle 2482"/>
          <p:cNvSpPr/>
          <p:nvPr/>
        </p:nvSpPr>
        <p:spPr bwMode="auto">
          <a:xfrm>
            <a:off x="2198078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4" name="Rectangle 2483"/>
          <p:cNvSpPr/>
          <p:nvPr/>
        </p:nvSpPr>
        <p:spPr bwMode="auto">
          <a:xfrm>
            <a:off x="2989385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5" name="Rectangle 2484"/>
          <p:cNvSpPr/>
          <p:nvPr/>
        </p:nvSpPr>
        <p:spPr bwMode="auto">
          <a:xfrm>
            <a:off x="2725616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6" name="Rectangle 2485"/>
          <p:cNvSpPr/>
          <p:nvPr/>
        </p:nvSpPr>
        <p:spPr bwMode="auto">
          <a:xfrm>
            <a:off x="1406770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7" name="Rectangle 2486"/>
          <p:cNvSpPr/>
          <p:nvPr/>
        </p:nvSpPr>
        <p:spPr bwMode="auto">
          <a:xfrm>
            <a:off x="3253155" y="2786743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8" name="Rectangle 2487"/>
          <p:cNvSpPr/>
          <p:nvPr/>
        </p:nvSpPr>
        <p:spPr bwMode="auto">
          <a:xfrm>
            <a:off x="193430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89" name="Rectangle 2488"/>
          <p:cNvSpPr/>
          <p:nvPr/>
        </p:nvSpPr>
        <p:spPr bwMode="auto">
          <a:xfrm>
            <a:off x="1670539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0" name="Rectangle 2489"/>
          <p:cNvSpPr/>
          <p:nvPr/>
        </p:nvSpPr>
        <p:spPr bwMode="auto">
          <a:xfrm>
            <a:off x="2461847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1" name="Rectangle 2490"/>
          <p:cNvSpPr/>
          <p:nvPr/>
        </p:nvSpPr>
        <p:spPr bwMode="auto">
          <a:xfrm>
            <a:off x="219807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2" name="Rectangle 2491"/>
          <p:cNvSpPr/>
          <p:nvPr/>
        </p:nvSpPr>
        <p:spPr bwMode="auto">
          <a:xfrm>
            <a:off x="2989385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3" name="Rectangle 2492"/>
          <p:cNvSpPr/>
          <p:nvPr/>
        </p:nvSpPr>
        <p:spPr bwMode="auto">
          <a:xfrm>
            <a:off x="2725616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4" name="Rectangle 2493"/>
          <p:cNvSpPr/>
          <p:nvPr/>
        </p:nvSpPr>
        <p:spPr bwMode="auto">
          <a:xfrm>
            <a:off x="1406770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5" name="Rectangle 2494"/>
          <p:cNvSpPr/>
          <p:nvPr/>
        </p:nvSpPr>
        <p:spPr bwMode="auto">
          <a:xfrm>
            <a:off x="3253155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6" name="Rectangle 2495"/>
          <p:cNvSpPr/>
          <p:nvPr/>
        </p:nvSpPr>
        <p:spPr bwMode="auto">
          <a:xfrm>
            <a:off x="3780693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7" name="Rectangle 2496"/>
          <p:cNvSpPr/>
          <p:nvPr/>
        </p:nvSpPr>
        <p:spPr bwMode="auto">
          <a:xfrm>
            <a:off x="3516924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8" name="Rectangle 2497"/>
          <p:cNvSpPr/>
          <p:nvPr/>
        </p:nvSpPr>
        <p:spPr bwMode="auto">
          <a:xfrm>
            <a:off x="430823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499" name="Rectangle 2498"/>
          <p:cNvSpPr/>
          <p:nvPr/>
        </p:nvSpPr>
        <p:spPr bwMode="auto">
          <a:xfrm>
            <a:off x="4044462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0" name="Rectangle 2499"/>
          <p:cNvSpPr/>
          <p:nvPr/>
        </p:nvSpPr>
        <p:spPr bwMode="auto">
          <a:xfrm>
            <a:off x="457200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1" name="Rectangle 2500"/>
          <p:cNvSpPr/>
          <p:nvPr/>
        </p:nvSpPr>
        <p:spPr bwMode="auto">
          <a:xfrm>
            <a:off x="3780693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2" name="Rectangle 2501"/>
          <p:cNvSpPr/>
          <p:nvPr/>
        </p:nvSpPr>
        <p:spPr bwMode="auto">
          <a:xfrm>
            <a:off x="3516924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3" name="Rectangle 2502"/>
          <p:cNvSpPr/>
          <p:nvPr/>
        </p:nvSpPr>
        <p:spPr bwMode="auto">
          <a:xfrm>
            <a:off x="430823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4" name="Rectangle 2503"/>
          <p:cNvSpPr/>
          <p:nvPr/>
        </p:nvSpPr>
        <p:spPr bwMode="auto">
          <a:xfrm>
            <a:off x="4044462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5" name="Rectangle 2504"/>
          <p:cNvSpPr/>
          <p:nvPr/>
        </p:nvSpPr>
        <p:spPr bwMode="auto">
          <a:xfrm>
            <a:off x="457200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6" name="Rectangle 2505"/>
          <p:cNvSpPr/>
          <p:nvPr/>
        </p:nvSpPr>
        <p:spPr bwMode="auto">
          <a:xfrm>
            <a:off x="3780693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7" name="Rectangle 2506"/>
          <p:cNvSpPr/>
          <p:nvPr/>
        </p:nvSpPr>
        <p:spPr bwMode="auto">
          <a:xfrm>
            <a:off x="3516924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8" name="Rectangle 2507"/>
          <p:cNvSpPr/>
          <p:nvPr/>
        </p:nvSpPr>
        <p:spPr bwMode="auto">
          <a:xfrm>
            <a:off x="430823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09" name="Rectangle 2508"/>
          <p:cNvSpPr/>
          <p:nvPr/>
        </p:nvSpPr>
        <p:spPr bwMode="auto">
          <a:xfrm>
            <a:off x="4044462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0" name="Rectangle 2509"/>
          <p:cNvSpPr/>
          <p:nvPr/>
        </p:nvSpPr>
        <p:spPr bwMode="auto">
          <a:xfrm>
            <a:off x="457200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1" name="Rectangle 2510"/>
          <p:cNvSpPr/>
          <p:nvPr/>
        </p:nvSpPr>
        <p:spPr bwMode="auto">
          <a:xfrm>
            <a:off x="3780693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2" name="Rectangle 2511"/>
          <p:cNvSpPr/>
          <p:nvPr/>
        </p:nvSpPr>
        <p:spPr bwMode="auto">
          <a:xfrm>
            <a:off x="3516924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3" name="Rectangle 2512"/>
          <p:cNvSpPr/>
          <p:nvPr/>
        </p:nvSpPr>
        <p:spPr bwMode="auto">
          <a:xfrm>
            <a:off x="430823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4" name="Rectangle 2513"/>
          <p:cNvSpPr/>
          <p:nvPr/>
        </p:nvSpPr>
        <p:spPr bwMode="auto">
          <a:xfrm>
            <a:off x="4044462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5" name="Rectangle 2514"/>
          <p:cNvSpPr/>
          <p:nvPr/>
        </p:nvSpPr>
        <p:spPr bwMode="auto">
          <a:xfrm>
            <a:off x="457200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6" name="Rectangle 2515"/>
          <p:cNvSpPr/>
          <p:nvPr/>
        </p:nvSpPr>
        <p:spPr bwMode="auto">
          <a:xfrm>
            <a:off x="3780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7" name="Rectangle 2516"/>
          <p:cNvSpPr/>
          <p:nvPr/>
        </p:nvSpPr>
        <p:spPr bwMode="auto">
          <a:xfrm>
            <a:off x="3516924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8" name="Rectangle 2517"/>
          <p:cNvSpPr/>
          <p:nvPr/>
        </p:nvSpPr>
        <p:spPr bwMode="auto">
          <a:xfrm>
            <a:off x="4308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19" name="Rectangle 2518"/>
          <p:cNvSpPr/>
          <p:nvPr/>
        </p:nvSpPr>
        <p:spPr bwMode="auto">
          <a:xfrm>
            <a:off x="4044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0" name="Rectangle 2519"/>
          <p:cNvSpPr/>
          <p:nvPr/>
        </p:nvSpPr>
        <p:spPr bwMode="auto">
          <a:xfrm>
            <a:off x="457200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1" name="Rectangle 2520"/>
          <p:cNvSpPr/>
          <p:nvPr/>
        </p:nvSpPr>
        <p:spPr bwMode="auto">
          <a:xfrm>
            <a:off x="3780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2" name="Rectangle 2521"/>
          <p:cNvSpPr/>
          <p:nvPr/>
        </p:nvSpPr>
        <p:spPr bwMode="auto">
          <a:xfrm>
            <a:off x="3516924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3" name="Rectangle 2522"/>
          <p:cNvSpPr/>
          <p:nvPr/>
        </p:nvSpPr>
        <p:spPr bwMode="auto">
          <a:xfrm>
            <a:off x="4308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4" name="Rectangle 2523"/>
          <p:cNvSpPr/>
          <p:nvPr/>
        </p:nvSpPr>
        <p:spPr bwMode="auto">
          <a:xfrm>
            <a:off x="4044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5" name="Rectangle 2524"/>
          <p:cNvSpPr/>
          <p:nvPr/>
        </p:nvSpPr>
        <p:spPr bwMode="auto">
          <a:xfrm>
            <a:off x="457200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6" name="Rectangle 2525"/>
          <p:cNvSpPr/>
          <p:nvPr/>
        </p:nvSpPr>
        <p:spPr bwMode="auto">
          <a:xfrm>
            <a:off x="3780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7" name="Rectangle 2526"/>
          <p:cNvSpPr/>
          <p:nvPr/>
        </p:nvSpPr>
        <p:spPr bwMode="auto">
          <a:xfrm>
            <a:off x="3516924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8" name="Rectangle 2527"/>
          <p:cNvSpPr/>
          <p:nvPr/>
        </p:nvSpPr>
        <p:spPr bwMode="auto">
          <a:xfrm>
            <a:off x="4308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29" name="Rectangle 2528"/>
          <p:cNvSpPr/>
          <p:nvPr/>
        </p:nvSpPr>
        <p:spPr bwMode="auto">
          <a:xfrm>
            <a:off x="4044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0" name="Rectangle 2529"/>
          <p:cNvSpPr/>
          <p:nvPr/>
        </p:nvSpPr>
        <p:spPr bwMode="auto">
          <a:xfrm>
            <a:off x="457200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1" name="Rectangle 2530"/>
          <p:cNvSpPr/>
          <p:nvPr/>
        </p:nvSpPr>
        <p:spPr bwMode="auto">
          <a:xfrm>
            <a:off x="3780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2" name="Rectangle 2531"/>
          <p:cNvSpPr/>
          <p:nvPr/>
        </p:nvSpPr>
        <p:spPr bwMode="auto">
          <a:xfrm>
            <a:off x="3516924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3" name="Rectangle 2532"/>
          <p:cNvSpPr/>
          <p:nvPr/>
        </p:nvSpPr>
        <p:spPr bwMode="auto">
          <a:xfrm>
            <a:off x="4308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4" name="Rectangle 2533"/>
          <p:cNvSpPr/>
          <p:nvPr/>
        </p:nvSpPr>
        <p:spPr bwMode="auto">
          <a:xfrm>
            <a:off x="4044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5" name="Rectangle 2534"/>
          <p:cNvSpPr/>
          <p:nvPr/>
        </p:nvSpPr>
        <p:spPr bwMode="auto">
          <a:xfrm>
            <a:off x="457200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6" name="Rectangle 2535"/>
          <p:cNvSpPr/>
          <p:nvPr/>
        </p:nvSpPr>
        <p:spPr bwMode="auto">
          <a:xfrm>
            <a:off x="3780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7" name="Rectangle 2536"/>
          <p:cNvSpPr/>
          <p:nvPr/>
        </p:nvSpPr>
        <p:spPr bwMode="auto">
          <a:xfrm>
            <a:off x="3516924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8" name="Rectangle 2537"/>
          <p:cNvSpPr/>
          <p:nvPr/>
        </p:nvSpPr>
        <p:spPr bwMode="auto">
          <a:xfrm>
            <a:off x="4308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39" name="Rectangle 2538"/>
          <p:cNvSpPr/>
          <p:nvPr/>
        </p:nvSpPr>
        <p:spPr bwMode="auto">
          <a:xfrm>
            <a:off x="4044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0" name="Rectangle 2539"/>
          <p:cNvSpPr/>
          <p:nvPr/>
        </p:nvSpPr>
        <p:spPr bwMode="auto">
          <a:xfrm>
            <a:off x="457200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1" name="Rectangle 2540"/>
          <p:cNvSpPr/>
          <p:nvPr/>
        </p:nvSpPr>
        <p:spPr bwMode="auto">
          <a:xfrm>
            <a:off x="3780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2" name="Rectangle 2541"/>
          <p:cNvSpPr/>
          <p:nvPr/>
        </p:nvSpPr>
        <p:spPr bwMode="auto">
          <a:xfrm>
            <a:off x="3516924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3" name="Rectangle 2542"/>
          <p:cNvSpPr/>
          <p:nvPr/>
        </p:nvSpPr>
        <p:spPr bwMode="auto">
          <a:xfrm>
            <a:off x="4308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4" name="Rectangle 2543"/>
          <p:cNvSpPr/>
          <p:nvPr/>
        </p:nvSpPr>
        <p:spPr bwMode="auto">
          <a:xfrm>
            <a:off x="4044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5" name="Rectangle 2544"/>
          <p:cNvSpPr/>
          <p:nvPr/>
        </p:nvSpPr>
        <p:spPr bwMode="auto">
          <a:xfrm>
            <a:off x="457200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6" name="Rectangle 2545"/>
          <p:cNvSpPr/>
          <p:nvPr/>
        </p:nvSpPr>
        <p:spPr bwMode="auto">
          <a:xfrm>
            <a:off x="7209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7" name="Rectangle 2546"/>
          <p:cNvSpPr/>
          <p:nvPr/>
        </p:nvSpPr>
        <p:spPr bwMode="auto">
          <a:xfrm>
            <a:off x="6945924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8" name="Rectangle 2547"/>
          <p:cNvSpPr/>
          <p:nvPr/>
        </p:nvSpPr>
        <p:spPr bwMode="auto">
          <a:xfrm>
            <a:off x="7737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49" name="Rectangle 2548"/>
          <p:cNvSpPr/>
          <p:nvPr/>
        </p:nvSpPr>
        <p:spPr bwMode="auto">
          <a:xfrm>
            <a:off x="7473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1" name="Rectangle 2550"/>
          <p:cNvSpPr/>
          <p:nvPr/>
        </p:nvSpPr>
        <p:spPr bwMode="auto">
          <a:xfrm>
            <a:off x="7209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2" name="Rectangle 2551"/>
          <p:cNvSpPr/>
          <p:nvPr/>
        </p:nvSpPr>
        <p:spPr bwMode="auto">
          <a:xfrm>
            <a:off x="6945924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3" name="Rectangle 2552"/>
          <p:cNvSpPr/>
          <p:nvPr/>
        </p:nvSpPr>
        <p:spPr bwMode="auto">
          <a:xfrm>
            <a:off x="7737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54" name="Rectangle 2553"/>
          <p:cNvSpPr/>
          <p:nvPr/>
        </p:nvSpPr>
        <p:spPr bwMode="auto">
          <a:xfrm>
            <a:off x="7473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6" name="Rectangle 2585"/>
          <p:cNvSpPr/>
          <p:nvPr/>
        </p:nvSpPr>
        <p:spPr bwMode="auto">
          <a:xfrm>
            <a:off x="7209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7" name="Rectangle 2586"/>
          <p:cNvSpPr/>
          <p:nvPr/>
        </p:nvSpPr>
        <p:spPr bwMode="auto">
          <a:xfrm>
            <a:off x="6945924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8" name="Rectangle 2587"/>
          <p:cNvSpPr/>
          <p:nvPr/>
        </p:nvSpPr>
        <p:spPr bwMode="auto">
          <a:xfrm>
            <a:off x="7737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89" name="Rectangle 2588"/>
          <p:cNvSpPr/>
          <p:nvPr/>
        </p:nvSpPr>
        <p:spPr bwMode="auto">
          <a:xfrm>
            <a:off x="7473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1" name="Rectangle 2590"/>
          <p:cNvSpPr/>
          <p:nvPr/>
        </p:nvSpPr>
        <p:spPr bwMode="auto">
          <a:xfrm>
            <a:off x="7209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2" name="Rectangle 2591"/>
          <p:cNvSpPr/>
          <p:nvPr/>
        </p:nvSpPr>
        <p:spPr bwMode="auto">
          <a:xfrm>
            <a:off x="6945924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3" name="Rectangle 2592"/>
          <p:cNvSpPr/>
          <p:nvPr/>
        </p:nvSpPr>
        <p:spPr bwMode="auto">
          <a:xfrm>
            <a:off x="7737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594" name="Rectangle 2593"/>
          <p:cNvSpPr/>
          <p:nvPr/>
        </p:nvSpPr>
        <p:spPr bwMode="auto">
          <a:xfrm>
            <a:off x="7473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6" name="Rectangle 2605"/>
          <p:cNvSpPr/>
          <p:nvPr/>
        </p:nvSpPr>
        <p:spPr bwMode="auto">
          <a:xfrm>
            <a:off x="7209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7" name="Rectangle 2606"/>
          <p:cNvSpPr/>
          <p:nvPr/>
        </p:nvSpPr>
        <p:spPr bwMode="auto">
          <a:xfrm>
            <a:off x="6945924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8" name="Rectangle 2607"/>
          <p:cNvSpPr/>
          <p:nvPr/>
        </p:nvSpPr>
        <p:spPr bwMode="auto">
          <a:xfrm>
            <a:off x="7737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09" name="Rectangle 2608"/>
          <p:cNvSpPr/>
          <p:nvPr/>
        </p:nvSpPr>
        <p:spPr bwMode="auto">
          <a:xfrm>
            <a:off x="7473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1" name="Rectangle 2610"/>
          <p:cNvSpPr/>
          <p:nvPr/>
        </p:nvSpPr>
        <p:spPr bwMode="auto">
          <a:xfrm>
            <a:off x="7209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2" name="Rectangle 2611"/>
          <p:cNvSpPr/>
          <p:nvPr/>
        </p:nvSpPr>
        <p:spPr bwMode="auto">
          <a:xfrm>
            <a:off x="6945924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3" name="Rectangle 2612"/>
          <p:cNvSpPr/>
          <p:nvPr/>
        </p:nvSpPr>
        <p:spPr bwMode="auto">
          <a:xfrm>
            <a:off x="7737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14" name="Rectangle 2613"/>
          <p:cNvSpPr/>
          <p:nvPr/>
        </p:nvSpPr>
        <p:spPr bwMode="auto">
          <a:xfrm>
            <a:off x="7473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1" name="Rectangle 2670"/>
          <p:cNvSpPr/>
          <p:nvPr/>
        </p:nvSpPr>
        <p:spPr bwMode="auto">
          <a:xfrm>
            <a:off x="5099539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2" name="Rectangle 2671"/>
          <p:cNvSpPr/>
          <p:nvPr/>
        </p:nvSpPr>
        <p:spPr bwMode="auto">
          <a:xfrm>
            <a:off x="4835770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3" name="Rectangle 2672"/>
          <p:cNvSpPr/>
          <p:nvPr/>
        </p:nvSpPr>
        <p:spPr bwMode="auto">
          <a:xfrm>
            <a:off x="562707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4" name="Rectangle 2673"/>
          <p:cNvSpPr/>
          <p:nvPr/>
        </p:nvSpPr>
        <p:spPr bwMode="auto">
          <a:xfrm>
            <a:off x="5363308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5" name="Rectangle 2674"/>
          <p:cNvSpPr/>
          <p:nvPr/>
        </p:nvSpPr>
        <p:spPr bwMode="auto">
          <a:xfrm>
            <a:off x="5890847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6" name="Rectangle 2675"/>
          <p:cNvSpPr/>
          <p:nvPr/>
        </p:nvSpPr>
        <p:spPr bwMode="auto">
          <a:xfrm>
            <a:off x="6418385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7" name="Rectangle 2676"/>
          <p:cNvSpPr/>
          <p:nvPr/>
        </p:nvSpPr>
        <p:spPr bwMode="auto">
          <a:xfrm>
            <a:off x="6154616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678" name="Rectangle 2677"/>
          <p:cNvSpPr/>
          <p:nvPr/>
        </p:nvSpPr>
        <p:spPr bwMode="auto">
          <a:xfrm>
            <a:off x="6682155" y="2503714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5" name="Rectangle 2964"/>
          <p:cNvSpPr/>
          <p:nvPr/>
        </p:nvSpPr>
        <p:spPr bwMode="auto">
          <a:xfrm>
            <a:off x="1143001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6" name="Rectangle 2965"/>
          <p:cNvSpPr/>
          <p:nvPr/>
        </p:nvSpPr>
        <p:spPr bwMode="auto">
          <a:xfrm>
            <a:off x="879231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7" name="Rectangle 2966"/>
          <p:cNvSpPr/>
          <p:nvPr/>
        </p:nvSpPr>
        <p:spPr bwMode="auto">
          <a:xfrm>
            <a:off x="615462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8" name="Rectangle 2967"/>
          <p:cNvSpPr/>
          <p:nvPr/>
        </p:nvSpPr>
        <p:spPr bwMode="auto">
          <a:xfrm>
            <a:off x="114300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69" name="Rectangle 2968"/>
          <p:cNvSpPr/>
          <p:nvPr/>
        </p:nvSpPr>
        <p:spPr bwMode="auto">
          <a:xfrm>
            <a:off x="879231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0" name="Rectangle 2969"/>
          <p:cNvSpPr/>
          <p:nvPr/>
        </p:nvSpPr>
        <p:spPr bwMode="auto">
          <a:xfrm>
            <a:off x="615462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1" name="Rectangle 2970"/>
          <p:cNvSpPr/>
          <p:nvPr/>
        </p:nvSpPr>
        <p:spPr bwMode="auto">
          <a:xfrm>
            <a:off x="114300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2" name="Rectangle 2971"/>
          <p:cNvSpPr/>
          <p:nvPr/>
        </p:nvSpPr>
        <p:spPr bwMode="auto">
          <a:xfrm>
            <a:off x="879231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3" name="Rectangle 2972"/>
          <p:cNvSpPr/>
          <p:nvPr/>
        </p:nvSpPr>
        <p:spPr bwMode="auto">
          <a:xfrm>
            <a:off x="615462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4" name="Rectangle 2973"/>
          <p:cNvSpPr/>
          <p:nvPr/>
        </p:nvSpPr>
        <p:spPr bwMode="auto">
          <a:xfrm>
            <a:off x="114300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5" name="Rectangle 2974"/>
          <p:cNvSpPr/>
          <p:nvPr/>
        </p:nvSpPr>
        <p:spPr bwMode="auto">
          <a:xfrm>
            <a:off x="879231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6" name="Rectangle 2975"/>
          <p:cNvSpPr/>
          <p:nvPr/>
        </p:nvSpPr>
        <p:spPr bwMode="auto">
          <a:xfrm>
            <a:off x="615462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7" name="Rectangle 2976"/>
          <p:cNvSpPr/>
          <p:nvPr/>
        </p:nvSpPr>
        <p:spPr bwMode="auto">
          <a:xfrm>
            <a:off x="114300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8" name="Rectangle 2977"/>
          <p:cNvSpPr/>
          <p:nvPr/>
        </p:nvSpPr>
        <p:spPr bwMode="auto">
          <a:xfrm>
            <a:off x="879231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79" name="Rectangle 2978"/>
          <p:cNvSpPr/>
          <p:nvPr/>
        </p:nvSpPr>
        <p:spPr bwMode="auto">
          <a:xfrm>
            <a:off x="615462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0" name="Rectangle 2979"/>
          <p:cNvSpPr/>
          <p:nvPr/>
        </p:nvSpPr>
        <p:spPr bwMode="auto">
          <a:xfrm>
            <a:off x="114300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1" name="Rectangle 2980"/>
          <p:cNvSpPr/>
          <p:nvPr/>
        </p:nvSpPr>
        <p:spPr bwMode="auto">
          <a:xfrm>
            <a:off x="879231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82" name="Rectangle 2981"/>
          <p:cNvSpPr/>
          <p:nvPr/>
        </p:nvSpPr>
        <p:spPr bwMode="auto">
          <a:xfrm>
            <a:off x="615462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2" name="Rectangle 2991"/>
          <p:cNvSpPr/>
          <p:nvPr/>
        </p:nvSpPr>
        <p:spPr bwMode="auto">
          <a:xfrm>
            <a:off x="114300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3" name="Rectangle 2992"/>
          <p:cNvSpPr/>
          <p:nvPr/>
        </p:nvSpPr>
        <p:spPr bwMode="auto">
          <a:xfrm>
            <a:off x="879231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4" name="Rectangle 2993"/>
          <p:cNvSpPr/>
          <p:nvPr/>
        </p:nvSpPr>
        <p:spPr bwMode="auto">
          <a:xfrm>
            <a:off x="615462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5" name="Rectangle 2994"/>
          <p:cNvSpPr/>
          <p:nvPr/>
        </p:nvSpPr>
        <p:spPr bwMode="auto">
          <a:xfrm>
            <a:off x="114300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6" name="Rectangle 2995"/>
          <p:cNvSpPr/>
          <p:nvPr/>
        </p:nvSpPr>
        <p:spPr bwMode="auto">
          <a:xfrm>
            <a:off x="879231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997" name="Rectangle 2996"/>
          <p:cNvSpPr/>
          <p:nvPr/>
        </p:nvSpPr>
        <p:spPr bwMode="auto">
          <a:xfrm>
            <a:off x="615462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6" name="Rectangle 3005"/>
          <p:cNvSpPr/>
          <p:nvPr/>
        </p:nvSpPr>
        <p:spPr bwMode="auto">
          <a:xfrm>
            <a:off x="114300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7" name="Rectangle 3006"/>
          <p:cNvSpPr/>
          <p:nvPr/>
        </p:nvSpPr>
        <p:spPr bwMode="auto">
          <a:xfrm>
            <a:off x="879231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8" name="Rectangle 3007"/>
          <p:cNvSpPr/>
          <p:nvPr/>
        </p:nvSpPr>
        <p:spPr bwMode="auto">
          <a:xfrm>
            <a:off x="615462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09" name="Rectangle 3008"/>
          <p:cNvSpPr/>
          <p:nvPr/>
        </p:nvSpPr>
        <p:spPr bwMode="auto">
          <a:xfrm>
            <a:off x="114300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0" name="Rectangle 3009"/>
          <p:cNvSpPr/>
          <p:nvPr/>
        </p:nvSpPr>
        <p:spPr bwMode="auto">
          <a:xfrm>
            <a:off x="879231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1" name="Rectangle 3010"/>
          <p:cNvSpPr/>
          <p:nvPr/>
        </p:nvSpPr>
        <p:spPr bwMode="auto">
          <a:xfrm>
            <a:off x="615462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2" name="Rectangle 3011"/>
          <p:cNvSpPr/>
          <p:nvPr/>
        </p:nvSpPr>
        <p:spPr bwMode="auto">
          <a:xfrm>
            <a:off x="114300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3" name="Rectangle 3012"/>
          <p:cNvSpPr/>
          <p:nvPr/>
        </p:nvSpPr>
        <p:spPr bwMode="auto">
          <a:xfrm>
            <a:off x="879231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14" name="Rectangle 3013"/>
          <p:cNvSpPr/>
          <p:nvPr/>
        </p:nvSpPr>
        <p:spPr bwMode="auto">
          <a:xfrm>
            <a:off x="615462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6" name="Rectangle 3075"/>
          <p:cNvSpPr/>
          <p:nvPr/>
        </p:nvSpPr>
        <p:spPr bwMode="auto">
          <a:xfrm>
            <a:off x="351693" y="53340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7" name="Rectangle 3076"/>
          <p:cNvSpPr/>
          <p:nvPr/>
        </p:nvSpPr>
        <p:spPr bwMode="auto">
          <a:xfrm>
            <a:off x="351693" y="50509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8" name="Rectangle 3077"/>
          <p:cNvSpPr/>
          <p:nvPr/>
        </p:nvSpPr>
        <p:spPr bwMode="auto">
          <a:xfrm>
            <a:off x="351693" y="47679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79" name="Rectangle 3078"/>
          <p:cNvSpPr/>
          <p:nvPr/>
        </p:nvSpPr>
        <p:spPr bwMode="auto">
          <a:xfrm>
            <a:off x="351693" y="44849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0" name="Rectangle 3079"/>
          <p:cNvSpPr/>
          <p:nvPr/>
        </p:nvSpPr>
        <p:spPr bwMode="auto">
          <a:xfrm>
            <a:off x="351693" y="4201886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1" name="Rectangle 3080"/>
          <p:cNvSpPr/>
          <p:nvPr/>
        </p:nvSpPr>
        <p:spPr bwMode="auto">
          <a:xfrm>
            <a:off x="351693" y="3918857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5" name="Rectangle 3084"/>
          <p:cNvSpPr/>
          <p:nvPr/>
        </p:nvSpPr>
        <p:spPr bwMode="auto">
          <a:xfrm>
            <a:off x="351693" y="2786743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6" name="Rectangle 3085"/>
          <p:cNvSpPr/>
          <p:nvPr/>
        </p:nvSpPr>
        <p:spPr bwMode="auto">
          <a:xfrm>
            <a:off x="351693" y="2503714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7" name="Rectangle 3086"/>
          <p:cNvSpPr/>
          <p:nvPr/>
        </p:nvSpPr>
        <p:spPr bwMode="auto">
          <a:xfrm>
            <a:off x="351693" y="3352800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8" name="Rectangle 3087"/>
          <p:cNvSpPr/>
          <p:nvPr/>
        </p:nvSpPr>
        <p:spPr bwMode="auto">
          <a:xfrm>
            <a:off x="351693" y="3069771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89" name="Rectangle 3088"/>
          <p:cNvSpPr/>
          <p:nvPr/>
        </p:nvSpPr>
        <p:spPr bwMode="auto">
          <a:xfrm>
            <a:off x="351693" y="3635829"/>
            <a:ext cx="263769" cy="283029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4" name="Rectangle 3093"/>
          <p:cNvSpPr/>
          <p:nvPr/>
        </p:nvSpPr>
        <p:spPr bwMode="auto">
          <a:xfrm>
            <a:off x="351693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5" name="Rectangle 3094"/>
          <p:cNvSpPr/>
          <p:nvPr/>
        </p:nvSpPr>
        <p:spPr bwMode="auto">
          <a:xfrm>
            <a:off x="615462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6" name="Rectangle 3095"/>
          <p:cNvSpPr/>
          <p:nvPr/>
        </p:nvSpPr>
        <p:spPr bwMode="auto">
          <a:xfrm>
            <a:off x="879231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7" name="Rectangle 3096"/>
          <p:cNvSpPr/>
          <p:nvPr/>
        </p:nvSpPr>
        <p:spPr bwMode="auto">
          <a:xfrm>
            <a:off x="1143001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8" name="Rectangle 3097"/>
          <p:cNvSpPr/>
          <p:nvPr/>
        </p:nvSpPr>
        <p:spPr bwMode="auto">
          <a:xfrm>
            <a:off x="1670539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099" name="Rectangle 3098"/>
          <p:cNvSpPr/>
          <p:nvPr/>
        </p:nvSpPr>
        <p:spPr bwMode="auto">
          <a:xfrm>
            <a:off x="1934308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0" name="Rectangle 3099"/>
          <p:cNvSpPr/>
          <p:nvPr/>
        </p:nvSpPr>
        <p:spPr bwMode="auto">
          <a:xfrm>
            <a:off x="2198078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1" name="Rectangle 3100"/>
          <p:cNvSpPr/>
          <p:nvPr/>
        </p:nvSpPr>
        <p:spPr bwMode="auto">
          <a:xfrm>
            <a:off x="2461847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2" name="Rectangle 3101"/>
          <p:cNvSpPr/>
          <p:nvPr/>
        </p:nvSpPr>
        <p:spPr bwMode="auto">
          <a:xfrm>
            <a:off x="2725616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3" name="Rectangle 3102"/>
          <p:cNvSpPr/>
          <p:nvPr/>
        </p:nvSpPr>
        <p:spPr bwMode="auto">
          <a:xfrm>
            <a:off x="2989385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4" name="Rectangle 3103"/>
          <p:cNvSpPr/>
          <p:nvPr/>
        </p:nvSpPr>
        <p:spPr bwMode="auto">
          <a:xfrm>
            <a:off x="1670539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5" name="Rectangle 3104"/>
          <p:cNvSpPr/>
          <p:nvPr/>
        </p:nvSpPr>
        <p:spPr bwMode="auto">
          <a:xfrm>
            <a:off x="1934308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6" name="Rectangle 3105"/>
          <p:cNvSpPr/>
          <p:nvPr/>
        </p:nvSpPr>
        <p:spPr bwMode="auto">
          <a:xfrm>
            <a:off x="2198078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7" name="Rectangle 3106"/>
          <p:cNvSpPr/>
          <p:nvPr/>
        </p:nvSpPr>
        <p:spPr bwMode="auto">
          <a:xfrm>
            <a:off x="2461847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8" name="Rectangle 3107"/>
          <p:cNvSpPr/>
          <p:nvPr/>
        </p:nvSpPr>
        <p:spPr bwMode="auto">
          <a:xfrm>
            <a:off x="2725616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09" name="Rectangle 3108"/>
          <p:cNvSpPr/>
          <p:nvPr/>
        </p:nvSpPr>
        <p:spPr bwMode="auto">
          <a:xfrm>
            <a:off x="2989385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0" name="Rectangle 3109"/>
          <p:cNvSpPr/>
          <p:nvPr/>
        </p:nvSpPr>
        <p:spPr bwMode="auto">
          <a:xfrm>
            <a:off x="3516924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1" name="Rectangle 3110"/>
          <p:cNvSpPr/>
          <p:nvPr/>
        </p:nvSpPr>
        <p:spPr bwMode="auto">
          <a:xfrm>
            <a:off x="3780693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2" name="Rectangle 3111"/>
          <p:cNvSpPr/>
          <p:nvPr/>
        </p:nvSpPr>
        <p:spPr bwMode="auto">
          <a:xfrm>
            <a:off x="4044462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3" name="Rectangle 3112"/>
          <p:cNvSpPr/>
          <p:nvPr/>
        </p:nvSpPr>
        <p:spPr bwMode="auto">
          <a:xfrm>
            <a:off x="4308231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4" name="Rectangle 3113"/>
          <p:cNvSpPr/>
          <p:nvPr/>
        </p:nvSpPr>
        <p:spPr bwMode="auto">
          <a:xfrm>
            <a:off x="4572001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5" name="Rectangle 3114"/>
          <p:cNvSpPr/>
          <p:nvPr/>
        </p:nvSpPr>
        <p:spPr bwMode="auto">
          <a:xfrm>
            <a:off x="3516924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6" name="Rectangle 3115"/>
          <p:cNvSpPr/>
          <p:nvPr/>
        </p:nvSpPr>
        <p:spPr bwMode="auto">
          <a:xfrm>
            <a:off x="3780693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7" name="Rectangle 3116"/>
          <p:cNvSpPr/>
          <p:nvPr/>
        </p:nvSpPr>
        <p:spPr bwMode="auto">
          <a:xfrm>
            <a:off x="4044462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8" name="Rectangle 3117"/>
          <p:cNvSpPr/>
          <p:nvPr/>
        </p:nvSpPr>
        <p:spPr bwMode="auto">
          <a:xfrm>
            <a:off x="4308231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19" name="Rectangle 3118"/>
          <p:cNvSpPr/>
          <p:nvPr/>
        </p:nvSpPr>
        <p:spPr bwMode="auto">
          <a:xfrm>
            <a:off x="4572001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0" name="Rectangle 3119"/>
          <p:cNvSpPr/>
          <p:nvPr/>
        </p:nvSpPr>
        <p:spPr bwMode="auto">
          <a:xfrm>
            <a:off x="5099539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1" name="Rectangle 3120"/>
          <p:cNvSpPr/>
          <p:nvPr/>
        </p:nvSpPr>
        <p:spPr bwMode="auto">
          <a:xfrm>
            <a:off x="5363308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2" name="Rectangle 3121"/>
          <p:cNvSpPr/>
          <p:nvPr/>
        </p:nvSpPr>
        <p:spPr bwMode="auto">
          <a:xfrm>
            <a:off x="5627078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3" name="Rectangle 3122"/>
          <p:cNvSpPr/>
          <p:nvPr/>
        </p:nvSpPr>
        <p:spPr bwMode="auto">
          <a:xfrm>
            <a:off x="5890847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4" name="Rectangle 3123"/>
          <p:cNvSpPr/>
          <p:nvPr/>
        </p:nvSpPr>
        <p:spPr bwMode="auto">
          <a:xfrm>
            <a:off x="6154616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5" name="Rectangle 3124"/>
          <p:cNvSpPr/>
          <p:nvPr/>
        </p:nvSpPr>
        <p:spPr bwMode="auto">
          <a:xfrm>
            <a:off x="6418385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6" name="Rectangle 3125"/>
          <p:cNvSpPr/>
          <p:nvPr/>
        </p:nvSpPr>
        <p:spPr bwMode="auto">
          <a:xfrm>
            <a:off x="5099539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7" name="Rectangle 3126"/>
          <p:cNvSpPr/>
          <p:nvPr/>
        </p:nvSpPr>
        <p:spPr bwMode="auto">
          <a:xfrm>
            <a:off x="5363308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8" name="Rectangle 3127"/>
          <p:cNvSpPr/>
          <p:nvPr/>
        </p:nvSpPr>
        <p:spPr bwMode="auto">
          <a:xfrm>
            <a:off x="5627078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29" name="Rectangle 3128"/>
          <p:cNvSpPr/>
          <p:nvPr/>
        </p:nvSpPr>
        <p:spPr bwMode="auto">
          <a:xfrm>
            <a:off x="5890847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0" name="Rectangle 3129"/>
          <p:cNvSpPr/>
          <p:nvPr/>
        </p:nvSpPr>
        <p:spPr bwMode="auto">
          <a:xfrm>
            <a:off x="6154616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1" name="Rectangle 3130"/>
          <p:cNvSpPr/>
          <p:nvPr/>
        </p:nvSpPr>
        <p:spPr bwMode="auto">
          <a:xfrm>
            <a:off x="6418385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2" name="Rectangle 3131"/>
          <p:cNvSpPr/>
          <p:nvPr/>
        </p:nvSpPr>
        <p:spPr bwMode="auto">
          <a:xfrm>
            <a:off x="5099539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3" name="Rectangle 3132"/>
          <p:cNvSpPr/>
          <p:nvPr/>
        </p:nvSpPr>
        <p:spPr bwMode="auto">
          <a:xfrm>
            <a:off x="5363308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4" name="Rectangle 3133"/>
          <p:cNvSpPr/>
          <p:nvPr/>
        </p:nvSpPr>
        <p:spPr bwMode="auto">
          <a:xfrm>
            <a:off x="5627078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5" name="Rectangle 3134"/>
          <p:cNvSpPr/>
          <p:nvPr/>
        </p:nvSpPr>
        <p:spPr bwMode="auto">
          <a:xfrm>
            <a:off x="5890847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6" name="Rectangle 3135"/>
          <p:cNvSpPr/>
          <p:nvPr/>
        </p:nvSpPr>
        <p:spPr bwMode="auto">
          <a:xfrm>
            <a:off x="6154616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7" name="Rectangle 3136"/>
          <p:cNvSpPr/>
          <p:nvPr/>
        </p:nvSpPr>
        <p:spPr bwMode="auto">
          <a:xfrm>
            <a:off x="6418385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8" name="Rectangle 3137"/>
          <p:cNvSpPr/>
          <p:nvPr/>
        </p:nvSpPr>
        <p:spPr bwMode="auto">
          <a:xfrm>
            <a:off x="6945924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39" name="Rectangle 3138"/>
          <p:cNvSpPr/>
          <p:nvPr/>
        </p:nvSpPr>
        <p:spPr bwMode="auto">
          <a:xfrm>
            <a:off x="7209693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0" name="Rectangle 3139"/>
          <p:cNvSpPr/>
          <p:nvPr/>
        </p:nvSpPr>
        <p:spPr bwMode="auto">
          <a:xfrm>
            <a:off x="7473462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1" name="Rectangle 3140"/>
          <p:cNvSpPr/>
          <p:nvPr/>
        </p:nvSpPr>
        <p:spPr bwMode="auto">
          <a:xfrm>
            <a:off x="7737231" y="1937657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2" name="Rectangle 3141"/>
          <p:cNvSpPr/>
          <p:nvPr/>
        </p:nvSpPr>
        <p:spPr bwMode="auto">
          <a:xfrm>
            <a:off x="6945924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3" name="Rectangle 3142"/>
          <p:cNvSpPr/>
          <p:nvPr/>
        </p:nvSpPr>
        <p:spPr bwMode="auto">
          <a:xfrm>
            <a:off x="7209693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4" name="Rectangle 3143"/>
          <p:cNvSpPr/>
          <p:nvPr/>
        </p:nvSpPr>
        <p:spPr bwMode="auto">
          <a:xfrm>
            <a:off x="7473462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5" name="Rectangle 3144"/>
          <p:cNvSpPr/>
          <p:nvPr/>
        </p:nvSpPr>
        <p:spPr bwMode="auto">
          <a:xfrm>
            <a:off x="7737231" y="1654629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6" name="Rectangle 3145"/>
          <p:cNvSpPr/>
          <p:nvPr/>
        </p:nvSpPr>
        <p:spPr bwMode="auto">
          <a:xfrm>
            <a:off x="6945924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7" name="Rectangle 3146"/>
          <p:cNvSpPr/>
          <p:nvPr/>
        </p:nvSpPr>
        <p:spPr bwMode="auto">
          <a:xfrm>
            <a:off x="7209693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8" name="Rectangle 3147"/>
          <p:cNvSpPr/>
          <p:nvPr/>
        </p:nvSpPr>
        <p:spPr bwMode="auto">
          <a:xfrm>
            <a:off x="7473462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49" name="Rectangle 3148"/>
          <p:cNvSpPr/>
          <p:nvPr/>
        </p:nvSpPr>
        <p:spPr bwMode="auto">
          <a:xfrm>
            <a:off x="7737231" y="2220686"/>
            <a:ext cx="263769" cy="283029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>
            <a:off x="8229600" y="2057400"/>
            <a:ext cx="4411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…</a:t>
            </a:r>
            <a:endParaRPr lang="en-US" dirty="0"/>
          </a:p>
        </p:txBody>
      </p:sp>
      <p:sp>
        <p:nvSpPr>
          <p:cNvPr id="382" name="Rectangle 381"/>
          <p:cNvSpPr/>
          <p:nvPr/>
        </p:nvSpPr>
        <p:spPr bwMode="auto">
          <a:xfrm>
            <a:off x="4841631" y="2231571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3" name="Rectangle 382"/>
          <p:cNvSpPr/>
          <p:nvPr/>
        </p:nvSpPr>
        <p:spPr bwMode="auto">
          <a:xfrm>
            <a:off x="4841631" y="1948542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4" name="Rectangle 383"/>
          <p:cNvSpPr/>
          <p:nvPr/>
        </p:nvSpPr>
        <p:spPr bwMode="auto">
          <a:xfrm>
            <a:off x="6670431" y="1959429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5" name="Rectangle 384"/>
          <p:cNvSpPr/>
          <p:nvPr/>
        </p:nvSpPr>
        <p:spPr bwMode="auto">
          <a:xfrm>
            <a:off x="6670431" y="2242457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6" name="Rectangle 385"/>
          <p:cNvSpPr/>
          <p:nvPr/>
        </p:nvSpPr>
        <p:spPr bwMode="auto">
          <a:xfrm>
            <a:off x="6670431" y="1676400"/>
            <a:ext cx="263769" cy="283029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7" name="TextBox 386"/>
          <p:cNvSpPr txBox="1"/>
          <p:nvPr/>
        </p:nvSpPr>
        <p:spPr>
          <a:xfrm rot="5400000">
            <a:off x="4170482" y="5811718"/>
            <a:ext cx="4411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…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2" name="Group 1017"/>
          <p:cNvGrpSpPr/>
          <p:nvPr/>
        </p:nvGrpSpPr>
        <p:grpSpPr>
          <a:xfrm>
            <a:off x="1295400" y="2362200"/>
            <a:ext cx="6400800" cy="2895600"/>
            <a:chOff x="1143000" y="1905000"/>
            <a:chExt cx="6400800" cy="2895600"/>
          </a:xfrm>
        </p:grpSpPr>
        <p:sp>
          <p:nvSpPr>
            <p:cNvPr id="583" name="Rectangle 582"/>
            <p:cNvSpPr/>
            <p:nvPr/>
          </p:nvSpPr>
          <p:spPr bwMode="auto">
            <a:xfrm>
              <a:off x="114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114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129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129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144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8" name="Rectangle 587"/>
            <p:cNvSpPr/>
            <p:nvPr/>
          </p:nvSpPr>
          <p:spPr bwMode="auto">
            <a:xfrm>
              <a:off x="144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447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160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160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175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175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190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190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1905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1600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752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1295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1143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1143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1143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1295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1143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205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266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220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220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205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1447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1600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266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266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2819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2819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2971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2971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2971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266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2819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2819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2971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1" name="Rectangle 640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3124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3124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3276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3276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3276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124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124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124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3276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3276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276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124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1752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1905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2819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2971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2971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2819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266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266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266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2819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2971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3124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3124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276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276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276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124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12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124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124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276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276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429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429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42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12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27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27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42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581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81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733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3733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3733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358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358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58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3733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3733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3733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358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27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42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42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27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12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12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12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27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42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58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733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3124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3886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886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886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886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886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886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886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4191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4038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4038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4191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4495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4343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4343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4343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4495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4495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4495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4343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4038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191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4191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4038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4038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4191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4343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4495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4038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4191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4191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4038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4648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4648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4648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4648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648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038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3" name="Rectangle 772"/>
            <p:cNvSpPr/>
            <p:nvPr/>
          </p:nvSpPr>
          <p:spPr bwMode="auto">
            <a:xfrm>
              <a:off x="4495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4" name="Rectangle 773"/>
            <p:cNvSpPr/>
            <p:nvPr/>
          </p:nvSpPr>
          <p:spPr bwMode="auto">
            <a:xfrm>
              <a:off x="4343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5" name="Rectangle 774"/>
            <p:cNvSpPr/>
            <p:nvPr/>
          </p:nvSpPr>
          <p:spPr bwMode="auto">
            <a:xfrm>
              <a:off x="4648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6" name="Rectangle 775"/>
            <p:cNvSpPr/>
            <p:nvPr/>
          </p:nvSpPr>
          <p:spPr bwMode="auto">
            <a:xfrm>
              <a:off x="3581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7" name="Rectangle 776"/>
            <p:cNvSpPr/>
            <p:nvPr/>
          </p:nvSpPr>
          <p:spPr bwMode="auto">
            <a:xfrm>
              <a:off x="3429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8" name="Rectangle 777"/>
            <p:cNvSpPr/>
            <p:nvPr/>
          </p:nvSpPr>
          <p:spPr bwMode="auto">
            <a:xfrm>
              <a:off x="3429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9" name="Rectangle 778"/>
            <p:cNvSpPr/>
            <p:nvPr/>
          </p:nvSpPr>
          <p:spPr bwMode="auto">
            <a:xfrm>
              <a:off x="3581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0" name="Rectangle 779"/>
            <p:cNvSpPr/>
            <p:nvPr/>
          </p:nvSpPr>
          <p:spPr bwMode="auto">
            <a:xfrm>
              <a:off x="3886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1" name="Rectangle 780"/>
            <p:cNvSpPr/>
            <p:nvPr/>
          </p:nvSpPr>
          <p:spPr bwMode="auto">
            <a:xfrm>
              <a:off x="3733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2" name="Rectangle 781"/>
            <p:cNvSpPr/>
            <p:nvPr/>
          </p:nvSpPr>
          <p:spPr bwMode="auto">
            <a:xfrm>
              <a:off x="3733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3" name="Rectangle 782"/>
            <p:cNvSpPr/>
            <p:nvPr/>
          </p:nvSpPr>
          <p:spPr bwMode="auto">
            <a:xfrm>
              <a:off x="3733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4" name="Rectangle 783"/>
            <p:cNvSpPr/>
            <p:nvPr/>
          </p:nvSpPr>
          <p:spPr bwMode="auto">
            <a:xfrm>
              <a:off x="3886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5" name="Rectangle 784"/>
            <p:cNvSpPr/>
            <p:nvPr/>
          </p:nvSpPr>
          <p:spPr bwMode="auto">
            <a:xfrm>
              <a:off x="3886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6" name="Rectangle 785"/>
            <p:cNvSpPr/>
            <p:nvPr/>
          </p:nvSpPr>
          <p:spPr bwMode="auto">
            <a:xfrm>
              <a:off x="3429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7" name="Rectangle 786"/>
            <p:cNvSpPr/>
            <p:nvPr/>
          </p:nvSpPr>
          <p:spPr bwMode="auto">
            <a:xfrm>
              <a:off x="3581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8" name="Rectangle 787"/>
            <p:cNvSpPr/>
            <p:nvPr/>
          </p:nvSpPr>
          <p:spPr bwMode="auto">
            <a:xfrm>
              <a:off x="3581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9" name="Rectangle 788"/>
            <p:cNvSpPr/>
            <p:nvPr/>
          </p:nvSpPr>
          <p:spPr bwMode="auto">
            <a:xfrm>
              <a:off x="3429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0" name="Rectangle 789"/>
            <p:cNvSpPr/>
            <p:nvPr/>
          </p:nvSpPr>
          <p:spPr bwMode="auto">
            <a:xfrm>
              <a:off x="3886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1" name="Rectangle 790"/>
            <p:cNvSpPr/>
            <p:nvPr/>
          </p:nvSpPr>
          <p:spPr bwMode="auto">
            <a:xfrm>
              <a:off x="3733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2" name="Rectangle 791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3" name="Rectangle 792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4" name="Rectangle 793"/>
            <p:cNvSpPr/>
            <p:nvPr/>
          </p:nvSpPr>
          <p:spPr bwMode="auto">
            <a:xfrm>
              <a:off x="586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5" name="Rectangle 794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6" name="Rectangle 795"/>
            <p:cNvSpPr/>
            <p:nvPr/>
          </p:nvSpPr>
          <p:spPr bwMode="auto">
            <a:xfrm>
              <a:off x="601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7" name="Rectangle 796"/>
            <p:cNvSpPr/>
            <p:nvPr/>
          </p:nvSpPr>
          <p:spPr bwMode="auto">
            <a:xfrm>
              <a:off x="495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8" name="Rectangle 797"/>
            <p:cNvSpPr/>
            <p:nvPr/>
          </p:nvSpPr>
          <p:spPr bwMode="auto">
            <a:xfrm>
              <a:off x="4800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9" name="Rectangle 798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0" name="Rectangle 799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6" name="Rectangle 805"/>
            <p:cNvSpPr/>
            <p:nvPr/>
          </p:nvSpPr>
          <p:spPr bwMode="auto">
            <a:xfrm>
              <a:off x="632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7" name="Rectangle 806"/>
            <p:cNvSpPr/>
            <p:nvPr/>
          </p:nvSpPr>
          <p:spPr bwMode="auto">
            <a:xfrm>
              <a:off x="617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9" name="Rectangle 808"/>
            <p:cNvSpPr/>
            <p:nvPr/>
          </p:nvSpPr>
          <p:spPr bwMode="auto">
            <a:xfrm>
              <a:off x="647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0" name="Rectangle 809"/>
            <p:cNvSpPr/>
            <p:nvPr/>
          </p:nvSpPr>
          <p:spPr bwMode="auto">
            <a:xfrm>
              <a:off x="647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1" name="Rectangle 810"/>
            <p:cNvSpPr/>
            <p:nvPr/>
          </p:nvSpPr>
          <p:spPr bwMode="auto">
            <a:xfrm>
              <a:off x="647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2" name="Rectangle 811"/>
            <p:cNvSpPr/>
            <p:nvPr/>
          </p:nvSpPr>
          <p:spPr bwMode="auto">
            <a:xfrm>
              <a:off x="647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3" name="Rectangle 812"/>
            <p:cNvSpPr/>
            <p:nvPr/>
          </p:nvSpPr>
          <p:spPr bwMode="auto">
            <a:xfrm>
              <a:off x="647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4" name="Rectangle 813"/>
            <p:cNvSpPr/>
            <p:nvPr/>
          </p:nvSpPr>
          <p:spPr bwMode="auto">
            <a:xfrm>
              <a:off x="647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5" name="Rectangle 814"/>
            <p:cNvSpPr/>
            <p:nvPr/>
          </p:nvSpPr>
          <p:spPr bwMode="auto">
            <a:xfrm>
              <a:off x="647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6" name="Rectangle 815"/>
            <p:cNvSpPr/>
            <p:nvPr/>
          </p:nvSpPr>
          <p:spPr bwMode="auto">
            <a:xfrm>
              <a:off x="647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7" name="Rectangle 816"/>
            <p:cNvSpPr/>
            <p:nvPr/>
          </p:nvSpPr>
          <p:spPr bwMode="auto">
            <a:xfrm>
              <a:off x="647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Rectangle 818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0" name="Rectangle 819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1" name="Rectangle 820"/>
            <p:cNvSpPr/>
            <p:nvPr/>
          </p:nvSpPr>
          <p:spPr bwMode="auto">
            <a:xfrm>
              <a:off x="586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2" name="Rectangle 821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3" name="Rectangle 822"/>
            <p:cNvSpPr/>
            <p:nvPr/>
          </p:nvSpPr>
          <p:spPr bwMode="auto">
            <a:xfrm>
              <a:off x="601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4" name="Rectangle 823"/>
            <p:cNvSpPr/>
            <p:nvPr/>
          </p:nvSpPr>
          <p:spPr bwMode="auto">
            <a:xfrm>
              <a:off x="495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5" name="Rectangle 824"/>
            <p:cNvSpPr/>
            <p:nvPr/>
          </p:nvSpPr>
          <p:spPr bwMode="auto">
            <a:xfrm>
              <a:off x="4800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6" name="Rectangle 825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7" name="Rectangle 826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8" name="Rectangle 827"/>
            <p:cNvSpPr/>
            <p:nvPr/>
          </p:nvSpPr>
          <p:spPr bwMode="auto">
            <a:xfrm>
              <a:off x="632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9" name="Rectangle 828"/>
            <p:cNvSpPr/>
            <p:nvPr/>
          </p:nvSpPr>
          <p:spPr bwMode="auto">
            <a:xfrm>
              <a:off x="617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Rectangle 829"/>
            <p:cNvSpPr/>
            <p:nvPr/>
          </p:nvSpPr>
          <p:spPr bwMode="auto">
            <a:xfrm>
              <a:off x="5562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Rectangle 830"/>
            <p:cNvSpPr/>
            <p:nvPr/>
          </p:nvSpPr>
          <p:spPr bwMode="auto">
            <a:xfrm>
              <a:off x="5410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Rectangle 831"/>
            <p:cNvSpPr/>
            <p:nvPr/>
          </p:nvSpPr>
          <p:spPr bwMode="auto">
            <a:xfrm>
              <a:off x="5867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Rectangle 832"/>
            <p:cNvSpPr/>
            <p:nvPr/>
          </p:nvSpPr>
          <p:spPr bwMode="auto">
            <a:xfrm>
              <a:off x="5715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4" name="Rectangle 833"/>
            <p:cNvSpPr/>
            <p:nvPr/>
          </p:nvSpPr>
          <p:spPr bwMode="auto">
            <a:xfrm>
              <a:off x="6019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5" name="Rectangle 834"/>
            <p:cNvSpPr/>
            <p:nvPr/>
          </p:nvSpPr>
          <p:spPr bwMode="auto">
            <a:xfrm>
              <a:off x="4953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Rectangle 835"/>
            <p:cNvSpPr/>
            <p:nvPr/>
          </p:nvSpPr>
          <p:spPr bwMode="auto">
            <a:xfrm>
              <a:off x="4800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Rectangle 836"/>
            <p:cNvSpPr/>
            <p:nvPr/>
          </p:nvSpPr>
          <p:spPr bwMode="auto">
            <a:xfrm>
              <a:off x="5257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Rectangle 837"/>
            <p:cNvSpPr/>
            <p:nvPr/>
          </p:nvSpPr>
          <p:spPr bwMode="auto">
            <a:xfrm>
              <a:off x="5105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Rectangle 838"/>
            <p:cNvSpPr/>
            <p:nvPr/>
          </p:nvSpPr>
          <p:spPr bwMode="auto">
            <a:xfrm>
              <a:off x="6324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0" name="Rectangle 839"/>
            <p:cNvSpPr/>
            <p:nvPr/>
          </p:nvSpPr>
          <p:spPr bwMode="auto">
            <a:xfrm>
              <a:off x="6172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1" name="Rectangle 840"/>
            <p:cNvSpPr/>
            <p:nvPr/>
          </p:nvSpPr>
          <p:spPr bwMode="auto">
            <a:xfrm>
              <a:off x="5562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2" name="Rectangle 841"/>
            <p:cNvSpPr/>
            <p:nvPr/>
          </p:nvSpPr>
          <p:spPr bwMode="auto">
            <a:xfrm>
              <a:off x="5410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3" name="Rectangle 842"/>
            <p:cNvSpPr/>
            <p:nvPr/>
          </p:nvSpPr>
          <p:spPr bwMode="auto">
            <a:xfrm>
              <a:off x="5867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Rectangle 843"/>
            <p:cNvSpPr/>
            <p:nvPr/>
          </p:nvSpPr>
          <p:spPr bwMode="auto">
            <a:xfrm>
              <a:off x="5715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5" name="Rectangle 844"/>
            <p:cNvSpPr/>
            <p:nvPr/>
          </p:nvSpPr>
          <p:spPr bwMode="auto">
            <a:xfrm>
              <a:off x="6019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6" name="Rectangle 845"/>
            <p:cNvSpPr/>
            <p:nvPr/>
          </p:nvSpPr>
          <p:spPr bwMode="auto">
            <a:xfrm>
              <a:off x="4953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7" name="Rectangle 846"/>
            <p:cNvSpPr/>
            <p:nvPr/>
          </p:nvSpPr>
          <p:spPr bwMode="auto">
            <a:xfrm>
              <a:off x="4800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8" name="Rectangle 847"/>
            <p:cNvSpPr/>
            <p:nvPr/>
          </p:nvSpPr>
          <p:spPr bwMode="auto">
            <a:xfrm>
              <a:off x="5257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9" name="Rectangle 848"/>
            <p:cNvSpPr/>
            <p:nvPr/>
          </p:nvSpPr>
          <p:spPr bwMode="auto">
            <a:xfrm>
              <a:off x="5105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0" name="Rectangle 849"/>
            <p:cNvSpPr/>
            <p:nvPr/>
          </p:nvSpPr>
          <p:spPr bwMode="auto">
            <a:xfrm>
              <a:off x="6324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1" name="Rectangle 850"/>
            <p:cNvSpPr/>
            <p:nvPr/>
          </p:nvSpPr>
          <p:spPr bwMode="auto">
            <a:xfrm>
              <a:off x="6172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2" name="Rectangle 851"/>
            <p:cNvSpPr/>
            <p:nvPr/>
          </p:nvSpPr>
          <p:spPr bwMode="auto">
            <a:xfrm>
              <a:off x="5562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3" name="Rectangle 852"/>
            <p:cNvSpPr/>
            <p:nvPr/>
          </p:nvSpPr>
          <p:spPr bwMode="auto">
            <a:xfrm>
              <a:off x="5410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4" name="Rectangle 853"/>
            <p:cNvSpPr/>
            <p:nvPr/>
          </p:nvSpPr>
          <p:spPr bwMode="auto">
            <a:xfrm>
              <a:off x="5867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5" name="Rectangle 854"/>
            <p:cNvSpPr/>
            <p:nvPr/>
          </p:nvSpPr>
          <p:spPr bwMode="auto">
            <a:xfrm>
              <a:off x="5715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6" name="Rectangle 855"/>
            <p:cNvSpPr/>
            <p:nvPr/>
          </p:nvSpPr>
          <p:spPr bwMode="auto">
            <a:xfrm>
              <a:off x="6019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7" name="Rectangle 856"/>
            <p:cNvSpPr/>
            <p:nvPr/>
          </p:nvSpPr>
          <p:spPr bwMode="auto">
            <a:xfrm>
              <a:off x="4953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8" name="Rectangle 857"/>
            <p:cNvSpPr/>
            <p:nvPr/>
          </p:nvSpPr>
          <p:spPr bwMode="auto">
            <a:xfrm>
              <a:off x="4800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9" name="Rectangle 858"/>
            <p:cNvSpPr/>
            <p:nvPr/>
          </p:nvSpPr>
          <p:spPr bwMode="auto">
            <a:xfrm>
              <a:off x="5257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0" name="Rectangle 859"/>
            <p:cNvSpPr/>
            <p:nvPr/>
          </p:nvSpPr>
          <p:spPr bwMode="auto">
            <a:xfrm>
              <a:off x="5105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1" name="Rectangle 860"/>
            <p:cNvSpPr/>
            <p:nvPr/>
          </p:nvSpPr>
          <p:spPr bwMode="auto">
            <a:xfrm>
              <a:off x="6324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2" name="Rectangle 861"/>
            <p:cNvSpPr/>
            <p:nvPr/>
          </p:nvSpPr>
          <p:spPr bwMode="auto">
            <a:xfrm>
              <a:off x="6172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3" name="Rectangle 862"/>
            <p:cNvSpPr/>
            <p:nvPr/>
          </p:nvSpPr>
          <p:spPr bwMode="auto">
            <a:xfrm>
              <a:off x="5562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4" name="Rectangle 863"/>
            <p:cNvSpPr/>
            <p:nvPr/>
          </p:nvSpPr>
          <p:spPr bwMode="auto">
            <a:xfrm>
              <a:off x="5410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5" name="Rectangle 864"/>
            <p:cNvSpPr/>
            <p:nvPr/>
          </p:nvSpPr>
          <p:spPr bwMode="auto">
            <a:xfrm>
              <a:off x="5867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6" name="Rectangle 865"/>
            <p:cNvSpPr/>
            <p:nvPr/>
          </p:nvSpPr>
          <p:spPr bwMode="auto">
            <a:xfrm>
              <a:off x="5715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7" name="Rectangle 866"/>
            <p:cNvSpPr/>
            <p:nvPr/>
          </p:nvSpPr>
          <p:spPr bwMode="auto">
            <a:xfrm>
              <a:off x="6019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8" name="Rectangle 867"/>
            <p:cNvSpPr/>
            <p:nvPr/>
          </p:nvSpPr>
          <p:spPr bwMode="auto">
            <a:xfrm>
              <a:off x="4953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9" name="Rectangle 868"/>
            <p:cNvSpPr/>
            <p:nvPr/>
          </p:nvSpPr>
          <p:spPr bwMode="auto">
            <a:xfrm>
              <a:off x="4800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0" name="Rectangle 869"/>
            <p:cNvSpPr/>
            <p:nvPr/>
          </p:nvSpPr>
          <p:spPr bwMode="auto">
            <a:xfrm>
              <a:off x="5257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1" name="Rectangle 870"/>
            <p:cNvSpPr/>
            <p:nvPr/>
          </p:nvSpPr>
          <p:spPr bwMode="auto">
            <a:xfrm>
              <a:off x="5105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2" name="Rectangle 871"/>
            <p:cNvSpPr/>
            <p:nvPr/>
          </p:nvSpPr>
          <p:spPr bwMode="auto">
            <a:xfrm>
              <a:off x="6324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3" name="Rectangle 872"/>
            <p:cNvSpPr/>
            <p:nvPr/>
          </p:nvSpPr>
          <p:spPr bwMode="auto">
            <a:xfrm>
              <a:off x="6172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4" name="Rectangle 873"/>
            <p:cNvSpPr/>
            <p:nvPr/>
          </p:nvSpPr>
          <p:spPr bwMode="auto">
            <a:xfrm>
              <a:off x="5562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5" name="Rectangle 874"/>
            <p:cNvSpPr/>
            <p:nvPr/>
          </p:nvSpPr>
          <p:spPr bwMode="auto">
            <a:xfrm>
              <a:off x="5410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6" name="Rectangle 875"/>
            <p:cNvSpPr/>
            <p:nvPr/>
          </p:nvSpPr>
          <p:spPr bwMode="auto">
            <a:xfrm>
              <a:off x="5867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7" name="Rectangle 876"/>
            <p:cNvSpPr/>
            <p:nvPr/>
          </p:nvSpPr>
          <p:spPr bwMode="auto">
            <a:xfrm>
              <a:off x="5715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8" name="Rectangle 877"/>
            <p:cNvSpPr/>
            <p:nvPr/>
          </p:nvSpPr>
          <p:spPr bwMode="auto">
            <a:xfrm>
              <a:off x="6019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9" name="Rectangle 878"/>
            <p:cNvSpPr/>
            <p:nvPr/>
          </p:nvSpPr>
          <p:spPr bwMode="auto">
            <a:xfrm>
              <a:off x="4953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0" name="Rectangle 879"/>
            <p:cNvSpPr/>
            <p:nvPr/>
          </p:nvSpPr>
          <p:spPr bwMode="auto">
            <a:xfrm>
              <a:off x="4800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1" name="Rectangle 880"/>
            <p:cNvSpPr/>
            <p:nvPr/>
          </p:nvSpPr>
          <p:spPr bwMode="auto">
            <a:xfrm>
              <a:off x="5257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2" name="Rectangle 881"/>
            <p:cNvSpPr/>
            <p:nvPr/>
          </p:nvSpPr>
          <p:spPr bwMode="auto">
            <a:xfrm>
              <a:off x="5105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3" name="Rectangle 882"/>
            <p:cNvSpPr/>
            <p:nvPr/>
          </p:nvSpPr>
          <p:spPr bwMode="auto">
            <a:xfrm>
              <a:off x="6324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4" name="Rectangle 883"/>
            <p:cNvSpPr/>
            <p:nvPr/>
          </p:nvSpPr>
          <p:spPr bwMode="auto">
            <a:xfrm>
              <a:off x="6172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5" name="Rectangle 884"/>
            <p:cNvSpPr/>
            <p:nvPr/>
          </p:nvSpPr>
          <p:spPr bwMode="auto">
            <a:xfrm>
              <a:off x="5562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6" name="Rectangle 885"/>
            <p:cNvSpPr/>
            <p:nvPr/>
          </p:nvSpPr>
          <p:spPr bwMode="auto">
            <a:xfrm>
              <a:off x="5410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7" name="Rectangle 886"/>
            <p:cNvSpPr/>
            <p:nvPr/>
          </p:nvSpPr>
          <p:spPr bwMode="auto">
            <a:xfrm>
              <a:off x="5867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8" name="Rectangle 887"/>
            <p:cNvSpPr/>
            <p:nvPr/>
          </p:nvSpPr>
          <p:spPr bwMode="auto">
            <a:xfrm>
              <a:off x="5715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9" name="Rectangle 888"/>
            <p:cNvSpPr/>
            <p:nvPr/>
          </p:nvSpPr>
          <p:spPr bwMode="auto">
            <a:xfrm>
              <a:off x="6019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0" name="Rectangle 889"/>
            <p:cNvSpPr/>
            <p:nvPr/>
          </p:nvSpPr>
          <p:spPr bwMode="auto">
            <a:xfrm>
              <a:off x="4953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1" name="Rectangle 890"/>
            <p:cNvSpPr/>
            <p:nvPr/>
          </p:nvSpPr>
          <p:spPr bwMode="auto">
            <a:xfrm>
              <a:off x="4800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2" name="Rectangle 891"/>
            <p:cNvSpPr/>
            <p:nvPr/>
          </p:nvSpPr>
          <p:spPr bwMode="auto">
            <a:xfrm>
              <a:off x="5257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3" name="Rectangle 892"/>
            <p:cNvSpPr/>
            <p:nvPr/>
          </p:nvSpPr>
          <p:spPr bwMode="auto">
            <a:xfrm>
              <a:off x="5105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4" name="Rectangle 893"/>
            <p:cNvSpPr/>
            <p:nvPr/>
          </p:nvSpPr>
          <p:spPr bwMode="auto">
            <a:xfrm>
              <a:off x="6324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5" name="Rectangle 894"/>
            <p:cNvSpPr/>
            <p:nvPr/>
          </p:nvSpPr>
          <p:spPr bwMode="auto">
            <a:xfrm>
              <a:off x="6172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6" name="Rectangle 895"/>
            <p:cNvSpPr/>
            <p:nvPr/>
          </p:nvSpPr>
          <p:spPr bwMode="auto">
            <a:xfrm>
              <a:off x="5562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7" name="Rectangle 896"/>
            <p:cNvSpPr/>
            <p:nvPr/>
          </p:nvSpPr>
          <p:spPr bwMode="auto">
            <a:xfrm>
              <a:off x="5410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8" name="Rectangle 897"/>
            <p:cNvSpPr/>
            <p:nvPr/>
          </p:nvSpPr>
          <p:spPr bwMode="auto">
            <a:xfrm>
              <a:off x="5867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9" name="Rectangle 898"/>
            <p:cNvSpPr/>
            <p:nvPr/>
          </p:nvSpPr>
          <p:spPr bwMode="auto">
            <a:xfrm>
              <a:off x="5715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0" name="Rectangle 899"/>
            <p:cNvSpPr/>
            <p:nvPr/>
          </p:nvSpPr>
          <p:spPr bwMode="auto">
            <a:xfrm>
              <a:off x="6019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1" name="Rectangle 900"/>
            <p:cNvSpPr/>
            <p:nvPr/>
          </p:nvSpPr>
          <p:spPr bwMode="auto">
            <a:xfrm>
              <a:off x="4953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2" name="Rectangle 901"/>
            <p:cNvSpPr/>
            <p:nvPr/>
          </p:nvSpPr>
          <p:spPr bwMode="auto">
            <a:xfrm>
              <a:off x="4800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3" name="Rectangle 902"/>
            <p:cNvSpPr/>
            <p:nvPr/>
          </p:nvSpPr>
          <p:spPr bwMode="auto">
            <a:xfrm>
              <a:off x="5257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4" name="Rectangle 903"/>
            <p:cNvSpPr/>
            <p:nvPr/>
          </p:nvSpPr>
          <p:spPr bwMode="auto">
            <a:xfrm>
              <a:off x="5105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5" name="Rectangle 904"/>
            <p:cNvSpPr/>
            <p:nvPr/>
          </p:nvSpPr>
          <p:spPr bwMode="auto">
            <a:xfrm>
              <a:off x="6324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6" name="Rectangle 905"/>
            <p:cNvSpPr/>
            <p:nvPr/>
          </p:nvSpPr>
          <p:spPr bwMode="auto">
            <a:xfrm>
              <a:off x="6172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7" name="Rectangle 906"/>
            <p:cNvSpPr/>
            <p:nvPr/>
          </p:nvSpPr>
          <p:spPr bwMode="auto">
            <a:xfrm>
              <a:off x="6477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8" name="Rectangle 907"/>
            <p:cNvSpPr/>
            <p:nvPr/>
          </p:nvSpPr>
          <p:spPr bwMode="auto">
            <a:xfrm>
              <a:off x="5562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9" name="Rectangle 908"/>
            <p:cNvSpPr/>
            <p:nvPr/>
          </p:nvSpPr>
          <p:spPr bwMode="auto">
            <a:xfrm>
              <a:off x="5410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0" name="Rectangle 909"/>
            <p:cNvSpPr/>
            <p:nvPr/>
          </p:nvSpPr>
          <p:spPr bwMode="auto">
            <a:xfrm>
              <a:off x="5867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1" name="Rectangle 910"/>
            <p:cNvSpPr/>
            <p:nvPr/>
          </p:nvSpPr>
          <p:spPr bwMode="auto">
            <a:xfrm>
              <a:off x="5715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2" name="Rectangle 911"/>
            <p:cNvSpPr/>
            <p:nvPr/>
          </p:nvSpPr>
          <p:spPr bwMode="auto">
            <a:xfrm>
              <a:off x="6019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3" name="Rectangle 912"/>
            <p:cNvSpPr/>
            <p:nvPr/>
          </p:nvSpPr>
          <p:spPr bwMode="auto">
            <a:xfrm>
              <a:off x="4953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4" name="Rectangle 913"/>
            <p:cNvSpPr/>
            <p:nvPr/>
          </p:nvSpPr>
          <p:spPr bwMode="auto">
            <a:xfrm>
              <a:off x="4800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5257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5105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6324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6172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6477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6477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6477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6477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5867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5867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6019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6324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6172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5867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6019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6324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6172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5867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6019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6324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6172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5867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6019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6324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6172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6477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5867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6019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6324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172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4648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4495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4648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4495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4648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4495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4648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6" name="Rectangle 975"/>
            <p:cNvSpPr/>
            <p:nvPr/>
          </p:nvSpPr>
          <p:spPr bwMode="auto">
            <a:xfrm>
              <a:off x="4495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7" name="Rectangle 976"/>
            <p:cNvSpPr/>
            <p:nvPr/>
          </p:nvSpPr>
          <p:spPr bwMode="auto">
            <a:xfrm>
              <a:off x="4648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8" name="Rectangle 977"/>
            <p:cNvSpPr/>
            <p:nvPr/>
          </p:nvSpPr>
          <p:spPr bwMode="auto">
            <a:xfrm>
              <a:off x="4495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9" name="Rectangle 978"/>
            <p:cNvSpPr/>
            <p:nvPr/>
          </p:nvSpPr>
          <p:spPr bwMode="auto">
            <a:xfrm>
              <a:off x="4648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0" name="Rectangle 979"/>
            <p:cNvSpPr/>
            <p:nvPr/>
          </p:nvSpPr>
          <p:spPr bwMode="auto">
            <a:xfrm>
              <a:off x="4495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1" name="Rectangle 980"/>
            <p:cNvSpPr/>
            <p:nvPr/>
          </p:nvSpPr>
          <p:spPr bwMode="auto">
            <a:xfrm>
              <a:off x="723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2" name="Rectangle 981"/>
            <p:cNvSpPr/>
            <p:nvPr/>
          </p:nvSpPr>
          <p:spPr bwMode="auto">
            <a:xfrm>
              <a:off x="723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3" name="Rectangle 982"/>
            <p:cNvSpPr/>
            <p:nvPr/>
          </p:nvSpPr>
          <p:spPr bwMode="auto">
            <a:xfrm>
              <a:off x="723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4" name="Rectangle 983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5" name="Rectangle 984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6" name="Rectangle 985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7" name="Rectangle 986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8" name="Rectangle 987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9" name="Rectangle 988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Rectangle 989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1" name="Rectangle 990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Rectangle 991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Rectangle 992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4" name="Rectangle 993"/>
            <p:cNvSpPr/>
            <p:nvPr/>
          </p:nvSpPr>
          <p:spPr bwMode="auto">
            <a:xfrm>
              <a:off x="6629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5" name="Rectangle 994"/>
            <p:cNvSpPr/>
            <p:nvPr/>
          </p:nvSpPr>
          <p:spPr bwMode="auto">
            <a:xfrm>
              <a:off x="6781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6" name="Rectangle 995"/>
            <p:cNvSpPr/>
            <p:nvPr/>
          </p:nvSpPr>
          <p:spPr bwMode="auto">
            <a:xfrm>
              <a:off x="708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7" name="Rectangle 996"/>
            <p:cNvSpPr/>
            <p:nvPr/>
          </p:nvSpPr>
          <p:spPr bwMode="auto">
            <a:xfrm>
              <a:off x="693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8" name="Rectangle 997"/>
            <p:cNvSpPr/>
            <p:nvPr/>
          </p:nvSpPr>
          <p:spPr bwMode="auto">
            <a:xfrm>
              <a:off x="6629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9" name="Rectangle 998"/>
            <p:cNvSpPr/>
            <p:nvPr/>
          </p:nvSpPr>
          <p:spPr bwMode="auto">
            <a:xfrm>
              <a:off x="6781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0" name="Rectangle 999"/>
            <p:cNvSpPr/>
            <p:nvPr/>
          </p:nvSpPr>
          <p:spPr bwMode="auto">
            <a:xfrm>
              <a:off x="708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1" name="Rectangle 1000"/>
            <p:cNvSpPr/>
            <p:nvPr/>
          </p:nvSpPr>
          <p:spPr bwMode="auto">
            <a:xfrm>
              <a:off x="693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2" name="Rectangle 1001"/>
            <p:cNvSpPr/>
            <p:nvPr/>
          </p:nvSpPr>
          <p:spPr bwMode="auto">
            <a:xfrm>
              <a:off x="6629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Rectangle 1002"/>
            <p:cNvSpPr/>
            <p:nvPr/>
          </p:nvSpPr>
          <p:spPr bwMode="auto">
            <a:xfrm>
              <a:off x="6781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4" name="Rectangle 1003"/>
            <p:cNvSpPr/>
            <p:nvPr/>
          </p:nvSpPr>
          <p:spPr bwMode="auto">
            <a:xfrm>
              <a:off x="708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5" name="Rectangle 1004"/>
            <p:cNvSpPr/>
            <p:nvPr/>
          </p:nvSpPr>
          <p:spPr bwMode="auto">
            <a:xfrm>
              <a:off x="693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6" name="Rectangle 1005"/>
            <p:cNvSpPr/>
            <p:nvPr/>
          </p:nvSpPr>
          <p:spPr bwMode="auto">
            <a:xfrm>
              <a:off x="739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7" name="Rectangle 1006"/>
            <p:cNvSpPr/>
            <p:nvPr/>
          </p:nvSpPr>
          <p:spPr bwMode="auto">
            <a:xfrm>
              <a:off x="739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8" name="Rectangle 1007"/>
            <p:cNvSpPr/>
            <p:nvPr/>
          </p:nvSpPr>
          <p:spPr bwMode="auto">
            <a:xfrm>
              <a:off x="739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9" name="Rectangle 1008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Rectangle 1009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1012" name="Rectangle 1011"/>
          <p:cNvSpPr/>
          <p:nvPr/>
        </p:nvSpPr>
        <p:spPr bwMode="auto">
          <a:xfrm>
            <a:off x="5105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3" name="Rectangle 1012"/>
          <p:cNvSpPr/>
          <p:nvPr/>
        </p:nvSpPr>
        <p:spPr bwMode="auto">
          <a:xfrm>
            <a:off x="495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4" name="Rectangle 1013"/>
          <p:cNvSpPr/>
          <p:nvPr/>
        </p:nvSpPr>
        <p:spPr bwMode="auto">
          <a:xfrm>
            <a:off x="5410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5" name="Rectangle 1014"/>
          <p:cNvSpPr/>
          <p:nvPr/>
        </p:nvSpPr>
        <p:spPr bwMode="auto">
          <a:xfrm>
            <a:off x="5257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6" name="Rectangle 1015"/>
          <p:cNvSpPr/>
          <p:nvPr/>
        </p:nvSpPr>
        <p:spPr bwMode="auto">
          <a:xfrm>
            <a:off x="5715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7" name="Rectangle 1016"/>
          <p:cNvSpPr/>
          <p:nvPr/>
        </p:nvSpPr>
        <p:spPr bwMode="auto">
          <a:xfrm>
            <a:off x="5562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9" name="Rectangle 1018"/>
          <p:cNvSpPr/>
          <p:nvPr/>
        </p:nvSpPr>
        <p:spPr bwMode="auto">
          <a:xfrm>
            <a:off x="6172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0" name="Rectangle 1019"/>
          <p:cNvSpPr/>
          <p:nvPr/>
        </p:nvSpPr>
        <p:spPr bwMode="auto">
          <a:xfrm>
            <a:off x="6019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1" name="Rectangle 1020"/>
          <p:cNvSpPr/>
          <p:nvPr/>
        </p:nvSpPr>
        <p:spPr bwMode="auto">
          <a:xfrm>
            <a:off x="6477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2" name="Rectangle 1021"/>
          <p:cNvSpPr/>
          <p:nvPr/>
        </p:nvSpPr>
        <p:spPr bwMode="auto">
          <a:xfrm>
            <a:off x="6324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3" name="Rectangle 1022"/>
          <p:cNvSpPr/>
          <p:nvPr/>
        </p:nvSpPr>
        <p:spPr bwMode="auto">
          <a:xfrm>
            <a:off x="6781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4" name="Rectangle 1023"/>
          <p:cNvSpPr/>
          <p:nvPr/>
        </p:nvSpPr>
        <p:spPr bwMode="auto">
          <a:xfrm>
            <a:off x="6629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5" name="Rectangle 1024"/>
          <p:cNvSpPr/>
          <p:nvPr/>
        </p:nvSpPr>
        <p:spPr bwMode="auto">
          <a:xfrm>
            <a:off x="5867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6" name="Rectangle 1025"/>
          <p:cNvSpPr/>
          <p:nvPr/>
        </p:nvSpPr>
        <p:spPr bwMode="auto">
          <a:xfrm>
            <a:off x="5867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7" name="Rectangle 1026"/>
          <p:cNvSpPr/>
          <p:nvPr/>
        </p:nvSpPr>
        <p:spPr bwMode="auto">
          <a:xfrm>
            <a:off x="58674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8" name="Rectangle 1027"/>
          <p:cNvSpPr/>
          <p:nvPr/>
        </p:nvSpPr>
        <p:spPr bwMode="auto">
          <a:xfrm>
            <a:off x="5867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9" name="Rectangle 1028"/>
          <p:cNvSpPr/>
          <p:nvPr/>
        </p:nvSpPr>
        <p:spPr bwMode="auto">
          <a:xfrm>
            <a:off x="586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0" name="Rectangle 1029"/>
          <p:cNvSpPr/>
          <p:nvPr/>
        </p:nvSpPr>
        <p:spPr bwMode="auto">
          <a:xfrm>
            <a:off x="58674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1" name="Rectangle 1030"/>
          <p:cNvSpPr/>
          <p:nvPr/>
        </p:nvSpPr>
        <p:spPr bwMode="auto">
          <a:xfrm>
            <a:off x="58674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2" name="Rectangle 1031"/>
          <p:cNvSpPr/>
          <p:nvPr/>
        </p:nvSpPr>
        <p:spPr bwMode="auto">
          <a:xfrm>
            <a:off x="5867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3" name="Rectangle 1032"/>
          <p:cNvSpPr/>
          <p:nvPr/>
        </p:nvSpPr>
        <p:spPr bwMode="auto">
          <a:xfrm>
            <a:off x="7696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4" name="Rectangle 1033"/>
          <p:cNvSpPr/>
          <p:nvPr/>
        </p:nvSpPr>
        <p:spPr bwMode="auto">
          <a:xfrm>
            <a:off x="4953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5" name="Rectangle 1034"/>
          <p:cNvSpPr/>
          <p:nvPr/>
        </p:nvSpPr>
        <p:spPr bwMode="auto">
          <a:xfrm>
            <a:off x="49530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6" name="Rectangle 1035"/>
          <p:cNvSpPr/>
          <p:nvPr/>
        </p:nvSpPr>
        <p:spPr bwMode="auto">
          <a:xfrm>
            <a:off x="495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7" name="Rectangle 1036"/>
          <p:cNvSpPr/>
          <p:nvPr/>
        </p:nvSpPr>
        <p:spPr bwMode="auto">
          <a:xfrm>
            <a:off x="7696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8" name="Rectangle 1037"/>
          <p:cNvSpPr/>
          <p:nvPr/>
        </p:nvSpPr>
        <p:spPr bwMode="auto">
          <a:xfrm>
            <a:off x="76962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9" name="Rectangle 1038"/>
          <p:cNvSpPr/>
          <p:nvPr/>
        </p:nvSpPr>
        <p:spPr bwMode="auto">
          <a:xfrm>
            <a:off x="76962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0" name="Rectangle 1039"/>
          <p:cNvSpPr/>
          <p:nvPr/>
        </p:nvSpPr>
        <p:spPr bwMode="auto">
          <a:xfrm>
            <a:off x="67818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1" name="Rectangle 1040"/>
          <p:cNvSpPr/>
          <p:nvPr/>
        </p:nvSpPr>
        <p:spPr bwMode="auto">
          <a:xfrm>
            <a:off x="6781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2" name="Rectangle 1041"/>
          <p:cNvSpPr/>
          <p:nvPr/>
        </p:nvSpPr>
        <p:spPr bwMode="auto">
          <a:xfrm>
            <a:off x="67818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3" name="Rectangle 1042"/>
          <p:cNvSpPr/>
          <p:nvPr/>
        </p:nvSpPr>
        <p:spPr bwMode="auto">
          <a:xfrm>
            <a:off x="6781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4" name="Rectangle 1043"/>
          <p:cNvSpPr/>
          <p:nvPr/>
        </p:nvSpPr>
        <p:spPr bwMode="auto">
          <a:xfrm>
            <a:off x="67818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5" name="Rectangle 1044"/>
          <p:cNvSpPr/>
          <p:nvPr/>
        </p:nvSpPr>
        <p:spPr bwMode="auto">
          <a:xfrm>
            <a:off x="67818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6" name="Rectangle 1045"/>
          <p:cNvSpPr/>
          <p:nvPr/>
        </p:nvSpPr>
        <p:spPr bwMode="auto">
          <a:xfrm>
            <a:off x="6781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7" name="Rectangle 1046"/>
          <p:cNvSpPr/>
          <p:nvPr/>
        </p:nvSpPr>
        <p:spPr bwMode="auto">
          <a:xfrm>
            <a:off x="6781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8" name="Rectangle 1047"/>
          <p:cNvSpPr/>
          <p:nvPr/>
        </p:nvSpPr>
        <p:spPr bwMode="auto">
          <a:xfrm>
            <a:off x="5715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9" name="Rectangle 1048"/>
          <p:cNvSpPr/>
          <p:nvPr/>
        </p:nvSpPr>
        <p:spPr bwMode="auto">
          <a:xfrm>
            <a:off x="4495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0" name="Rectangle 1049"/>
          <p:cNvSpPr/>
          <p:nvPr/>
        </p:nvSpPr>
        <p:spPr bwMode="auto">
          <a:xfrm>
            <a:off x="4495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1" name="Rectangle 1050"/>
          <p:cNvSpPr/>
          <p:nvPr/>
        </p:nvSpPr>
        <p:spPr bwMode="auto">
          <a:xfrm>
            <a:off x="4495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2" name="Rectangle 1051"/>
          <p:cNvSpPr/>
          <p:nvPr/>
        </p:nvSpPr>
        <p:spPr bwMode="auto">
          <a:xfrm>
            <a:off x="4495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3" name="Rectangle 1052"/>
          <p:cNvSpPr/>
          <p:nvPr/>
        </p:nvSpPr>
        <p:spPr bwMode="auto">
          <a:xfrm>
            <a:off x="4495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4" name="Rectangle 1053"/>
          <p:cNvSpPr/>
          <p:nvPr/>
        </p:nvSpPr>
        <p:spPr bwMode="auto">
          <a:xfrm>
            <a:off x="44958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5" name="Rectangle 1054"/>
          <p:cNvSpPr/>
          <p:nvPr/>
        </p:nvSpPr>
        <p:spPr bwMode="auto">
          <a:xfrm>
            <a:off x="4495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6" name="Rectangle 1055"/>
          <p:cNvSpPr/>
          <p:nvPr/>
        </p:nvSpPr>
        <p:spPr bwMode="auto">
          <a:xfrm>
            <a:off x="3124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7" name="Rectangle 1056"/>
          <p:cNvSpPr/>
          <p:nvPr/>
        </p:nvSpPr>
        <p:spPr bwMode="auto">
          <a:xfrm>
            <a:off x="3124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8" name="Rectangle 1057"/>
          <p:cNvSpPr/>
          <p:nvPr/>
        </p:nvSpPr>
        <p:spPr bwMode="auto">
          <a:xfrm>
            <a:off x="31242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9" name="Rectangle 1058"/>
          <p:cNvSpPr/>
          <p:nvPr/>
        </p:nvSpPr>
        <p:spPr bwMode="auto">
          <a:xfrm>
            <a:off x="3124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0" name="Rectangle 1059"/>
          <p:cNvSpPr/>
          <p:nvPr/>
        </p:nvSpPr>
        <p:spPr bwMode="auto">
          <a:xfrm>
            <a:off x="3124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1" name="Rectangle 1060"/>
          <p:cNvSpPr/>
          <p:nvPr/>
        </p:nvSpPr>
        <p:spPr bwMode="auto">
          <a:xfrm>
            <a:off x="31242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2" name="Rectangle 1061"/>
          <p:cNvSpPr/>
          <p:nvPr/>
        </p:nvSpPr>
        <p:spPr bwMode="auto">
          <a:xfrm>
            <a:off x="31242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3" name="Rectangle 1062"/>
          <p:cNvSpPr/>
          <p:nvPr/>
        </p:nvSpPr>
        <p:spPr bwMode="auto">
          <a:xfrm>
            <a:off x="3124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4" name="Rectangle 1063"/>
          <p:cNvSpPr/>
          <p:nvPr/>
        </p:nvSpPr>
        <p:spPr bwMode="auto">
          <a:xfrm>
            <a:off x="2667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5" name="Rectangle 1064"/>
          <p:cNvSpPr/>
          <p:nvPr/>
        </p:nvSpPr>
        <p:spPr bwMode="auto">
          <a:xfrm>
            <a:off x="2667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6" name="Rectangle 1065"/>
          <p:cNvSpPr/>
          <p:nvPr/>
        </p:nvSpPr>
        <p:spPr bwMode="auto">
          <a:xfrm>
            <a:off x="2667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7" name="Rectangle 1066"/>
          <p:cNvSpPr/>
          <p:nvPr/>
        </p:nvSpPr>
        <p:spPr bwMode="auto">
          <a:xfrm>
            <a:off x="2667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8" name="Rectangle 1067"/>
          <p:cNvSpPr/>
          <p:nvPr/>
        </p:nvSpPr>
        <p:spPr bwMode="auto">
          <a:xfrm>
            <a:off x="2667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9" name="Rectangle 1068"/>
          <p:cNvSpPr/>
          <p:nvPr/>
        </p:nvSpPr>
        <p:spPr bwMode="auto">
          <a:xfrm>
            <a:off x="2667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0" name="Rectangle 1069"/>
          <p:cNvSpPr/>
          <p:nvPr/>
        </p:nvSpPr>
        <p:spPr bwMode="auto">
          <a:xfrm>
            <a:off x="2667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1" name="Rectangle 1070"/>
          <p:cNvSpPr/>
          <p:nvPr/>
        </p:nvSpPr>
        <p:spPr bwMode="auto">
          <a:xfrm>
            <a:off x="2667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2" name="Rectangle 1071"/>
          <p:cNvSpPr/>
          <p:nvPr/>
        </p:nvSpPr>
        <p:spPr bwMode="auto">
          <a:xfrm>
            <a:off x="28194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3" name="Rectangle 1072"/>
          <p:cNvSpPr/>
          <p:nvPr/>
        </p:nvSpPr>
        <p:spPr bwMode="auto">
          <a:xfrm>
            <a:off x="3124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4" name="Rectangle 1073"/>
          <p:cNvSpPr/>
          <p:nvPr/>
        </p:nvSpPr>
        <p:spPr bwMode="auto">
          <a:xfrm>
            <a:off x="2971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5" name="Rectangle 1074"/>
          <p:cNvSpPr/>
          <p:nvPr/>
        </p:nvSpPr>
        <p:spPr bwMode="auto">
          <a:xfrm>
            <a:off x="3429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6" name="Rectangle 1075"/>
          <p:cNvSpPr/>
          <p:nvPr/>
        </p:nvSpPr>
        <p:spPr bwMode="auto">
          <a:xfrm>
            <a:off x="32766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7" name="Rectangle 1076"/>
          <p:cNvSpPr/>
          <p:nvPr/>
        </p:nvSpPr>
        <p:spPr bwMode="auto">
          <a:xfrm>
            <a:off x="35814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8" name="Rectangle 1077"/>
          <p:cNvSpPr/>
          <p:nvPr/>
        </p:nvSpPr>
        <p:spPr bwMode="auto">
          <a:xfrm>
            <a:off x="3581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9" name="Rectangle 1078"/>
          <p:cNvSpPr/>
          <p:nvPr/>
        </p:nvSpPr>
        <p:spPr bwMode="auto">
          <a:xfrm>
            <a:off x="3581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0" name="Rectangle 1079"/>
          <p:cNvSpPr/>
          <p:nvPr/>
        </p:nvSpPr>
        <p:spPr bwMode="auto">
          <a:xfrm>
            <a:off x="3581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1" name="Rectangle 1080"/>
          <p:cNvSpPr/>
          <p:nvPr/>
        </p:nvSpPr>
        <p:spPr bwMode="auto">
          <a:xfrm>
            <a:off x="3581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2" name="Rectangle 1081"/>
          <p:cNvSpPr/>
          <p:nvPr/>
        </p:nvSpPr>
        <p:spPr bwMode="auto">
          <a:xfrm>
            <a:off x="3581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3" name="Rectangle 1082"/>
          <p:cNvSpPr/>
          <p:nvPr/>
        </p:nvSpPr>
        <p:spPr bwMode="auto">
          <a:xfrm>
            <a:off x="38862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4" name="Rectangle 1083"/>
          <p:cNvSpPr/>
          <p:nvPr/>
        </p:nvSpPr>
        <p:spPr bwMode="auto">
          <a:xfrm>
            <a:off x="3733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5" name="Rectangle 1084"/>
          <p:cNvSpPr/>
          <p:nvPr/>
        </p:nvSpPr>
        <p:spPr bwMode="auto">
          <a:xfrm>
            <a:off x="4191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6" name="Rectangle 1085"/>
          <p:cNvSpPr/>
          <p:nvPr/>
        </p:nvSpPr>
        <p:spPr bwMode="auto">
          <a:xfrm>
            <a:off x="40386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7" name="Rectangle 1086"/>
          <p:cNvSpPr/>
          <p:nvPr/>
        </p:nvSpPr>
        <p:spPr bwMode="auto">
          <a:xfrm>
            <a:off x="4343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8" name="Rectangle 1087"/>
          <p:cNvSpPr/>
          <p:nvPr/>
        </p:nvSpPr>
        <p:spPr bwMode="auto">
          <a:xfrm>
            <a:off x="4648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9" name="Rectangle 1088"/>
          <p:cNvSpPr/>
          <p:nvPr/>
        </p:nvSpPr>
        <p:spPr bwMode="auto">
          <a:xfrm>
            <a:off x="4800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0" name="Rectangle 1089"/>
          <p:cNvSpPr/>
          <p:nvPr/>
        </p:nvSpPr>
        <p:spPr bwMode="auto">
          <a:xfrm>
            <a:off x="5105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1" name="Rectangle 1090"/>
          <p:cNvSpPr/>
          <p:nvPr/>
        </p:nvSpPr>
        <p:spPr bwMode="auto">
          <a:xfrm>
            <a:off x="4953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2" name="Rectangle 1091"/>
          <p:cNvSpPr/>
          <p:nvPr/>
        </p:nvSpPr>
        <p:spPr bwMode="auto">
          <a:xfrm>
            <a:off x="5410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3" name="Rectangle 1092"/>
          <p:cNvSpPr/>
          <p:nvPr/>
        </p:nvSpPr>
        <p:spPr bwMode="auto">
          <a:xfrm>
            <a:off x="5257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4" name="Rectangle 1093"/>
          <p:cNvSpPr/>
          <p:nvPr/>
        </p:nvSpPr>
        <p:spPr bwMode="auto">
          <a:xfrm>
            <a:off x="5562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5" name="Rectangle 1094"/>
          <p:cNvSpPr/>
          <p:nvPr/>
        </p:nvSpPr>
        <p:spPr bwMode="auto">
          <a:xfrm>
            <a:off x="6781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6" name="Rectangle 1095"/>
          <p:cNvSpPr/>
          <p:nvPr/>
        </p:nvSpPr>
        <p:spPr bwMode="auto">
          <a:xfrm>
            <a:off x="5867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7" name="Rectangle 1096"/>
          <p:cNvSpPr/>
          <p:nvPr/>
        </p:nvSpPr>
        <p:spPr bwMode="auto">
          <a:xfrm>
            <a:off x="6172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8" name="Rectangle 1097"/>
          <p:cNvSpPr/>
          <p:nvPr/>
        </p:nvSpPr>
        <p:spPr bwMode="auto">
          <a:xfrm>
            <a:off x="6019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9" name="Rectangle 1098"/>
          <p:cNvSpPr/>
          <p:nvPr/>
        </p:nvSpPr>
        <p:spPr bwMode="auto">
          <a:xfrm>
            <a:off x="6477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0" name="Rectangle 1099"/>
          <p:cNvSpPr/>
          <p:nvPr/>
        </p:nvSpPr>
        <p:spPr bwMode="auto">
          <a:xfrm>
            <a:off x="6324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1" name="Rectangle 1100"/>
          <p:cNvSpPr/>
          <p:nvPr/>
        </p:nvSpPr>
        <p:spPr bwMode="auto">
          <a:xfrm>
            <a:off x="6629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2" name="Rectangle 1101"/>
          <p:cNvSpPr/>
          <p:nvPr/>
        </p:nvSpPr>
        <p:spPr bwMode="auto">
          <a:xfrm>
            <a:off x="6781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3" name="Rectangle 1102"/>
          <p:cNvSpPr/>
          <p:nvPr/>
        </p:nvSpPr>
        <p:spPr bwMode="auto">
          <a:xfrm>
            <a:off x="6781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4" name="Rectangle 1103"/>
          <p:cNvSpPr/>
          <p:nvPr/>
        </p:nvSpPr>
        <p:spPr bwMode="auto">
          <a:xfrm>
            <a:off x="6781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5" name="Rectangle 1104"/>
          <p:cNvSpPr/>
          <p:nvPr/>
        </p:nvSpPr>
        <p:spPr bwMode="auto">
          <a:xfrm>
            <a:off x="6781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6" name="Rectangle 1105"/>
          <p:cNvSpPr/>
          <p:nvPr/>
        </p:nvSpPr>
        <p:spPr bwMode="auto">
          <a:xfrm>
            <a:off x="70866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7" name="Rectangle 1106"/>
          <p:cNvSpPr/>
          <p:nvPr/>
        </p:nvSpPr>
        <p:spPr bwMode="auto">
          <a:xfrm>
            <a:off x="6934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8" name="Rectangle 1107"/>
          <p:cNvSpPr/>
          <p:nvPr/>
        </p:nvSpPr>
        <p:spPr bwMode="auto">
          <a:xfrm>
            <a:off x="7391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9" name="Rectangle 1108"/>
          <p:cNvSpPr/>
          <p:nvPr/>
        </p:nvSpPr>
        <p:spPr bwMode="auto">
          <a:xfrm>
            <a:off x="7239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0" name="Rectangle 1109"/>
          <p:cNvSpPr/>
          <p:nvPr/>
        </p:nvSpPr>
        <p:spPr bwMode="auto">
          <a:xfrm>
            <a:off x="7696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1" name="Rectangle 1110"/>
          <p:cNvSpPr/>
          <p:nvPr/>
        </p:nvSpPr>
        <p:spPr bwMode="auto">
          <a:xfrm>
            <a:off x="7543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2" name="Rectangle 1111"/>
          <p:cNvSpPr/>
          <p:nvPr/>
        </p:nvSpPr>
        <p:spPr bwMode="auto">
          <a:xfrm>
            <a:off x="76962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3" name="Rectangle 1112"/>
          <p:cNvSpPr/>
          <p:nvPr/>
        </p:nvSpPr>
        <p:spPr bwMode="auto">
          <a:xfrm>
            <a:off x="7239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4" name="Rectangle 1113"/>
          <p:cNvSpPr/>
          <p:nvPr/>
        </p:nvSpPr>
        <p:spPr bwMode="auto">
          <a:xfrm>
            <a:off x="7086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5" name="Rectangle 1114"/>
          <p:cNvSpPr/>
          <p:nvPr/>
        </p:nvSpPr>
        <p:spPr bwMode="auto">
          <a:xfrm>
            <a:off x="7543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6" name="Rectangle 1115"/>
          <p:cNvSpPr/>
          <p:nvPr/>
        </p:nvSpPr>
        <p:spPr bwMode="auto">
          <a:xfrm>
            <a:off x="7391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7" name="Rectangle 1116"/>
          <p:cNvSpPr/>
          <p:nvPr/>
        </p:nvSpPr>
        <p:spPr bwMode="auto">
          <a:xfrm>
            <a:off x="31242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8" name="Rectangle 1117"/>
          <p:cNvSpPr/>
          <p:nvPr/>
        </p:nvSpPr>
        <p:spPr bwMode="auto">
          <a:xfrm>
            <a:off x="7696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9" name="Rectangle 1118"/>
          <p:cNvSpPr/>
          <p:nvPr/>
        </p:nvSpPr>
        <p:spPr bwMode="auto">
          <a:xfrm>
            <a:off x="6934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0" name="Rectangle 1119"/>
          <p:cNvSpPr/>
          <p:nvPr/>
        </p:nvSpPr>
        <p:spPr bwMode="auto">
          <a:xfrm>
            <a:off x="3429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1" name="Rectangle 1120"/>
          <p:cNvSpPr/>
          <p:nvPr/>
        </p:nvSpPr>
        <p:spPr bwMode="auto">
          <a:xfrm>
            <a:off x="3276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2" name="Rectangle 1121"/>
          <p:cNvSpPr/>
          <p:nvPr/>
        </p:nvSpPr>
        <p:spPr bwMode="auto">
          <a:xfrm>
            <a:off x="3733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3" name="Rectangle 1122"/>
          <p:cNvSpPr/>
          <p:nvPr/>
        </p:nvSpPr>
        <p:spPr bwMode="auto">
          <a:xfrm>
            <a:off x="35814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4" name="Rectangle 1123"/>
          <p:cNvSpPr/>
          <p:nvPr/>
        </p:nvSpPr>
        <p:spPr bwMode="auto">
          <a:xfrm>
            <a:off x="4038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5" name="Rectangle 1124"/>
          <p:cNvSpPr/>
          <p:nvPr/>
        </p:nvSpPr>
        <p:spPr bwMode="auto">
          <a:xfrm>
            <a:off x="3886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6" name="Rectangle 1125"/>
          <p:cNvSpPr/>
          <p:nvPr/>
        </p:nvSpPr>
        <p:spPr bwMode="auto">
          <a:xfrm>
            <a:off x="3124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7" name="Rectangle 1126"/>
          <p:cNvSpPr/>
          <p:nvPr/>
        </p:nvSpPr>
        <p:spPr bwMode="auto">
          <a:xfrm>
            <a:off x="4191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8" name="Rectangle 1127"/>
          <p:cNvSpPr/>
          <p:nvPr/>
        </p:nvSpPr>
        <p:spPr bwMode="auto">
          <a:xfrm>
            <a:off x="4343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9" name="Rectangle 1128"/>
          <p:cNvSpPr/>
          <p:nvPr/>
        </p:nvSpPr>
        <p:spPr bwMode="auto">
          <a:xfrm>
            <a:off x="4191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0" name="Rectangle 1129"/>
          <p:cNvSpPr/>
          <p:nvPr/>
        </p:nvSpPr>
        <p:spPr bwMode="auto">
          <a:xfrm>
            <a:off x="4191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1" name="Rectangle 1130"/>
          <p:cNvSpPr/>
          <p:nvPr/>
        </p:nvSpPr>
        <p:spPr bwMode="auto">
          <a:xfrm>
            <a:off x="4191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2" name="Rectangle 1131"/>
          <p:cNvSpPr/>
          <p:nvPr/>
        </p:nvSpPr>
        <p:spPr bwMode="auto">
          <a:xfrm>
            <a:off x="4191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3" name="Rectangle 1132"/>
          <p:cNvSpPr/>
          <p:nvPr/>
        </p:nvSpPr>
        <p:spPr bwMode="auto">
          <a:xfrm>
            <a:off x="4191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4" name="Rectangle 1133"/>
          <p:cNvSpPr/>
          <p:nvPr/>
        </p:nvSpPr>
        <p:spPr bwMode="auto">
          <a:xfrm>
            <a:off x="480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5" name="Rectangle 1134"/>
          <p:cNvSpPr/>
          <p:nvPr/>
        </p:nvSpPr>
        <p:spPr bwMode="auto">
          <a:xfrm>
            <a:off x="4648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6" name="Rectangle 1135"/>
          <p:cNvSpPr/>
          <p:nvPr/>
        </p:nvSpPr>
        <p:spPr bwMode="auto">
          <a:xfrm>
            <a:off x="4953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7" name="Rectangle 1136"/>
          <p:cNvSpPr/>
          <p:nvPr/>
        </p:nvSpPr>
        <p:spPr bwMode="auto">
          <a:xfrm>
            <a:off x="4495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8" name="Rectangle 1137"/>
          <p:cNvSpPr/>
          <p:nvPr/>
        </p:nvSpPr>
        <p:spPr bwMode="auto">
          <a:xfrm>
            <a:off x="2362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9" name="Rectangle 1138"/>
          <p:cNvSpPr/>
          <p:nvPr/>
        </p:nvSpPr>
        <p:spPr bwMode="auto">
          <a:xfrm>
            <a:off x="2209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0" name="Rectangle 1139"/>
          <p:cNvSpPr/>
          <p:nvPr/>
        </p:nvSpPr>
        <p:spPr bwMode="auto">
          <a:xfrm>
            <a:off x="2667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1" name="Rectangle 1140"/>
          <p:cNvSpPr/>
          <p:nvPr/>
        </p:nvSpPr>
        <p:spPr bwMode="auto">
          <a:xfrm>
            <a:off x="2514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2" name="Rectangle 1141"/>
          <p:cNvSpPr/>
          <p:nvPr/>
        </p:nvSpPr>
        <p:spPr bwMode="auto">
          <a:xfrm>
            <a:off x="2971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3" name="Rectangle 1142"/>
          <p:cNvSpPr/>
          <p:nvPr/>
        </p:nvSpPr>
        <p:spPr bwMode="auto">
          <a:xfrm>
            <a:off x="2819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4" name="Rectangle 1143"/>
          <p:cNvSpPr/>
          <p:nvPr/>
        </p:nvSpPr>
        <p:spPr bwMode="auto">
          <a:xfrm>
            <a:off x="2209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5" name="Rectangle 1144"/>
          <p:cNvSpPr/>
          <p:nvPr/>
        </p:nvSpPr>
        <p:spPr bwMode="auto">
          <a:xfrm>
            <a:off x="22098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6" name="Rectangle 1145"/>
          <p:cNvSpPr/>
          <p:nvPr/>
        </p:nvSpPr>
        <p:spPr bwMode="auto">
          <a:xfrm>
            <a:off x="2209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7" name="Rectangle 1146"/>
          <p:cNvSpPr/>
          <p:nvPr/>
        </p:nvSpPr>
        <p:spPr bwMode="auto">
          <a:xfrm>
            <a:off x="1447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8" name="Rectangle 1147"/>
          <p:cNvSpPr/>
          <p:nvPr/>
        </p:nvSpPr>
        <p:spPr bwMode="auto">
          <a:xfrm>
            <a:off x="1295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9" name="Rectangle 1148"/>
          <p:cNvSpPr/>
          <p:nvPr/>
        </p:nvSpPr>
        <p:spPr bwMode="auto">
          <a:xfrm>
            <a:off x="1752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0" name="Rectangle 1149"/>
          <p:cNvSpPr/>
          <p:nvPr/>
        </p:nvSpPr>
        <p:spPr bwMode="auto">
          <a:xfrm>
            <a:off x="1600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1" name="Rectangle 1150"/>
          <p:cNvSpPr/>
          <p:nvPr/>
        </p:nvSpPr>
        <p:spPr bwMode="auto">
          <a:xfrm>
            <a:off x="205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2" name="Rectangle 1151"/>
          <p:cNvSpPr/>
          <p:nvPr/>
        </p:nvSpPr>
        <p:spPr bwMode="auto">
          <a:xfrm>
            <a:off x="1905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3" name="Rectangle 1152"/>
          <p:cNvSpPr/>
          <p:nvPr/>
        </p:nvSpPr>
        <p:spPr bwMode="auto">
          <a:xfrm>
            <a:off x="1143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4" name="Rectangle 1153"/>
          <p:cNvSpPr/>
          <p:nvPr/>
        </p:nvSpPr>
        <p:spPr bwMode="auto">
          <a:xfrm>
            <a:off x="2209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5" name="Rectangle 1154"/>
          <p:cNvSpPr/>
          <p:nvPr/>
        </p:nvSpPr>
        <p:spPr bwMode="auto">
          <a:xfrm>
            <a:off x="1447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6" name="Rectangle 1155"/>
          <p:cNvSpPr/>
          <p:nvPr/>
        </p:nvSpPr>
        <p:spPr bwMode="auto">
          <a:xfrm>
            <a:off x="1295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7" name="Rectangle 1156"/>
          <p:cNvSpPr/>
          <p:nvPr/>
        </p:nvSpPr>
        <p:spPr bwMode="auto">
          <a:xfrm>
            <a:off x="1143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8" name="Rectangle 1157"/>
          <p:cNvSpPr/>
          <p:nvPr/>
        </p:nvSpPr>
        <p:spPr bwMode="auto">
          <a:xfrm>
            <a:off x="1143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9" name="Rectangle 1158"/>
          <p:cNvSpPr/>
          <p:nvPr/>
        </p:nvSpPr>
        <p:spPr bwMode="auto">
          <a:xfrm>
            <a:off x="11430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0" name="Rectangle 1159"/>
          <p:cNvSpPr/>
          <p:nvPr/>
        </p:nvSpPr>
        <p:spPr bwMode="auto">
          <a:xfrm>
            <a:off x="114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1" name="Rectangle 1160"/>
          <p:cNvSpPr/>
          <p:nvPr/>
        </p:nvSpPr>
        <p:spPr bwMode="auto">
          <a:xfrm>
            <a:off x="1143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2" name="Rectangle 1161"/>
          <p:cNvSpPr/>
          <p:nvPr/>
        </p:nvSpPr>
        <p:spPr bwMode="auto">
          <a:xfrm>
            <a:off x="11430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3" name="Rectangle 1162"/>
          <p:cNvSpPr/>
          <p:nvPr/>
        </p:nvSpPr>
        <p:spPr bwMode="auto">
          <a:xfrm>
            <a:off x="114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4" name="Rectangle 1163"/>
          <p:cNvSpPr/>
          <p:nvPr/>
        </p:nvSpPr>
        <p:spPr bwMode="auto">
          <a:xfrm>
            <a:off x="1752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5" name="Rectangle 1164"/>
          <p:cNvSpPr/>
          <p:nvPr/>
        </p:nvSpPr>
        <p:spPr bwMode="auto">
          <a:xfrm>
            <a:off x="1600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6" name="Rectangle 1165"/>
          <p:cNvSpPr/>
          <p:nvPr/>
        </p:nvSpPr>
        <p:spPr bwMode="auto">
          <a:xfrm>
            <a:off x="2057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7" name="Rectangle 1166"/>
          <p:cNvSpPr/>
          <p:nvPr/>
        </p:nvSpPr>
        <p:spPr bwMode="auto">
          <a:xfrm>
            <a:off x="1905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8" name="Rectangle 1167"/>
          <p:cNvSpPr/>
          <p:nvPr/>
        </p:nvSpPr>
        <p:spPr bwMode="auto">
          <a:xfrm>
            <a:off x="2209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9" name="Rectangle 1168"/>
          <p:cNvSpPr/>
          <p:nvPr/>
        </p:nvSpPr>
        <p:spPr bwMode="auto">
          <a:xfrm>
            <a:off x="2362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0" name="Rectangle 1169"/>
          <p:cNvSpPr/>
          <p:nvPr/>
        </p:nvSpPr>
        <p:spPr bwMode="auto">
          <a:xfrm>
            <a:off x="2514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44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29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75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60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90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4" name="Rectangle 563"/>
          <p:cNvSpPr/>
          <p:nvPr/>
        </p:nvSpPr>
        <p:spPr bwMode="auto">
          <a:xfrm>
            <a:off x="1143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5" name="Rectangle 564"/>
          <p:cNvSpPr/>
          <p:nvPr/>
        </p:nvSpPr>
        <p:spPr bwMode="auto">
          <a:xfrm>
            <a:off x="2209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44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29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75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60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90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2" name="Rectangle 571"/>
          <p:cNvSpPr/>
          <p:nvPr/>
        </p:nvSpPr>
        <p:spPr bwMode="auto">
          <a:xfrm>
            <a:off x="1143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3" name="Rectangle 572"/>
          <p:cNvSpPr/>
          <p:nvPr/>
        </p:nvSpPr>
        <p:spPr bwMode="auto">
          <a:xfrm>
            <a:off x="2209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0" name="Rectangle 579"/>
          <p:cNvSpPr/>
          <p:nvPr/>
        </p:nvSpPr>
        <p:spPr bwMode="auto">
          <a:xfrm>
            <a:off x="114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1" name="Rectangle 580"/>
          <p:cNvSpPr/>
          <p:nvPr/>
        </p:nvSpPr>
        <p:spPr bwMode="auto">
          <a:xfrm>
            <a:off x="2209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3" name="Rectangle 622"/>
          <p:cNvSpPr/>
          <p:nvPr/>
        </p:nvSpPr>
        <p:spPr bwMode="auto">
          <a:xfrm>
            <a:off x="1143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4" name="Rectangle 623"/>
          <p:cNvSpPr/>
          <p:nvPr/>
        </p:nvSpPr>
        <p:spPr bwMode="auto">
          <a:xfrm>
            <a:off x="2209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4" name="Rectangle 803"/>
          <p:cNvSpPr/>
          <p:nvPr/>
        </p:nvSpPr>
        <p:spPr bwMode="auto">
          <a:xfrm>
            <a:off x="1143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5" name="Rectangle 804"/>
          <p:cNvSpPr/>
          <p:nvPr/>
        </p:nvSpPr>
        <p:spPr bwMode="auto">
          <a:xfrm>
            <a:off x="2209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3" name="Rectangle 922"/>
          <p:cNvSpPr/>
          <p:nvPr/>
        </p:nvSpPr>
        <p:spPr bwMode="auto">
          <a:xfrm>
            <a:off x="1143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0" name="Rectangle 929"/>
          <p:cNvSpPr/>
          <p:nvPr/>
        </p:nvSpPr>
        <p:spPr bwMode="auto">
          <a:xfrm>
            <a:off x="2209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514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362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819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667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97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514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362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819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667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97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49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34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64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4" name="Rectangle 1213"/>
          <p:cNvSpPr/>
          <p:nvPr/>
        </p:nvSpPr>
        <p:spPr bwMode="auto">
          <a:xfrm>
            <a:off x="4953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49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34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64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9" name="Rectangle 1218"/>
          <p:cNvSpPr/>
          <p:nvPr/>
        </p:nvSpPr>
        <p:spPr bwMode="auto">
          <a:xfrm>
            <a:off x="4953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257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5105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562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410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715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257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5105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562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410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715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4" name="Rectangle 1253"/>
          <p:cNvSpPr/>
          <p:nvPr/>
        </p:nvSpPr>
        <p:spPr bwMode="auto">
          <a:xfrm>
            <a:off x="495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9" name="Rectangle 1258"/>
          <p:cNvSpPr/>
          <p:nvPr/>
        </p:nvSpPr>
        <p:spPr bwMode="auto">
          <a:xfrm>
            <a:off x="4953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4" name="Rectangle 1273"/>
          <p:cNvSpPr/>
          <p:nvPr/>
        </p:nvSpPr>
        <p:spPr bwMode="auto">
          <a:xfrm>
            <a:off x="4953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9" name="Rectangle 1278"/>
          <p:cNvSpPr/>
          <p:nvPr/>
        </p:nvSpPr>
        <p:spPr bwMode="auto">
          <a:xfrm>
            <a:off x="4953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601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1" name="Rectangle 1290"/>
          <p:cNvSpPr/>
          <p:nvPr/>
        </p:nvSpPr>
        <p:spPr bwMode="auto">
          <a:xfrm>
            <a:off x="58674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32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17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47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78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62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7086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934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239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601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1" name="Rectangle 1300"/>
          <p:cNvSpPr/>
          <p:nvPr/>
        </p:nvSpPr>
        <p:spPr bwMode="auto">
          <a:xfrm>
            <a:off x="58674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32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17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47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6" name="Rectangle 1305"/>
          <p:cNvSpPr/>
          <p:nvPr/>
        </p:nvSpPr>
        <p:spPr bwMode="auto">
          <a:xfrm>
            <a:off x="5867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78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62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7086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934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239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391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3" name="Rectangle 1322"/>
          <p:cNvSpPr/>
          <p:nvPr/>
        </p:nvSpPr>
        <p:spPr bwMode="auto">
          <a:xfrm>
            <a:off x="76962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391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3" name="Rectangle 1332"/>
          <p:cNvSpPr/>
          <p:nvPr/>
        </p:nvSpPr>
        <p:spPr bwMode="auto">
          <a:xfrm>
            <a:off x="7696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8" name="Rectangle 1337"/>
          <p:cNvSpPr/>
          <p:nvPr/>
        </p:nvSpPr>
        <p:spPr bwMode="auto">
          <a:xfrm>
            <a:off x="7696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27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1" name="Rectangle 1350"/>
          <p:cNvSpPr/>
          <p:nvPr/>
        </p:nvSpPr>
        <p:spPr bwMode="auto">
          <a:xfrm>
            <a:off x="3124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58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42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73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88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7" name="Rectangle 1356"/>
          <p:cNvSpPr/>
          <p:nvPr/>
        </p:nvSpPr>
        <p:spPr bwMode="auto">
          <a:xfrm>
            <a:off x="4191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1" name="Rectangle 1360"/>
          <p:cNvSpPr/>
          <p:nvPr/>
        </p:nvSpPr>
        <p:spPr bwMode="auto">
          <a:xfrm>
            <a:off x="1143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9" name="Rectangle 1368"/>
          <p:cNvSpPr/>
          <p:nvPr/>
        </p:nvSpPr>
        <p:spPr bwMode="auto">
          <a:xfrm>
            <a:off x="1143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7" name="Rectangle 1376"/>
          <p:cNvSpPr/>
          <p:nvPr/>
        </p:nvSpPr>
        <p:spPr bwMode="auto">
          <a:xfrm>
            <a:off x="1143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5" name="Rectangle 1384"/>
          <p:cNvSpPr/>
          <p:nvPr/>
        </p:nvSpPr>
        <p:spPr bwMode="auto">
          <a:xfrm>
            <a:off x="1143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3" name="Rectangle 1392"/>
          <p:cNvSpPr/>
          <p:nvPr/>
        </p:nvSpPr>
        <p:spPr bwMode="auto">
          <a:xfrm>
            <a:off x="1143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1" name="Rectangle 1400"/>
          <p:cNvSpPr/>
          <p:nvPr/>
        </p:nvSpPr>
        <p:spPr bwMode="auto">
          <a:xfrm>
            <a:off x="1143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990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838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295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9" name="Rectangle 1438"/>
          <p:cNvSpPr/>
          <p:nvPr/>
        </p:nvSpPr>
        <p:spPr bwMode="auto">
          <a:xfrm>
            <a:off x="1143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600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447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68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752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295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7" name="Rectangle 1446"/>
          <p:cNvSpPr/>
          <p:nvPr/>
        </p:nvSpPr>
        <p:spPr bwMode="auto">
          <a:xfrm>
            <a:off x="1143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600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447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68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752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2057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905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362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209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514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2057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905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362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209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514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2" name="Rectangle 1461"/>
          <p:cNvSpPr/>
          <p:nvPr/>
        </p:nvSpPr>
        <p:spPr bwMode="auto">
          <a:xfrm>
            <a:off x="9906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3" name="Rectangle 1462"/>
          <p:cNvSpPr/>
          <p:nvPr/>
        </p:nvSpPr>
        <p:spPr bwMode="auto">
          <a:xfrm>
            <a:off x="8382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29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5" name="Rectangle 1464"/>
          <p:cNvSpPr/>
          <p:nvPr/>
        </p:nvSpPr>
        <p:spPr bwMode="auto">
          <a:xfrm>
            <a:off x="1143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60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44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8" name="Rectangle 1467"/>
          <p:cNvSpPr/>
          <p:nvPr/>
        </p:nvSpPr>
        <p:spPr bwMode="auto">
          <a:xfrm>
            <a:off x="68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75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205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90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36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20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51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800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648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510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953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41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25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1" name="Rectangle 1480"/>
          <p:cNvSpPr/>
          <p:nvPr/>
        </p:nvSpPr>
        <p:spPr bwMode="auto">
          <a:xfrm>
            <a:off x="449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56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86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71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17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601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32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819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2" name="Rectangle 1501"/>
          <p:cNvSpPr/>
          <p:nvPr/>
        </p:nvSpPr>
        <p:spPr bwMode="auto">
          <a:xfrm>
            <a:off x="2667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312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971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42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27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8" name="Rectangle 1507"/>
          <p:cNvSpPr/>
          <p:nvPr/>
        </p:nvSpPr>
        <p:spPr bwMode="auto">
          <a:xfrm>
            <a:off x="3581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886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73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19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403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34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81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5" name="Rectangle 1514"/>
          <p:cNvSpPr/>
          <p:nvPr/>
        </p:nvSpPr>
        <p:spPr bwMode="auto">
          <a:xfrm>
            <a:off x="2667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312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971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42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27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1" name="Rectangle 1520"/>
          <p:cNvSpPr/>
          <p:nvPr/>
        </p:nvSpPr>
        <p:spPr bwMode="auto">
          <a:xfrm>
            <a:off x="3581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886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73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191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4038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343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886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73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19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403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34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7" name="Rectangle 1556"/>
          <p:cNvSpPr/>
          <p:nvPr/>
        </p:nvSpPr>
        <p:spPr bwMode="auto">
          <a:xfrm>
            <a:off x="76962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5" name="Rectangle 1564"/>
          <p:cNvSpPr/>
          <p:nvPr/>
        </p:nvSpPr>
        <p:spPr bwMode="auto">
          <a:xfrm>
            <a:off x="76962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3" name="Rectangle 1572"/>
          <p:cNvSpPr/>
          <p:nvPr/>
        </p:nvSpPr>
        <p:spPr bwMode="auto">
          <a:xfrm>
            <a:off x="7696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1" name="Rectangle 1580"/>
          <p:cNvSpPr/>
          <p:nvPr/>
        </p:nvSpPr>
        <p:spPr bwMode="auto">
          <a:xfrm>
            <a:off x="76962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9" name="Rectangle 1588"/>
          <p:cNvSpPr/>
          <p:nvPr/>
        </p:nvSpPr>
        <p:spPr bwMode="auto">
          <a:xfrm>
            <a:off x="76962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7" name="Rectangle 1596"/>
          <p:cNvSpPr/>
          <p:nvPr/>
        </p:nvSpPr>
        <p:spPr bwMode="auto">
          <a:xfrm>
            <a:off x="7696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5" name="Rectangle 1604"/>
          <p:cNvSpPr/>
          <p:nvPr/>
        </p:nvSpPr>
        <p:spPr bwMode="auto">
          <a:xfrm>
            <a:off x="76962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3" name="Rectangle 1612"/>
          <p:cNvSpPr/>
          <p:nvPr/>
        </p:nvSpPr>
        <p:spPr bwMode="auto">
          <a:xfrm>
            <a:off x="76962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1" name="Rectangle 1620"/>
          <p:cNvSpPr/>
          <p:nvPr/>
        </p:nvSpPr>
        <p:spPr bwMode="auto">
          <a:xfrm>
            <a:off x="7696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23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708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54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391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4" name="Rectangle 1643"/>
          <p:cNvSpPr/>
          <p:nvPr/>
        </p:nvSpPr>
        <p:spPr bwMode="auto">
          <a:xfrm>
            <a:off x="78486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5" name="Rectangle 1644"/>
          <p:cNvSpPr/>
          <p:nvPr/>
        </p:nvSpPr>
        <p:spPr bwMode="auto">
          <a:xfrm>
            <a:off x="76962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93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7" name="Rectangle 1646"/>
          <p:cNvSpPr/>
          <p:nvPr/>
        </p:nvSpPr>
        <p:spPr bwMode="auto">
          <a:xfrm>
            <a:off x="8001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23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708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54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391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84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3" name="Rectangle 1652"/>
          <p:cNvSpPr/>
          <p:nvPr/>
        </p:nvSpPr>
        <p:spPr bwMode="auto">
          <a:xfrm>
            <a:off x="7696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93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800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239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7086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391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84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1" name="Rectangle 1660"/>
          <p:cNvSpPr/>
          <p:nvPr/>
        </p:nvSpPr>
        <p:spPr bwMode="auto">
          <a:xfrm>
            <a:off x="7696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934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800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9" name="Rectangle 1668"/>
          <p:cNvSpPr/>
          <p:nvPr/>
        </p:nvSpPr>
        <p:spPr bwMode="auto">
          <a:xfrm>
            <a:off x="76962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9" name="Rectangle 1698"/>
          <p:cNvSpPr/>
          <p:nvPr/>
        </p:nvSpPr>
        <p:spPr bwMode="auto">
          <a:xfrm>
            <a:off x="6781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62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477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30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30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30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30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30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30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30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30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30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30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30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30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2" name="Rectangle 1791"/>
          <p:cNvSpPr/>
          <p:nvPr/>
        </p:nvSpPr>
        <p:spPr bwMode="auto">
          <a:xfrm>
            <a:off x="8153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3" name="Rectangle 1792"/>
          <p:cNvSpPr/>
          <p:nvPr/>
        </p:nvSpPr>
        <p:spPr bwMode="auto">
          <a:xfrm>
            <a:off x="830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15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30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15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30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30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30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30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30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30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30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30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30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53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53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2" name="Rectangle 1821"/>
          <p:cNvSpPr/>
          <p:nvPr/>
        </p:nvSpPr>
        <p:spPr bwMode="auto">
          <a:xfrm>
            <a:off x="533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7" name="Rectangle 1836"/>
          <p:cNvSpPr/>
          <p:nvPr/>
        </p:nvSpPr>
        <p:spPr bwMode="auto">
          <a:xfrm>
            <a:off x="9906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8" name="Rectangle 1837"/>
          <p:cNvSpPr/>
          <p:nvPr/>
        </p:nvSpPr>
        <p:spPr bwMode="auto">
          <a:xfrm>
            <a:off x="11430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9" name="Rectangle 1838"/>
          <p:cNvSpPr/>
          <p:nvPr/>
        </p:nvSpPr>
        <p:spPr bwMode="auto">
          <a:xfrm>
            <a:off x="76962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0" name="Rectangle 1839"/>
          <p:cNvSpPr/>
          <p:nvPr/>
        </p:nvSpPr>
        <p:spPr bwMode="auto">
          <a:xfrm>
            <a:off x="78486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1" name="Rectangle 1340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2" name="Rectangle 1341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3" name="Rectangle 1342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4" name="Rectangle 1343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5" name="Rectangle 1344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6" name="Rectangle 1345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7" name="Rectangle 1346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8" name="Rectangle 1347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9" name="Rectangle 1348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8" name="Rectangle 1487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9" name="Rectangle 1488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0" name="Rectangle 1489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3" name="Rectangle 1492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4" name="Rectangle 1493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6" name="Rectangle 1495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7" name="Rectangle 1496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8" name="Rectangle 1497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9" name="Rectangle 1498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0" name="Rectangle 1499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0" name="Rectangle 15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4" name="Rectangle 1623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5" name="Rectangle 1624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6" name="Rectangle 1625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7" name="Rectangle 1626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8" name="Rectangle 1627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9" name="Rectangle 1628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0" name="Rectangle 1629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27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342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358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373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3886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" name="Rectangle 1688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0" name="Rectangle 1689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1" name="Rectangle 1690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2" name="Rectangle 1691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3" name="Rectangle 1692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4" name="Rectangle 1693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5" name="Rectangle 1694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6" name="Rectangle 1695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7" name="Rectangle 1696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8" name="Rectangle 1697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2" name="Rectangle 1701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3" name="Rectangle 1702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4" name="Rectangle 1703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8" name="Rectangle 1737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1" name="Rectangle 174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7" name="Rectangle 1746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9" name="Rectangle 1758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2" name="Rectangle 1761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5" name="Rectangle 1764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Rectangle 1840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2" name="Rectangle 1841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3" name="Rectangle 1842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4" name="Rectangle 184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5" name="Rectangle 1844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6" name="Rectangle 1845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7" name="Rectangle 1846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8" name="Rectangle 1847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9" name="Rectangle 184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0" name="Rectangle 1849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1" name="Rectangle 1850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2" name="Rectangle 1851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3" name="Rectangle 1852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4" name="Rectangle 185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5" name="Rectangle 1854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6" name="Rectangle 1855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7" name="Rectangle 1856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8" name="Rectangle 1857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9" name="Rectangle 1858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0" name="Rectangle 1859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1" name="Rectangle 1860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2" name="Rectangle 1861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3" name="Rectangle 1862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4" name="Rectangle 1863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5" name="Rectangle 1864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6" name="Rectangle 1865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7" name="Rectangle 1866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8" name="Rectangle 1867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9" name="Rectangle 1868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0" name="Rectangle 1869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1" name="Rectangle 1870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2" name="Rectangle 1871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3" name="Rectangle 1872"/>
          <p:cNvSpPr/>
          <p:nvPr/>
        </p:nvSpPr>
        <p:spPr bwMode="auto">
          <a:xfrm>
            <a:off x="830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6" name="Rectangle 1875"/>
          <p:cNvSpPr/>
          <p:nvPr/>
        </p:nvSpPr>
        <p:spPr bwMode="auto">
          <a:xfrm>
            <a:off x="784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7" name="Rectangle 1876"/>
          <p:cNvSpPr/>
          <p:nvPr/>
        </p:nvSpPr>
        <p:spPr bwMode="auto">
          <a:xfrm>
            <a:off x="8001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8" name="Rectangle 1877"/>
          <p:cNvSpPr/>
          <p:nvPr/>
        </p:nvSpPr>
        <p:spPr bwMode="auto">
          <a:xfrm>
            <a:off x="815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9" name="Rectangle 1878"/>
          <p:cNvSpPr/>
          <p:nvPr/>
        </p:nvSpPr>
        <p:spPr bwMode="auto">
          <a:xfrm>
            <a:off x="830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2" name="Rectangle 1881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3" name="Rectangle 1882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4" name="Rectangle 1883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5" name="Rectangle 1884"/>
          <p:cNvSpPr/>
          <p:nvPr/>
        </p:nvSpPr>
        <p:spPr bwMode="auto">
          <a:xfrm>
            <a:off x="830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8" name="Rectangle 1887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9" name="Rectangle 1888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0" name="Rectangle 1889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1" name="Rectangle 1890"/>
          <p:cNvSpPr/>
          <p:nvPr/>
        </p:nvSpPr>
        <p:spPr bwMode="auto">
          <a:xfrm>
            <a:off x="830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1143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5" name="Rectangle 1494"/>
          <p:cNvSpPr/>
          <p:nvPr/>
        </p:nvSpPr>
        <p:spPr bwMode="auto">
          <a:xfrm>
            <a:off x="22098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7" name="Rectangle 1506"/>
          <p:cNvSpPr/>
          <p:nvPr/>
        </p:nvSpPr>
        <p:spPr bwMode="auto">
          <a:xfrm>
            <a:off x="2209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31242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3124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3" name="Rectangle 1682"/>
          <p:cNvSpPr/>
          <p:nvPr/>
        </p:nvSpPr>
        <p:spPr bwMode="auto">
          <a:xfrm>
            <a:off x="4191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4" name="Rectangle 1683"/>
          <p:cNvSpPr/>
          <p:nvPr/>
        </p:nvSpPr>
        <p:spPr bwMode="auto">
          <a:xfrm>
            <a:off x="4191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4" name="Rectangle 1743"/>
          <p:cNvSpPr/>
          <p:nvPr/>
        </p:nvSpPr>
        <p:spPr bwMode="auto">
          <a:xfrm>
            <a:off x="4191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4" name="Rectangle 1873"/>
          <p:cNvSpPr/>
          <p:nvPr/>
        </p:nvSpPr>
        <p:spPr bwMode="auto">
          <a:xfrm>
            <a:off x="4953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5" name="Rectangle 1874"/>
          <p:cNvSpPr/>
          <p:nvPr/>
        </p:nvSpPr>
        <p:spPr bwMode="auto">
          <a:xfrm>
            <a:off x="4953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0" name="Rectangle 1879"/>
          <p:cNvSpPr/>
          <p:nvPr/>
        </p:nvSpPr>
        <p:spPr bwMode="auto">
          <a:xfrm>
            <a:off x="4953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1" name="Rectangle 1880"/>
          <p:cNvSpPr/>
          <p:nvPr/>
        </p:nvSpPr>
        <p:spPr bwMode="auto">
          <a:xfrm>
            <a:off x="58674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6" name="Rectangle 1885"/>
          <p:cNvSpPr/>
          <p:nvPr/>
        </p:nvSpPr>
        <p:spPr bwMode="auto">
          <a:xfrm>
            <a:off x="58674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7" name="Rectangle 1886"/>
          <p:cNvSpPr/>
          <p:nvPr/>
        </p:nvSpPr>
        <p:spPr bwMode="auto">
          <a:xfrm>
            <a:off x="58674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2" name="Rectangle 1891"/>
          <p:cNvSpPr/>
          <p:nvPr/>
        </p:nvSpPr>
        <p:spPr bwMode="auto">
          <a:xfrm>
            <a:off x="7696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3" name="Rectangle 1892"/>
          <p:cNvSpPr/>
          <p:nvPr/>
        </p:nvSpPr>
        <p:spPr bwMode="auto">
          <a:xfrm>
            <a:off x="76962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4" name="Rectangle 1893"/>
          <p:cNvSpPr/>
          <p:nvPr/>
        </p:nvSpPr>
        <p:spPr bwMode="auto">
          <a:xfrm>
            <a:off x="76962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2" name="Group 1017"/>
          <p:cNvGrpSpPr/>
          <p:nvPr/>
        </p:nvGrpSpPr>
        <p:grpSpPr>
          <a:xfrm>
            <a:off x="1295400" y="2362200"/>
            <a:ext cx="6400800" cy="2895600"/>
            <a:chOff x="1143000" y="1905000"/>
            <a:chExt cx="6400800" cy="2895600"/>
          </a:xfrm>
        </p:grpSpPr>
        <p:sp>
          <p:nvSpPr>
            <p:cNvPr id="583" name="Rectangle 582"/>
            <p:cNvSpPr/>
            <p:nvPr/>
          </p:nvSpPr>
          <p:spPr bwMode="auto">
            <a:xfrm>
              <a:off x="114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4" name="Rectangle 583"/>
            <p:cNvSpPr/>
            <p:nvPr/>
          </p:nvSpPr>
          <p:spPr bwMode="auto">
            <a:xfrm>
              <a:off x="114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129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6" name="Rectangle 585"/>
            <p:cNvSpPr/>
            <p:nvPr/>
          </p:nvSpPr>
          <p:spPr bwMode="auto">
            <a:xfrm>
              <a:off x="129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7" name="Rectangle 586"/>
            <p:cNvSpPr/>
            <p:nvPr/>
          </p:nvSpPr>
          <p:spPr bwMode="auto">
            <a:xfrm>
              <a:off x="144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8" name="Rectangle 587"/>
            <p:cNvSpPr/>
            <p:nvPr/>
          </p:nvSpPr>
          <p:spPr bwMode="auto">
            <a:xfrm>
              <a:off x="144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447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0" name="Rectangle 589"/>
            <p:cNvSpPr/>
            <p:nvPr/>
          </p:nvSpPr>
          <p:spPr bwMode="auto">
            <a:xfrm>
              <a:off x="160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1" name="Rectangle 590"/>
            <p:cNvSpPr/>
            <p:nvPr/>
          </p:nvSpPr>
          <p:spPr bwMode="auto">
            <a:xfrm>
              <a:off x="160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2" name="Rectangle 591"/>
            <p:cNvSpPr/>
            <p:nvPr/>
          </p:nvSpPr>
          <p:spPr bwMode="auto">
            <a:xfrm>
              <a:off x="175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3" name="Rectangle 592"/>
            <p:cNvSpPr/>
            <p:nvPr/>
          </p:nvSpPr>
          <p:spPr bwMode="auto">
            <a:xfrm>
              <a:off x="175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4" name="Rectangle 593"/>
            <p:cNvSpPr/>
            <p:nvPr/>
          </p:nvSpPr>
          <p:spPr bwMode="auto">
            <a:xfrm>
              <a:off x="190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190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6" name="Rectangle 595"/>
            <p:cNvSpPr/>
            <p:nvPr/>
          </p:nvSpPr>
          <p:spPr bwMode="auto">
            <a:xfrm>
              <a:off x="1905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7" name="Rectangle 596"/>
            <p:cNvSpPr/>
            <p:nvPr/>
          </p:nvSpPr>
          <p:spPr bwMode="auto">
            <a:xfrm>
              <a:off x="1600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752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99" name="Rectangle 598"/>
            <p:cNvSpPr/>
            <p:nvPr/>
          </p:nvSpPr>
          <p:spPr bwMode="auto">
            <a:xfrm>
              <a:off x="1295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0" name="Rectangle 599"/>
            <p:cNvSpPr/>
            <p:nvPr/>
          </p:nvSpPr>
          <p:spPr bwMode="auto">
            <a:xfrm>
              <a:off x="1143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1" name="Rectangle 600"/>
            <p:cNvSpPr/>
            <p:nvPr/>
          </p:nvSpPr>
          <p:spPr bwMode="auto">
            <a:xfrm>
              <a:off x="1143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2" name="Rectangle 601"/>
            <p:cNvSpPr/>
            <p:nvPr/>
          </p:nvSpPr>
          <p:spPr bwMode="auto">
            <a:xfrm>
              <a:off x="1143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3" name="Rectangle 602"/>
            <p:cNvSpPr/>
            <p:nvPr/>
          </p:nvSpPr>
          <p:spPr bwMode="auto">
            <a:xfrm>
              <a:off x="1295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4" name="Rectangle 603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5" name="Rectangle 604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6" name="Rectangle 605"/>
            <p:cNvSpPr/>
            <p:nvPr/>
          </p:nvSpPr>
          <p:spPr bwMode="auto">
            <a:xfrm>
              <a:off x="1143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205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9" name="Rectangle 608"/>
            <p:cNvSpPr/>
            <p:nvPr/>
          </p:nvSpPr>
          <p:spPr bwMode="auto">
            <a:xfrm>
              <a:off x="266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0" name="Rectangle 609"/>
            <p:cNvSpPr/>
            <p:nvPr/>
          </p:nvSpPr>
          <p:spPr bwMode="auto">
            <a:xfrm>
              <a:off x="220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1" name="Rectangle 610"/>
            <p:cNvSpPr/>
            <p:nvPr/>
          </p:nvSpPr>
          <p:spPr bwMode="auto">
            <a:xfrm>
              <a:off x="220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2" name="Rectangle 611"/>
            <p:cNvSpPr/>
            <p:nvPr/>
          </p:nvSpPr>
          <p:spPr bwMode="auto">
            <a:xfrm>
              <a:off x="205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3" name="Rectangle 612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4" name="Rectangle 613"/>
            <p:cNvSpPr/>
            <p:nvPr/>
          </p:nvSpPr>
          <p:spPr bwMode="auto">
            <a:xfrm>
              <a:off x="1447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5" name="Rectangle 614"/>
            <p:cNvSpPr/>
            <p:nvPr/>
          </p:nvSpPr>
          <p:spPr bwMode="auto">
            <a:xfrm>
              <a:off x="1600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6" name="Rectangle 615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8" name="Rectangle 617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6" name="Rectangle 625"/>
            <p:cNvSpPr/>
            <p:nvPr/>
          </p:nvSpPr>
          <p:spPr bwMode="auto">
            <a:xfrm>
              <a:off x="266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266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8" name="Rectangle 627"/>
            <p:cNvSpPr/>
            <p:nvPr/>
          </p:nvSpPr>
          <p:spPr bwMode="auto">
            <a:xfrm>
              <a:off x="2819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9" name="Rectangle 628"/>
            <p:cNvSpPr/>
            <p:nvPr/>
          </p:nvSpPr>
          <p:spPr bwMode="auto">
            <a:xfrm>
              <a:off x="2819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0" name="Rectangle 629"/>
            <p:cNvSpPr/>
            <p:nvPr/>
          </p:nvSpPr>
          <p:spPr bwMode="auto">
            <a:xfrm>
              <a:off x="2971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1" name="Rectangle 630"/>
            <p:cNvSpPr/>
            <p:nvPr/>
          </p:nvSpPr>
          <p:spPr bwMode="auto">
            <a:xfrm>
              <a:off x="2971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2" name="Rectangle 631"/>
            <p:cNvSpPr/>
            <p:nvPr/>
          </p:nvSpPr>
          <p:spPr bwMode="auto">
            <a:xfrm>
              <a:off x="2971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3" name="Rectangle 632"/>
            <p:cNvSpPr/>
            <p:nvPr/>
          </p:nvSpPr>
          <p:spPr bwMode="auto">
            <a:xfrm>
              <a:off x="266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4" name="Rectangle 633"/>
            <p:cNvSpPr/>
            <p:nvPr/>
          </p:nvSpPr>
          <p:spPr bwMode="auto">
            <a:xfrm>
              <a:off x="2819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8" name="Rectangle 637"/>
            <p:cNvSpPr/>
            <p:nvPr/>
          </p:nvSpPr>
          <p:spPr bwMode="auto">
            <a:xfrm>
              <a:off x="2819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9" name="Rectangle 638"/>
            <p:cNvSpPr/>
            <p:nvPr/>
          </p:nvSpPr>
          <p:spPr bwMode="auto">
            <a:xfrm>
              <a:off x="2971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0" name="Rectangle 639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1" name="Rectangle 640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2" name="Rectangle 641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3" name="Rectangle 642"/>
            <p:cNvSpPr/>
            <p:nvPr/>
          </p:nvSpPr>
          <p:spPr bwMode="auto">
            <a:xfrm>
              <a:off x="3124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4" name="Rectangle 643"/>
            <p:cNvSpPr/>
            <p:nvPr/>
          </p:nvSpPr>
          <p:spPr bwMode="auto">
            <a:xfrm>
              <a:off x="3124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5" name="Rectangle 644"/>
            <p:cNvSpPr/>
            <p:nvPr/>
          </p:nvSpPr>
          <p:spPr bwMode="auto">
            <a:xfrm>
              <a:off x="3276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6" name="Rectangle 645"/>
            <p:cNvSpPr/>
            <p:nvPr/>
          </p:nvSpPr>
          <p:spPr bwMode="auto">
            <a:xfrm>
              <a:off x="3276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7" name="Rectangle 646"/>
            <p:cNvSpPr/>
            <p:nvPr/>
          </p:nvSpPr>
          <p:spPr bwMode="auto">
            <a:xfrm>
              <a:off x="3276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8" name="Rectangle 647"/>
            <p:cNvSpPr/>
            <p:nvPr/>
          </p:nvSpPr>
          <p:spPr bwMode="auto">
            <a:xfrm>
              <a:off x="3124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49" name="Rectangle 648"/>
            <p:cNvSpPr/>
            <p:nvPr/>
          </p:nvSpPr>
          <p:spPr bwMode="auto">
            <a:xfrm>
              <a:off x="3124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0" name="Rectangle 649"/>
            <p:cNvSpPr/>
            <p:nvPr/>
          </p:nvSpPr>
          <p:spPr bwMode="auto">
            <a:xfrm>
              <a:off x="3124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1" name="Rectangle 650"/>
            <p:cNvSpPr/>
            <p:nvPr/>
          </p:nvSpPr>
          <p:spPr bwMode="auto">
            <a:xfrm>
              <a:off x="3276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2" name="Rectangle 651"/>
            <p:cNvSpPr/>
            <p:nvPr/>
          </p:nvSpPr>
          <p:spPr bwMode="auto">
            <a:xfrm>
              <a:off x="3276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3" name="Rectangle 652"/>
            <p:cNvSpPr/>
            <p:nvPr/>
          </p:nvSpPr>
          <p:spPr bwMode="auto">
            <a:xfrm>
              <a:off x="3276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4" name="Rectangle 653"/>
            <p:cNvSpPr/>
            <p:nvPr/>
          </p:nvSpPr>
          <p:spPr bwMode="auto">
            <a:xfrm>
              <a:off x="3124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5" name="Rectangle 654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6" name="Rectangle 655"/>
            <p:cNvSpPr/>
            <p:nvPr/>
          </p:nvSpPr>
          <p:spPr bwMode="auto">
            <a:xfrm>
              <a:off x="1752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7" name="Rectangle 656"/>
            <p:cNvSpPr/>
            <p:nvPr/>
          </p:nvSpPr>
          <p:spPr bwMode="auto">
            <a:xfrm>
              <a:off x="1905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8" name="Rectangle 657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59" name="Rectangle 658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0" name="Rectangle 659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1" name="Rectangle 660"/>
            <p:cNvSpPr/>
            <p:nvPr/>
          </p:nvSpPr>
          <p:spPr bwMode="auto">
            <a:xfrm>
              <a:off x="2819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2" name="Rectangle 661"/>
            <p:cNvSpPr/>
            <p:nvPr/>
          </p:nvSpPr>
          <p:spPr bwMode="auto">
            <a:xfrm>
              <a:off x="2971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3" name="Rectangle 662"/>
            <p:cNvSpPr/>
            <p:nvPr/>
          </p:nvSpPr>
          <p:spPr bwMode="auto">
            <a:xfrm>
              <a:off x="2971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4" name="Rectangle 663"/>
            <p:cNvSpPr/>
            <p:nvPr/>
          </p:nvSpPr>
          <p:spPr bwMode="auto">
            <a:xfrm>
              <a:off x="2819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5" name="Rectangle 664"/>
            <p:cNvSpPr/>
            <p:nvPr/>
          </p:nvSpPr>
          <p:spPr bwMode="auto">
            <a:xfrm>
              <a:off x="266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6" name="Rectangle 665"/>
            <p:cNvSpPr/>
            <p:nvPr/>
          </p:nvSpPr>
          <p:spPr bwMode="auto">
            <a:xfrm>
              <a:off x="266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7" name="Rectangle 666"/>
            <p:cNvSpPr/>
            <p:nvPr/>
          </p:nvSpPr>
          <p:spPr bwMode="auto">
            <a:xfrm>
              <a:off x="266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8" name="Rectangle 667"/>
            <p:cNvSpPr/>
            <p:nvPr/>
          </p:nvSpPr>
          <p:spPr bwMode="auto">
            <a:xfrm>
              <a:off x="2819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69" name="Rectangle 668"/>
            <p:cNvSpPr/>
            <p:nvPr/>
          </p:nvSpPr>
          <p:spPr bwMode="auto">
            <a:xfrm>
              <a:off x="2971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0" name="Rectangle 669"/>
            <p:cNvSpPr/>
            <p:nvPr/>
          </p:nvSpPr>
          <p:spPr bwMode="auto">
            <a:xfrm>
              <a:off x="3124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1" name="Rectangle 670"/>
            <p:cNvSpPr/>
            <p:nvPr/>
          </p:nvSpPr>
          <p:spPr bwMode="auto">
            <a:xfrm>
              <a:off x="3124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2" name="Rectangle 671"/>
            <p:cNvSpPr/>
            <p:nvPr/>
          </p:nvSpPr>
          <p:spPr bwMode="auto">
            <a:xfrm>
              <a:off x="3276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3" name="Rectangle 672"/>
            <p:cNvSpPr/>
            <p:nvPr/>
          </p:nvSpPr>
          <p:spPr bwMode="auto">
            <a:xfrm>
              <a:off x="3276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4" name="Rectangle 673"/>
            <p:cNvSpPr/>
            <p:nvPr/>
          </p:nvSpPr>
          <p:spPr bwMode="auto">
            <a:xfrm>
              <a:off x="3276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5" name="Rectangle 674"/>
            <p:cNvSpPr/>
            <p:nvPr/>
          </p:nvSpPr>
          <p:spPr bwMode="auto">
            <a:xfrm>
              <a:off x="3124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6" name="Rectangle 675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7" name="Rectangle 676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8" name="Rectangle 677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79" name="Rectangle 678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0" name="Rectangle 679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1" name="Rectangle 680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2" name="Rectangle 681"/>
            <p:cNvSpPr/>
            <p:nvPr/>
          </p:nvSpPr>
          <p:spPr bwMode="auto">
            <a:xfrm>
              <a:off x="312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3" name="Rectangle 682"/>
            <p:cNvSpPr/>
            <p:nvPr/>
          </p:nvSpPr>
          <p:spPr bwMode="auto">
            <a:xfrm>
              <a:off x="3124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4" name="Rectangle 683"/>
            <p:cNvSpPr/>
            <p:nvPr/>
          </p:nvSpPr>
          <p:spPr bwMode="auto">
            <a:xfrm>
              <a:off x="3124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5" name="Rectangle 684"/>
            <p:cNvSpPr/>
            <p:nvPr/>
          </p:nvSpPr>
          <p:spPr bwMode="auto">
            <a:xfrm>
              <a:off x="3276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6" name="Rectangle 685"/>
            <p:cNvSpPr/>
            <p:nvPr/>
          </p:nvSpPr>
          <p:spPr bwMode="auto">
            <a:xfrm>
              <a:off x="3276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7" name="Rectangle 686"/>
            <p:cNvSpPr/>
            <p:nvPr/>
          </p:nvSpPr>
          <p:spPr bwMode="auto">
            <a:xfrm>
              <a:off x="3429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8" name="Rectangle 687"/>
            <p:cNvSpPr/>
            <p:nvPr/>
          </p:nvSpPr>
          <p:spPr bwMode="auto">
            <a:xfrm>
              <a:off x="3429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89" name="Rectangle 688"/>
            <p:cNvSpPr/>
            <p:nvPr/>
          </p:nvSpPr>
          <p:spPr bwMode="auto">
            <a:xfrm>
              <a:off x="342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0" name="Rectangle 689"/>
            <p:cNvSpPr/>
            <p:nvPr/>
          </p:nvSpPr>
          <p:spPr bwMode="auto">
            <a:xfrm>
              <a:off x="312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1" name="Rectangle 690"/>
            <p:cNvSpPr/>
            <p:nvPr/>
          </p:nvSpPr>
          <p:spPr bwMode="auto">
            <a:xfrm>
              <a:off x="327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2" name="Rectangle 691"/>
            <p:cNvSpPr/>
            <p:nvPr/>
          </p:nvSpPr>
          <p:spPr bwMode="auto">
            <a:xfrm>
              <a:off x="327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3" name="Rectangle 692"/>
            <p:cNvSpPr/>
            <p:nvPr/>
          </p:nvSpPr>
          <p:spPr bwMode="auto">
            <a:xfrm>
              <a:off x="342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4" name="Rectangle 693"/>
            <p:cNvSpPr/>
            <p:nvPr/>
          </p:nvSpPr>
          <p:spPr bwMode="auto">
            <a:xfrm>
              <a:off x="3581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5" name="Rectangle 694"/>
            <p:cNvSpPr/>
            <p:nvPr/>
          </p:nvSpPr>
          <p:spPr bwMode="auto">
            <a:xfrm>
              <a:off x="3581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6" name="Rectangle 695"/>
            <p:cNvSpPr/>
            <p:nvPr/>
          </p:nvSpPr>
          <p:spPr bwMode="auto">
            <a:xfrm>
              <a:off x="3733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7" name="Rectangle 696"/>
            <p:cNvSpPr/>
            <p:nvPr/>
          </p:nvSpPr>
          <p:spPr bwMode="auto">
            <a:xfrm>
              <a:off x="3733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8" name="Rectangle 697"/>
            <p:cNvSpPr/>
            <p:nvPr/>
          </p:nvSpPr>
          <p:spPr bwMode="auto">
            <a:xfrm>
              <a:off x="3733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9" name="Rectangle 698"/>
            <p:cNvSpPr/>
            <p:nvPr/>
          </p:nvSpPr>
          <p:spPr bwMode="auto">
            <a:xfrm>
              <a:off x="358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0" name="Rectangle 699"/>
            <p:cNvSpPr/>
            <p:nvPr/>
          </p:nvSpPr>
          <p:spPr bwMode="auto">
            <a:xfrm>
              <a:off x="358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1" name="Rectangle 700"/>
            <p:cNvSpPr/>
            <p:nvPr/>
          </p:nvSpPr>
          <p:spPr bwMode="auto">
            <a:xfrm>
              <a:off x="358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2" name="Rectangle 701"/>
            <p:cNvSpPr/>
            <p:nvPr/>
          </p:nvSpPr>
          <p:spPr bwMode="auto">
            <a:xfrm>
              <a:off x="3733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3" name="Rectangle 702"/>
            <p:cNvSpPr/>
            <p:nvPr/>
          </p:nvSpPr>
          <p:spPr bwMode="auto">
            <a:xfrm>
              <a:off x="3733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4" name="Rectangle 703"/>
            <p:cNvSpPr/>
            <p:nvPr/>
          </p:nvSpPr>
          <p:spPr bwMode="auto">
            <a:xfrm>
              <a:off x="3733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5" name="Rectangle 704"/>
            <p:cNvSpPr/>
            <p:nvPr/>
          </p:nvSpPr>
          <p:spPr bwMode="auto">
            <a:xfrm>
              <a:off x="358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6" name="Rectangle 705"/>
            <p:cNvSpPr/>
            <p:nvPr/>
          </p:nvSpPr>
          <p:spPr bwMode="auto">
            <a:xfrm>
              <a:off x="327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7" name="Rectangle 706"/>
            <p:cNvSpPr/>
            <p:nvPr/>
          </p:nvSpPr>
          <p:spPr bwMode="auto">
            <a:xfrm>
              <a:off x="342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8" name="Rectangle 707"/>
            <p:cNvSpPr/>
            <p:nvPr/>
          </p:nvSpPr>
          <p:spPr bwMode="auto">
            <a:xfrm>
              <a:off x="342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09" name="Rectangle 708"/>
            <p:cNvSpPr/>
            <p:nvPr/>
          </p:nvSpPr>
          <p:spPr bwMode="auto">
            <a:xfrm>
              <a:off x="327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0" name="Rectangle 709"/>
            <p:cNvSpPr/>
            <p:nvPr/>
          </p:nvSpPr>
          <p:spPr bwMode="auto">
            <a:xfrm>
              <a:off x="312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1" name="Rectangle 710"/>
            <p:cNvSpPr/>
            <p:nvPr/>
          </p:nvSpPr>
          <p:spPr bwMode="auto">
            <a:xfrm>
              <a:off x="312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2" name="Rectangle 711"/>
            <p:cNvSpPr/>
            <p:nvPr/>
          </p:nvSpPr>
          <p:spPr bwMode="auto">
            <a:xfrm>
              <a:off x="312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3" name="Rectangle 712"/>
            <p:cNvSpPr/>
            <p:nvPr/>
          </p:nvSpPr>
          <p:spPr bwMode="auto">
            <a:xfrm>
              <a:off x="327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4" name="Rectangle 713"/>
            <p:cNvSpPr/>
            <p:nvPr/>
          </p:nvSpPr>
          <p:spPr bwMode="auto">
            <a:xfrm>
              <a:off x="342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5" name="Rectangle 714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6" name="Rectangle 715"/>
            <p:cNvSpPr/>
            <p:nvPr/>
          </p:nvSpPr>
          <p:spPr bwMode="auto">
            <a:xfrm>
              <a:off x="358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7" name="Rectangle 716"/>
            <p:cNvSpPr/>
            <p:nvPr/>
          </p:nvSpPr>
          <p:spPr bwMode="auto">
            <a:xfrm>
              <a:off x="3733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8" name="Rectangle 717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19" name="Rectangle 718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0" name="Rectangle 719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1" name="Rectangle 72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2" name="Rectangle 721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3" name="Rectangle 722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4" name="Rectangle 723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5" name="Rectangle 724"/>
            <p:cNvSpPr/>
            <p:nvPr/>
          </p:nvSpPr>
          <p:spPr bwMode="auto">
            <a:xfrm>
              <a:off x="3124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6" name="Rectangle 725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7" name="Rectangle 726"/>
            <p:cNvSpPr/>
            <p:nvPr/>
          </p:nvSpPr>
          <p:spPr bwMode="auto">
            <a:xfrm>
              <a:off x="3886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8" name="Rectangle 727"/>
            <p:cNvSpPr/>
            <p:nvPr/>
          </p:nvSpPr>
          <p:spPr bwMode="auto">
            <a:xfrm>
              <a:off x="3886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9" name="Rectangle 728"/>
            <p:cNvSpPr/>
            <p:nvPr/>
          </p:nvSpPr>
          <p:spPr bwMode="auto">
            <a:xfrm>
              <a:off x="3886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0" name="Rectangle 729"/>
            <p:cNvSpPr/>
            <p:nvPr/>
          </p:nvSpPr>
          <p:spPr bwMode="auto">
            <a:xfrm>
              <a:off x="3886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1" name="Rectangle 730"/>
            <p:cNvSpPr/>
            <p:nvPr/>
          </p:nvSpPr>
          <p:spPr bwMode="auto">
            <a:xfrm>
              <a:off x="3886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2" name="Rectangle 731"/>
            <p:cNvSpPr/>
            <p:nvPr/>
          </p:nvSpPr>
          <p:spPr bwMode="auto">
            <a:xfrm>
              <a:off x="3886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3" name="Rectangle 732"/>
            <p:cNvSpPr/>
            <p:nvPr/>
          </p:nvSpPr>
          <p:spPr bwMode="auto">
            <a:xfrm>
              <a:off x="3886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4" name="Rectangle 733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5" name="Rectangle 734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6" name="Rectangle 735"/>
            <p:cNvSpPr/>
            <p:nvPr/>
          </p:nvSpPr>
          <p:spPr bwMode="auto">
            <a:xfrm>
              <a:off x="4191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7" name="Rectangle 736"/>
            <p:cNvSpPr/>
            <p:nvPr/>
          </p:nvSpPr>
          <p:spPr bwMode="auto">
            <a:xfrm>
              <a:off x="4038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8" name="Rectangle 737"/>
            <p:cNvSpPr/>
            <p:nvPr/>
          </p:nvSpPr>
          <p:spPr bwMode="auto">
            <a:xfrm>
              <a:off x="4038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39" name="Rectangle 738"/>
            <p:cNvSpPr/>
            <p:nvPr/>
          </p:nvSpPr>
          <p:spPr bwMode="auto">
            <a:xfrm>
              <a:off x="4191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0" name="Rectangle 739"/>
            <p:cNvSpPr/>
            <p:nvPr/>
          </p:nvSpPr>
          <p:spPr bwMode="auto">
            <a:xfrm>
              <a:off x="4495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1" name="Rectangle 740"/>
            <p:cNvSpPr/>
            <p:nvPr/>
          </p:nvSpPr>
          <p:spPr bwMode="auto">
            <a:xfrm>
              <a:off x="4343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2" name="Rectangle 741"/>
            <p:cNvSpPr/>
            <p:nvPr/>
          </p:nvSpPr>
          <p:spPr bwMode="auto">
            <a:xfrm>
              <a:off x="4343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3" name="Rectangle 742"/>
            <p:cNvSpPr/>
            <p:nvPr/>
          </p:nvSpPr>
          <p:spPr bwMode="auto">
            <a:xfrm>
              <a:off x="4343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4" name="Rectangle 743"/>
            <p:cNvSpPr/>
            <p:nvPr/>
          </p:nvSpPr>
          <p:spPr bwMode="auto">
            <a:xfrm>
              <a:off x="4495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5" name="Rectangle 744"/>
            <p:cNvSpPr/>
            <p:nvPr/>
          </p:nvSpPr>
          <p:spPr bwMode="auto">
            <a:xfrm>
              <a:off x="4495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6" name="Rectangle 745"/>
            <p:cNvSpPr/>
            <p:nvPr/>
          </p:nvSpPr>
          <p:spPr bwMode="auto">
            <a:xfrm>
              <a:off x="4495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7" name="Rectangle 746"/>
            <p:cNvSpPr/>
            <p:nvPr/>
          </p:nvSpPr>
          <p:spPr bwMode="auto">
            <a:xfrm>
              <a:off x="4343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8" name="Rectangle 747"/>
            <p:cNvSpPr/>
            <p:nvPr/>
          </p:nvSpPr>
          <p:spPr bwMode="auto">
            <a:xfrm>
              <a:off x="4038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49" name="Rectangle 748"/>
            <p:cNvSpPr/>
            <p:nvPr/>
          </p:nvSpPr>
          <p:spPr bwMode="auto">
            <a:xfrm>
              <a:off x="4191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0" name="Rectangle 749"/>
            <p:cNvSpPr/>
            <p:nvPr/>
          </p:nvSpPr>
          <p:spPr bwMode="auto">
            <a:xfrm>
              <a:off x="4191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1" name="Rectangle 750"/>
            <p:cNvSpPr/>
            <p:nvPr/>
          </p:nvSpPr>
          <p:spPr bwMode="auto">
            <a:xfrm>
              <a:off x="4038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2" name="Rectangle 751"/>
            <p:cNvSpPr/>
            <p:nvPr/>
          </p:nvSpPr>
          <p:spPr bwMode="auto">
            <a:xfrm>
              <a:off x="4038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3" name="Rectangle 752"/>
            <p:cNvSpPr/>
            <p:nvPr/>
          </p:nvSpPr>
          <p:spPr bwMode="auto">
            <a:xfrm>
              <a:off x="4191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4" name="Rectangle 753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5" name="Rectangle 754"/>
            <p:cNvSpPr/>
            <p:nvPr/>
          </p:nvSpPr>
          <p:spPr bwMode="auto">
            <a:xfrm>
              <a:off x="4343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6" name="Rectangle 755"/>
            <p:cNvSpPr/>
            <p:nvPr/>
          </p:nvSpPr>
          <p:spPr bwMode="auto">
            <a:xfrm>
              <a:off x="4495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7" name="Rectangle 756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8" name="Rectangle 757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59" name="Rectangle 758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0" name="Rectangle 759"/>
            <p:cNvSpPr/>
            <p:nvPr/>
          </p:nvSpPr>
          <p:spPr bwMode="auto">
            <a:xfrm>
              <a:off x="4038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1" name="Rectangle 760"/>
            <p:cNvSpPr/>
            <p:nvPr/>
          </p:nvSpPr>
          <p:spPr bwMode="auto">
            <a:xfrm>
              <a:off x="4191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2" name="Rectangle 761"/>
            <p:cNvSpPr/>
            <p:nvPr/>
          </p:nvSpPr>
          <p:spPr bwMode="auto">
            <a:xfrm>
              <a:off x="4191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3" name="Rectangle 762"/>
            <p:cNvSpPr/>
            <p:nvPr/>
          </p:nvSpPr>
          <p:spPr bwMode="auto">
            <a:xfrm>
              <a:off x="4038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4" name="Rectangle 763"/>
            <p:cNvSpPr/>
            <p:nvPr/>
          </p:nvSpPr>
          <p:spPr bwMode="auto">
            <a:xfrm>
              <a:off x="4648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5" name="Rectangle 764"/>
            <p:cNvSpPr/>
            <p:nvPr/>
          </p:nvSpPr>
          <p:spPr bwMode="auto">
            <a:xfrm>
              <a:off x="4648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6" name="Rectangle 765"/>
            <p:cNvSpPr/>
            <p:nvPr/>
          </p:nvSpPr>
          <p:spPr bwMode="auto">
            <a:xfrm>
              <a:off x="4648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7" name="Rectangle 766"/>
            <p:cNvSpPr/>
            <p:nvPr/>
          </p:nvSpPr>
          <p:spPr bwMode="auto">
            <a:xfrm>
              <a:off x="4648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8" name="Rectangle 767"/>
            <p:cNvSpPr/>
            <p:nvPr/>
          </p:nvSpPr>
          <p:spPr bwMode="auto">
            <a:xfrm>
              <a:off x="4648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69" name="Rectangle 768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0" name="Rectangle 769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1" name="Rectangle 770"/>
            <p:cNvSpPr/>
            <p:nvPr/>
          </p:nvSpPr>
          <p:spPr bwMode="auto">
            <a:xfrm>
              <a:off x="4191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2" name="Rectangle 771"/>
            <p:cNvSpPr/>
            <p:nvPr/>
          </p:nvSpPr>
          <p:spPr bwMode="auto">
            <a:xfrm>
              <a:off x="4038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3" name="Rectangle 772"/>
            <p:cNvSpPr/>
            <p:nvPr/>
          </p:nvSpPr>
          <p:spPr bwMode="auto">
            <a:xfrm>
              <a:off x="4495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4" name="Rectangle 773"/>
            <p:cNvSpPr/>
            <p:nvPr/>
          </p:nvSpPr>
          <p:spPr bwMode="auto">
            <a:xfrm>
              <a:off x="4343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5" name="Rectangle 774"/>
            <p:cNvSpPr/>
            <p:nvPr/>
          </p:nvSpPr>
          <p:spPr bwMode="auto">
            <a:xfrm>
              <a:off x="4648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6" name="Rectangle 775"/>
            <p:cNvSpPr/>
            <p:nvPr/>
          </p:nvSpPr>
          <p:spPr bwMode="auto">
            <a:xfrm>
              <a:off x="3581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7" name="Rectangle 776"/>
            <p:cNvSpPr/>
            <p:nvPr/>
          </p:nvSpPr>
          <p:spPr bwMode="auto">
            <a:xfrm>
              <a:off x="3429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8" name="Rectangle 777"/>
            <p:cNvSpPr/>
            <p:nvPr/>
          </p:nvSpPr>
          <p:spPr bwMode="auto">
            <a:xfrm>
              <a:off x="3429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79" name="Rectangle 778"/>
            <p:cNvSpPr/>
            <p:nvPr/>
          </p:nvSpPr>
          <p:spPr bwMode="auto">
            <a:xfrm>
              <a:off x="3581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0" name="Rectangle 779"/>
            <p:cNvSpPr/>
            <p:nvPr/>
          </p:nvSpPr>
          <p:spPr bwMode="auto">
            <a:xfrm>
              <a:off x="3886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1" name="Rectangle 780"/>
            <p:cNvSpPr/>
            <p:nvPr/>
          </p:nvSpPr>
          <p:spPr bwMode="auto">
            <a:xfrm>
              <a:off x="3733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2" name="Rectangle 781"/>
            <p:cNvSpPr/>
            <p:nvPr/>
          </p:nvSpPr>
          <p:spPr bwMode="auto">
            <a:xfrm>
              <a:off x="3733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3" name="Rectangle 782"/>
            <p:cNvSpPr/>
            <p:nvPr/>
          </p:nvSpPr>
          <p:spPr bwMode="auto">
            <a:xfrm>
              <a:off x="3733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4" name="Rectangle 783"/>
            <p:cNvSpPr/>
            <p:nvPr/>
          </p:nvSpPr>
          <p:spPr bwMode="auto">
            <a:xfrm>
              <a:off x="3886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5" name="Rectangle 784"/>
            <p:cNvSpPr/>
            <p:nvPr/>
          </p:nvSpPr>
          <p:spPr bwMode="auto">
            <a:xfrm>
              <a:off x="3886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6" name="Rectangle 785"/>
            <p:cNvSpPr/>
            <p:nvPr/>
          </p:nvSpPr>
          <p:spPr bwMode="auto">
            <a:xfrm>
              <a:off x="3429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7" name="Rectangle 786"/>
            <p:cNvSpPr/>
            <p:nvPr/>
          </p:nvSpPr>
          <p:spPr bwMode="auto">
            <a:xfrm>
              <a:off x="3581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8" name="Rectangle 787"/>
            <p:cNvSpPr/>
            <p:nvPr/>
          </p:nvSpPr>
          <p:spPr bwMode="auto">
            <a:xfrm>
              <a:off x="3581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89" name="Rectangle 788"/>
            <p:cNvSpPr/>
            <p:nvPr/>
          </p:nvSpPr>
          <p:spPr bwMode="auto">
            <a:xfrm>
              <a:off x="3429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0" name="Rectangle 789"/>
            <p:cNvSpPr/>
            <p:nvPr/>
          </p:nvSpPr>
          <p:spPr bwMode="auto">
            <a:xfrm>
              <a:off x="3886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1" name="Rectangle 790"/>
            <p:cNvSpPr/>
            <p:nvPr/>
          </p:nvSpPr>
          <p:spPr bwMode="auto">
            <a:xfrm>
              <a:off x="3733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2" name="Rectangle 791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3" name="Rectangle 792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4" name="Rectangle 793"/>
            <p:cNvSpPr/>
            <p:nvPr/>
          </p:nvSpPr>
          <p:spPr bwMode="auto">
            <a:xfrm>
              <a:off x="5867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5" name="Rectangle 794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6" name="Rectangle 795"/>
            <p:cNvSpPr/>
            <p:nvPr/>
          </p:nvSpPr>
          <p:spPr bwMode="auto">
            <a:xfrm>
              <a:off x="6019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7" name="Rectangle 796"/>
            <p:cNvSpPr/>
            <p:nvPr/>
          </p:nvSpPr>
          <p:spPr bwMode="auto">
            <a:xfrm>
              <a:off x="4953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8" name="Rectangle 797"/>
            <p:cNvSpPr/>
            <p:nvPr/>
          </p:nvSpPr>
          <p:spPr bwMode="auto">
            <a:xfrm>
              <a:off x="4800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99" name="Rectangle 798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0" name="Rectangle 799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6" name="Rectangle 805"/>
            <p:cNvSpPr/>
            <p:nvPr/>
          </p:nvSpPr>
          <p:spPr bwMode="auto">
            <a:xfrm>
              <a:off x="63246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7" name="Rectangle 806"/>
            <p:cNvSpPr/>
            <p:nvPr/>
          </p:nvSpPr>
          <p:spPr bwMode="auto">
            <a:xfrm>
              <a:off x="61722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9" name="Rectangle 808"/>
            <p:cNvSpPr/>
            <p:nvPr/>
          </p:nvSpPr>
          <p:spPr bwMode="auto">
            <a:xfrm>
              <a:off x="6477000" y="3276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0" name="Rectangle 809"/>
            <p:cNvSpPr/>
            <p:nvPr/>
          </p:nvSpPr>
          <p:spPr bwMode="auto">
            <a:xfrm>
              <a:off x="6477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1" name="Rectangle 810"/>
            <p:cNvSpPr/>
            <p:nvPr/>
          </p:nvSpPr>
          <p:spPr bwMode="auto">
            <a:xfrm>
              <a:off x="6477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2" name="Rectangle 811"/>
            <p:cNvSpPr/>
            <p:nvPr/>
          </p:nvSpPr>
          <p:spPr bwMode="auto">
            <a:xfrm>
              <a:off x="6477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3" name="Rectangle 812"/>
            <p:cNvSpPr/>
            <p:nvPr/>
          </p:nvSpPr>
          <p:spPr bwMode="auto">
            <a:xfrm>
              <a:off x="6477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4" name="Rectangle 813"/>
            <p:cNvSpPr/>
            <p:nvPr/>
          </p:nvSpPr>
          <p:spPr bwMode="auto">
            <a:xfrm>
              <a:off x="6477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5" name="Rectangle 814"/>
            <p:cNvSpPr/>
            <p:nvPr/>
          </p:nvSpPr>
          <p:spPr bwMode="auto">
            <a:xfrm>
              <a:off x="6477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6" name="Rectangle 815"/>
            <p:cNvSpPr/>
            <p:nvPr/>
          </p:nvSpPr>
          <p:spPr bwMode="auto">
            <a:xfrm>
              <a:off x="6477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7" name="Rectangle 816"/>
            <p:cNvSpPr/>
            <p:nvPr/>
          </p:nvSpPr>
          <p:spPr bwMode="auto">
            <a:xfrm>
              <a:off x="6477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Rectangle 818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0" name="Rectangle 819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1" name="Rectangle 820"/>
            <p:cNvSpPr/>
            <p:nvPr/>
          </p:nvSpPr>
          <p:spPr bwMode="auto">
            <a:xfrm>
              <a:off x="5867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2" name="Rectangle 821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3" name="Rectangle 822"/>
            <p:cNvSpPr/>
            <p:nvPr/>
          </p:nvSpPr>
          <p:spPr bwMode="auto">
            <a:xfrm>
              <a:off x="6019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4" name="Rectangle 823"/>
            <p:cNvSpPr/>
            <p:nvPr/>
          </p:nvSpPr>
          <p:spPr bwMode="auto">
            <a:xfrm>
              <a:off x="49530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5" name="Rectangle 824"/>
            <p:cNvSpPr/>
            <p:nvPr/>
          </p:nvSpPr>
          <p:spPr bwMode="auto">
            <a:xfrm>
              <a:off x="4800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6" name="Rectangle 825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7" name="Rectangle 826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8" name="Rectangle 827"/>
            <p:cNvSpPr/>
            <p:nvPr/>
          </p:nvSpPr>
          <p:spPr bwMode="auto">
            <a:xfrm>
              <a:off x="63246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29" name="Rectangle 828"/>
            <p:cNvSpPr/>
            <p:nvPr/>
          </p:nvSpPr>
          <p:spPr bwMode="auto">
            <a:xfrm>
              <a:off x="6172200" y="3429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Rectangle 829"/>
            <p:cNvSpPr/>
            <p:nvPr/>
          </p:nvSpPr>
          <p:spPr bwMode="auto">
            <a:xfrm>
              <a:off x="5562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Rectangle 830"/>
            <p:cNvSpPr/>
            <p:nvPr/>
          </p:nvSpPr>
          <p:spPr bwMode="auto">
            <a:xfrm>
              <a:off x="5410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Rectangle 831"/>
            <p:cNvSpPr/>
            <p:nvPr/>
          </p:nvSpPr>
          <p:spPr bwMode="auto">
            <a:xfrm>
              <a:off x="5867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Rectangle 832"/>
            <p:cNvSpPr/>
            <p:nvPr/>
          </p:nvSpPr>
          <p:spPr bwMode="auto">
            <a:xfrm>
              <a:off x="5715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4" name="Rectangle 833"/>
            <p:cNvSpPr/>
            <p:nvPr/>
          </p:nvSpPr>
          <p:spPr bwMode="auto">
            <a:xfrm>
              <a:off x="6019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5" name="Rectangle 834"/>
            <p:cNvSpPr/>
            <p:nvPr/>
          </p:nvSpPr>
          <p:spPr bwMode="auto">
            <a:xfrm>
              <a:off x="49530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Rectangle 835"/>
            <p:cNvSpPr/>
            <p:nvPr/>
          </p:nvSpPr>
          <p:spPr bwMode="auto">
            <a:xfrm>
              <a:off x="4800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Rectangle 836"/>
            <p:cNvSpPr/>
            <p:nvPr/>
          </p:nvSpPr>
          <p:spPr bwMode="auto">
            <a:xfrm>
              <a:off x="52578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Rectangle 837"/>
            <p:cNvSpPr/>
            <p:nvPr/>
          </p:nvSpPr>
          <p:spPr bwMode="auto">
            <a:xfrm>
              <a:off x="51054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Rectangle 838"/>
            <p:cNvSpPr/>
            <p:nvPr/>
          </p:nvSpPr>
          <p:spPr bwMode="auto">
            <a:xfrm>
              <a:off x="63246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0" name="Rectangle 839"/>
            <p:cNvSpPr/>
            <p:nvPr/>
          </p:nvSpPr>
          <p:spPr bwMode="auto">
            <a:xfrm>
              <a:off x="6172200" y="3581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1" name="Rectangle 840"/>
            <p:cNvSpPr/>
            <p:nvPr/>
          </p:nvSpPr>
          <p:spPr bwMode="auto">
            <a:xfrm>
              <a:off x="5562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2" name="Rectangle 841"/>
            <p:cNvSpPr/>
            <p:nvPr/>
          </p:nvSpPr>
          <p:spPr bwMode="auto">
            <a:xfrm>
              <a:off x="5410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3" name="Rectangle 842"/>
            <p:cNvSpPr/>
            <p:nvPr/>
          </p:nvSpPr>
          <p:spPr bwMode="auto">
            <a:xfrm>
              <a:off x="5867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Rectangle 843"/>
            <p:cNvSpPr/>
            <p:nvPr/>
          </p:nvSpPr>
          <p:spPr bwMode="auto">
            <a:xfrm>
              <a:off x="5715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5" name="Rectangle 844"/>
            <p:cNvSpPr/>
            <p:nvPr/>
          </p:nvSpPr>
          <p:spPr bwMode="auto">
            <a:xfrm>
              <a:off x="6019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6" name="Rectangle 845"/>
            <p:cNvSpPr/>
            <p:nvPr/>
          </p:nvSpPr>
          <p:spPr bwMode="auto">
            <a:xfrm>
              <a:off x="49530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7" name="Rectangle 846"/>
            <p:cNvSpPr/>
            <p:nvPr/>
          </p:nvSpPr>
          <p:spPr bwMode="auto">
            <a:xfrm>
              <a:off x="4800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8" name="Rectangle 847"/>
            <p:cNvSpPr/>
            <p:nvPr/>
          </p:nvSpPr>
          <p:spPr bwMode="auto">
            <a:xfrm>
              <a:off x="52578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9" name="Rectangle 848"/>
            <p:cNvSpPr/>
            <p:nvPr/>
          </p:nvSpPr>
          <p:spPr bwMode="auto">
            <a:xfrm>
              <a:off x="51054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0" name="Rectangle 849"/>
            <p:cNvSpPr/>
            <p:nvPr/>
          </p:nvSpPr>
          <p:spPr bwMode="auto">
            <a:xfrm>
              <a:off x="63246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1" name="Rectangle 850"/>
            <p:cNvSpPr/>
            <p:nvPr/>
          </p:nvSpPr>
          <p:spPr bwMode="auto">
            <a:xfrm>
              <a:off x="6172200" y="3733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2" name="Rectangle 851"/>
            <p:cNvSpPr/>
            <p:nvPr/>
          </p:nvSpPr>
          <p:spPr bwMode="auto">
            <a:xfrm>
              <a:off x="5562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3" name="Rectangle 852"/>
            <p:cNvSpPr/>
            <p:nvPr/>
          </p:nvSpPr>
          <p:spPr bwMode="auto">
            <a:xfrm>
              <a:off x="5410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4" name="Rectangle 853"/>
            <p:cNvSpPr/>
            <p:nvPr/>
          </p:nvSpPr>
          <p:spPr bwMode="auto">
            <a:xfrm>
              <a:off x="5867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5" name="Rectangle 854"/>
            <p:cNvSpPr/>
            <p:nvPr/>
          </p:nvSpPr>
          <p:spPr bwMode="auto">
            <a:xfrm>
              <a:off x="5715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6" name="Rectangle 855"/>
            <p:cNvSpPr/>
            <p:nvPr/>
          </p:nvSpPr>
          <p:spPr bwMode="auto">
            <a:xfrm>
              <a:off x="6019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7" name="Rectangle 856"/>
            <p:cNvSpPr/>
            <p:nvPr/>
          </p:nvSpPr>
          <p:spPr bwMode="auto">
            <a:xfrm>
              <a:off x="49530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8" name="Rectangle 857"/>
            <p:cNvSpPr/>
            <p:nvPr/>
          </p:nvSpPr>
          <p:spPr bwMode="auto">
            <a:xfrm>
              <a:off x="4800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59" name="Rectangle 858"/>
            <p:cNvSpPr/>
            <p:nvPr/>
          </p:nvSpPr>
          <p:spPr bwMode="auto">
            <a:xfrm>
              <a:off x="5257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0" name="Rectangle 859"/>
            <p:cNvSpPr/>
            <p:nvPr/>
          </p:nvSpPr>
          <p:spPr bwMode="auto">
            <a:xfrm>
              <a:off x="51054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1" name="Rectangle 860"/>
            <p:cNvSpPr/>
            <p:nvPr/>
          </p:nvSpPr>
          <p:spPr bwMode="auto">
            <a:xfrm>
              <a:off x="63246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2" name="Rectangle 861"/>
            <p:cNvSpPr/>
            <p:nvPr/>
          </p:nvSpPr>
          <p:spPr bwMode="auto">
            <a:xfrm>
              <a:off x="6172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3" name="Rectangle 862"/>
            <p:cNvSpPr/>
            <p:nvPr/>
          </p:nvSpPr>
          <p:spPr bwMode="auto">
            <a:xfrm>
              <a:off x="5562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4" name="Rectangle 863"/>
            <p:cNvSpPr/>
            <p:nvPr/>
          </p:nvSpPr>
          <p:spPr bwMode="auto">
            <a:xfrm>
              <a:off x="5410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5" name="Rectangle 864"/>
            <p:cNvSpPr/>
            <p:nvPr/>
          </p:nvSpPr>
          <p:spPr bwMode="auto">
            <a:xfrm>
              <a:off x="5867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6" name="Rectangle 865"/>
            <p:cNvSpPr/>
            <p:nvPr/>
          </p:nvSpPr>
          <p:spPr bwMode="auto">
            <a:xfrm>
              <a:off x="5715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7" name="Rectangle 866"/>
            <p:cNvSpPr/>
            <p:nvPr/>
          </p:nvSpPr>
          <p:spPr bwMode="auto">
            <a:xfrm>
              <a:off x="6019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8" name="Rectangle 867"/>
            <p:cNvSpPr/>
            <p:nvPr/>
          </p:nvSpPr>
          <p:spPr bwMode="auto">
            <a:xfrm>
              <a:off x="49530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69" name="Rectangle 868"/>
            <p:cNvSpPr/>
            <p:nvPr/>
          </p:nvSpPr>
          <p:spPr bwMode="auto">
            <a:xfrm>
              <a:off x="4800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0" name="Rectangle 869"/>
            <p:cNvSpPr/>
            <p:nvPr/>
          </p:nvSpPr>
          <p:spPr bwMode="auto">
            <a:xfrm>
              <a:off x="5257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1" name="Rectangle 870"/>
            <p:cNvSpPr/>
            <p:nvPr/>
          </p:nvSpPr>
          <p:spPr bwMode="auto">
            <a:xfrm>
              <a:off x="51054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2" name="Rectangle 871"/>
            <p:cNvSpPr/>
            <p:nvPr/>
          </p:nvSpPr>
          <p:spPr bwMode="auto">
            <a:xfrm>
              <a:off x="63246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3" name="Rectangle 872"/>
            <p:cNvSpPr/>
            <p:nvPr/>
          </p:nvSpPr>
          <p:spPr bwMode="auto">
            <a:xfrm>
              <a:off x="6172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4" name="Rectangle 873"/>
            <p:cNvSpPr/>
            <p:nvPr/>
          </p:nvSpPr>
          <p:spPr bwMode="auto">
            <a:xfrm>
              <a:off x="5562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5" name="Rectangle 874"/>
            <p:cNvSpPr/>
            <p:nvPr/>
          </p:nvSpPr>
          <p:spPr bwMode="auto">
            <a:xfrm>
              <a:off x="5410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6" name="Rectangle 875"/>
            <p:cNvSpPr/>
            <p:nvPr/>
          </p:nvSpPr>
          <p:spPr bwMode="auto">
            <a:xfrm>
              <a:off x="5867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7" name="Rectangle 876"/>
            <p:cNvSpPr/>
            <p:nvPr/>
          </p:nvSpPr>
          <p:spPr bwMode="auto">
            <a:xfrm>
              <a:off x="5715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8" name="Rectangle 877"/>
            <p:cNvSpPr/>
            <p:nvPr/>
          </p:nvSpPr>
          <p:spPr bwMode="auto">
            <a:xfrm>
              <a:off x="6019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79" name="Rectangle 878"/>
            <p:cNvSpPr/>
            <p:nvPr/>
          </p:nvSpPr>
          <p:spPr bwMode="auto">
            <a:xfrm>
              <a:off x="49530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0" name="Rectangle 879"/>
            <p:cNvSpPr/>
            <p:nvPr/>
          </p:nvSpPr>
          <p:spPr bwMode="auto">
            <a:xfrm>
              <a:off x="4800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1" name="Rectangle 880"/>
            <p:cNvSpPr/>
            <p:nvPr/>
          </p:nvSpPr>
          <p:spPr bwMode="auto">
            <a:xfrm>
              <a:off x="5257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2" name="Rectangle 881"/>
            <p:cNvSpPr/>
            <p:nvPr/>
          </p:nvSpPr>
          <p:spPr bwMode="auto">
            <a:xfrm>
              <a:off x="51054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3" name="Rectangle 882"/>
            <p:cNvSpPr/>
            <p:nvPr/>
          </p:nvSpPr>
          <p:spPr bwMode="auto">
            <a:xfrm>
              <a:off x="63246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4" name="Rectangle 883"/>
            <p:cNvSpPr/>
            <p:nvPr/>
          </p:nvSpPr>
          <p:spPr bwMode="auto">
            <a:xfrm>
              <a:off x="6172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5" name="Rectangle 884"/>
            <p:cNvSpPr/>
            <p:nvPr/>
          </p:nvSpPr>
          <p:spPr bwMode="auto">
            <a:xfrm>
              <a:off x="5562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6" name="Rectangle 885"/>
            <p:cNvSpPr/>
            <p:nvPr/>
          </p:nvSpPr>
          <p:spPr bwMode="auto">
            <a:xfrm>
              <a:off x="5410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7" name="Rectangle 886"/>
            <p:cNvSpPr/>
            <p:nvPr/>
          </p:nvSpPr>
          <p:spPr bwMode="auto">
            <a:xfrm>
              <a:off x="5867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8" name="Rectangle 887"/>
            <p:cNvSpPr/>
            <p:nvPr/>
          </p:nvSpPr>
          <p:spPr bwMode="auto">
            <a:xfrm>
              <a:off x="5715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89" name="Rectangle 888"/>
            <p:cNvSpPr/>
            <p:nvPr/>
          </p:nvSpPr>
          <p:spPr bwMode="auto">
            <a:xfrm>
              <a:off x="6019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0" name="Rectangle 889"/>
            <p:cNvSpPr/>
            <p:nvPr/>
          </p:nvSpPr>
          <p:spPr bwMode="auto">
            <a:xfrm>
              <a:off x="49530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1" name="Rectangle 890"/>
            <p:cNvSpPr/>
            <p:nvPr/>
          </p:nvSpPr>
          <p:spPr bwMode="auto">
            <a:xfrm>
              <a:off x="4800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2" name="Rectangle 891"/>
            <p:cNvSpPr/>
            <p:nvPr/>
          </p:nvSpPr>
          <p:spPr bwMode="auto">
            <a:xfrm>
              <a:off x="5257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3" name="Rectangle 892"/>
            <p:cNvSpPr/>
            <p:nvPr/>
          </p:nvSpPr>
          <p:spPr bwMode="auto">
            <a:xfrm>
              <a:off x="51054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4" name="Rectangle 893"/>
            <p:cNvSpPr/>
            <p:nvPr/>
          </p:nvSpPr>
          <p:spPr bwMode="auto">
            <a:xfrm>
              <a:off x="63246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5" name="Rectangle 894"/>
            <p:cNvSpPr/>
            <p:nvPr/>
          </p:nvSpPr>
          <p:spPr bwMode="auto">
            <a:xfrm>
              <a:off x="6172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6" name="Rectangle 895"/>
            <p:cNvSpPr/>
            <p:nvPr/>
          </p:nvSpPr>
          <p:spPr bwMode="auto">
            <a:xfrm>
              <a:off x="5562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7" name="Rectangle 896"/>
            <p:cNvSpPr/>
            <p:nvPr/>
          </p:nvSpPr>
          <p:spPr bwMode="auto">
            <a:xfrm>
              <a:off x="5410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8" name="Rectangle 897"/>
            <p:cNvSpPr/>
            <p:nvPr/>
          </p:nvSpPr>
          <p:spPr bwMode="auto">
            <a:xfrm>
              <a:off x="5867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99" name="Rectangle 898"/>
            <p:cNvSpPr/>
            <p:nvPr/>
          </p:nvSpPr>
          <p:spPr bwMode="auto">
            <a:xfrm>
              <a:off x="5715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0" name="Rectangle 899"/>
            <p:cNvSpPr/>
            <p:nvPr/>
          </p:nvSpPr>
          <p:spPr bwMode="auto">
            <a:xfrm>
              <a:off x="6019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1" name="Rectangle 900"/>
            <p:cNvSpPr/>
            <p:nvPr/>
          </p:nvSpPr>
          <p:spPr bwMode="auto">
            <a:xfrm>
              <a:off x="49530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2" name="Rectangle 901"/>
            <p:cNvSpPr/>
            <p:nvPr/>
          </p:nvSpPr>
          <p:spPr bwMode="auto">
            <a:xfrm>
              <a:off x="4800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3" name="Rectangle 902"/>
            <p:cNvSpPr/>
            <p:nvPr/>
          </p:nvSpPr>
          <p:spPr bwMode="auto">
            <a:xfrm>
              <a:off x="5257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4" name="Rectangle 903"/>
            <p:cNvSpPr/>
            <p:nvPr/>
          </p:nvSpPr>
          <p:spPr bwMode="auto">
            <a:xfrm>
              <a:off x="51054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5" name="Rectangle 904"/>
            <p:cNvSpPr/>
            <p:nvPr/>
          </p:nvSpPr>
          <p:spPr bwMode="auto">
            <a:xfrm>
              <a:off x="63246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6" name="Rectangle 905"/>
            <p:cNvSpPr/>
            <p:nvPr/>
          </p:nvSpPr>
          <p:spPr bwMode="auto">
            <a:xfrm>
              <a:off x="6172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7" name="Rectangle 906"/>
            <p:cNvSpPr/>
            <p:nvPr/>
          </p:nvSpPr>
          <p:spPr bwMode="auto">
            <a:xfrm>
              <a:off x="6477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8" name="Rectangle 907"/>
            <p:cNvSpPr/>
            <p:nvPr/>
          </p:nvSpPr>
          <p:spPr bwMode="auto">
            <a:xfrm>
              <a:off x="5562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09" name="Rectangle 908"/>
            <p:cNvSpPr/>
            <p:nvPr/>
          </p:nvSpPr>
          <p:spPr bwMode="auto">
            <a:xfrm>
              <a:off x="5410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0" name="Rectangle 909"/>
            <p:cNvSpPr/>
            <p:nvPr/>
          </p:nvSpPr>
          <p:spPr bwMode="auto">
            <a:xfrm>
              <a:off x="5867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1" name="Rectangle 910"/>
            <p:cNvSpPr/>
            <p:nvPr/>
          </p:nvSpPr>
          <p:spPr bwMode="auto">
            <a:xfrm>
              <a:off x="5715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2" name="Rectangle 911"/>
            <p:cNvSpPr/>
            <p:nvPr/>
          </p:nvSpPr>
          <p:spPr bwMode="auto">
            <a:xfrm>
              <a:off x="6019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3" name="Rectangle 912"/>
            <p:cNvSpPr/>
            <p:nvPr/>
          </p:nvSpPr>
          <p:spPr bwMode="auto">
            <a:xfrm>
              <a:off x="49530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4" name="Rectangle 913"/>
            <p:cNvSpPr/>
            <p:nvPr/>
          </p:nvSpPr>
          <p:spPr bwMode="auto">
            <a:xfrm>
              <a:off x="4800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5257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51054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63246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6172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6477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6477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64770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6477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5867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5867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6019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6324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6172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5867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6019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6324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6172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5867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6019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6324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6172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58674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60198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63246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6172200" y="2971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64770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58674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60198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63246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172200" y="3124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46482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4495800" y="3886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46482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4495800" y="4038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46482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4495800" y="4191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46482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6" name="Rectangle 975"/>
            <p:cNvSpPr/>
            <p:nvPr/>
          </p:nvSpPr>
          <p:spPr bwMode="auto">
            <a:xfrm>
              <a:off x="4495800" y="4343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7" name="Rectangle 976"/>
            <p:cNvSpPr/>
            <p:nvPr/>
          </p:nvSpPr>
          <p:spPr bwMode="auto">
            <a:xfrm>
              <a:off x="46482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8" name="Rectangle 977"/>
            <p:cNvSpPr/>
            <p:nvPr/>
          </p:nvSpPr>
          <p:spPr bwMode="auto">
            <a:xfrm>
              <a:off x="4495800" y="4495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9" name="Rectangle 978"/>
            <p:cNvSpPr/>
            <p:nvPr/>
          </p:nvSpPr>
          <p:spPr bwMode="auto">
            <a:xfrm>
              <a:off x="46482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0" name="Rectangle 979"/>
            <p:cNvSpPr/>
            <p:nvPr/>
          </p:nvSpPr>
          <p:spPr bwMode="auto">
            <a:xfrm>
              <a:off x="4495800" y="4648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1" name="Rectangle 980"/>
            <p:cNvSpPr/>
            <p:nvPr/>
          </p:nvSpPr>
          <p:spPr bwMode="auto">
            <a:xfrm>
              <a:off x="72390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2" name="Rectangle 981"/>
            <p:cNvSpPr/>
            <p:nvPr/>
          </p:nvSpPr>
          <p:spPr bwMode="auto">
            <a:xfrm>
              <a:off x="72390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3" name="Rectangle 982"/>
            <p:cNvSpPr/>
            <p:nvPr/>
          </p:nvSpPr>
          <p:spPr bwMode="auto">
            <a:xfrm>
              <a:off x="72390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4" name="Rectangle 983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5" name="Rectangle 984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6" name="Rectangle 985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7" name="Rectangle 986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8" name="Rectangle 987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89" name="Rectangle 988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Rectangle 989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1" name="Rectangle 990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Rectangle 991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Rectangle 992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4" name="Rectangle 993"/>
            <p:cNvSpPr/>
            <p:nvPr/>
          </p:nvSpPr>
          <p:spPr bwMode="auto">
            <a:xfrm>
              <a:off x="6629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5" name="Rectangle 994"/>
            <p:cNvSpPr/>
            <p:nvPr/>
          </p:nvSpPr>
          <p:spPr bwMode="auto">
            <a:xfrm>
              <a:off x="67818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6" name="Rectangle 995"/>
            <p:cNvSpPr/>
            <p:nvPr/>
          </p:nvSpPr>
          <p:spPr bwMode="auto">
            <a:xfrm>
              <a:off x="70866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7" name="Rectangle 996"/>
            <p:cNvSpPr/>
            <p:nvPr/>
          </p:nvSpPr>
          <p:spPr bwMode="auto">
            <a:xfrm>
              <a:off x="69342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8" name="Rectangle 997"/>
            <p:cNvSpPr/>
            <p:nvPr/>
          </p:nvSpPr>
          <p:spPr bwMode="auto">
            <a:xfrm>
              <a:off x="6629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9" name="Rectangle 998"/>
            <p:cNvSpPr/>
            <p:nvPr/>
          </p:nvSpPr>
          <p:spPr bwMode="auto">
            <a:xfrm>
              <a:off x="67818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0" name="Rectangle 999"/>
            <p:cNvSpPr/>
            <p:nvPr/>
          </p:nvSpPr>
          <p:spPr bwMode="auto">
            <a:xfrm>
              <a:off x="70866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1" name="Rectangle 1000"/>
            <p:cNvSpPr/>
            <p:nvPr/>
          </p:nvSpPr>
          <p:spPr bwMode="auto">
            <a:xfrm>
              <a:off x="69342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2" name="Rectangle 1001"/>
            <p:cNvSpPr/>
            <p:nvPr/>
          </p:nvSpPr>
          <p:spPr bwMode="auto">
            <a:xfrm>
              <a:off x="6629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Rectangle 1002"/>
            <p:cNvSpPr/>
            <p:nvPr/>
          </p:nvSpPr>
          <p:spPr bwMode="auto">
            <a:xfrm>
              <a:off x="67818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4" name="Rectangle 1003"/>
            <p:cNvSpPr/>
            <p:nvPr/>
          </p:nvSpPr>
          <p:spPr bwMode="auto">
            <a:xfrm>
              <a:off x="70866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5" name="Rectangle 1004"/>
            <p:cNvSpPr/>
            <p:nvPr/>
          </p:nvSpPr>
          <p:spPr bwMode="auto">
            <a:xfrm>
              <a:off x="69342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6" name="Rectangle 1005"/>
            <p:cNvSpPr/>
            <p:nvPr/>
          </p:nvSpPr>
          <p:spPr bwMode="auto">
            <a:xfrm>
              <a:off x="7391400" y="25146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7" name="Rectangle 1006"/>
            <p:cNvSpPr/>
            <p:nvPr/>
          </p:nvSpPr>
          <p:spPr bwMode="auto">
            <a:xfrm>
              <a:off x="7391400" y="28194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8" name="Rectangle 1007"/>
            <p:cNvSpPr/>
            <p:nvPr/>
          </p:nvSpPr>
          <p:spPr bwMode="auto">
            <a:xfrm>
              <a:off x="7391400" y="26670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9" name="Rectangle 1008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Rectangle 1009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1012" name="Rectangle 1011"/>
          <p:cNvSpPr/>
          <p:nvPr/>
        </p:nvSpPr>
        <p:spPr bwMode="auto">
          <a:xfrm>
            <a:off x="5105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3" name="Rectangle 1012"/>
          <p:cNvSpPr/>
          <p:nvPr/>
        </p:nvSpPr>
        <p:spPr bwMode="auto">
          <a:xfrm>
            <a:off x="495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4" name="Rectangle 1013"/>
          <p:cNvSpPr/>
          <p:nvPr/>
        </p:nvSpPr>
        <p:spPr bwMode="auto">
          <a:xfrm>
            <a:off x="5410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5" name="Rectangle 1014"/>
          <p:cNvSpPr/>
          <p:nvPr/>
        </p:nvSpPr>
        <p:spPr bwMode="auto">
          <a:xfrm>
            <a:off x="5257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6" name="Rectangle 1015"/>
          <p:cNvSpPr/>
          <p:nvPr/>
        </p:nvSpPr>
        <p:spPr bwMode="auto">
          <a:xfrm>
            <a:off x="5715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7" name="Rectangle 1016"/>
          <p:cNvSpPr/>
          <p:nvPr/>
        </p:nvSpPr>
        <p:spPr bwMode="auto">
          <a:xfrm>
            <a:off x="5562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9" name="Rectangle 1018"/>
          <p:cNvSpPr/>
          <p:nvPr/>
        </p:nvSpPr>
        <p:spPr bwMode="auto">
          <a:xfrm>
            <a:off x="6172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0" name="Rectangle 1019"/>
          <p:cNvSpPr/>
          <p:nvPr/>
        </p:nvSpPr>
        <p:spPr bwMode="auto">
          <a:xfrm>
            <a:off x="6019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1" name="Rectangle 1020"/>
          <p:cNvSpPr/>
          <p:nvPr/>
        </p:nvSpPr>
        <p:spPr bwMode="auto">
          <a:xfrm>
            <a:off x="6477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2" name="Rectangle 1021"/>
          <p:cNvSpPr/>
          <p:nvPr/>
        </p:nvSpPr>
        <p:spPr bwMode="auto">
          <a:xfrm>
            <a:off x="6324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3" name="Rectangle 1022"/>
          <p:cNvSpPr/>
          <p:nvPr/>
        </p:nvSpPr>
        <p:spPr bwMode="auto">
          <a:xfrm>
            <a:off x="6781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4" name="Rectangle 1023"/>
          <p:cNvSpPr/>
          <p:nvPr/>
        </p:nvSpPr>
        <p:spPr bwMode="auto">
          <a:xfrm>
            <a:off x="6629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5" name="Rectangle 1024"/>
          <p:cNvSpPr/>
          <p:nvPr/>
        </p:nvSpPr>
        <p:spPr bwMode="auto">
          <a:xfrm>
            <a:off x="5867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6" name="Rectangle 1025"/>
          <p:cNvSpPr/>
          <p:nvPr/>
        </p:nvSpPr>
        <p:spPr bwMode="auto">
          <a:xfrm>
            <a:off x="5867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7" name="Rectangle 1026"/>
          <p:cNvSpPr/>
          <p:nvPr/>
        </p:nvSpPr>
        <p:spPr bwMode="auto">
          <a:xfrm>
            <a:off x="58674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8" name="Rectangle 1027"/>
          <p:cNvSpPr/>
          <p:nvPr/>
        </p:nvSpPr>
        <p:spPr bwMode="auto">
          <a:xfrm>
            <a:off x="58674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9" name="Rectangle 1028"/>
          <p:cNvSpPr/>
          <p:nvPr/>
        </p:nvSpPr>
        <p:spPr bwMode="auto">
          <a:xfrm>
            <a:off x="586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0" name="Rectangle 1029"/>
          <p:cNvSpPr/>
          <p:nvPr/>
        </p:nvSpPr>
        <p:spPr bwMode="auto">
          <a:xfrm>
            <a:off x="58674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1" name="Rectangle 1030"/>
          <p:cNvSpPr/>
          <p:nvPr/>
        </p:nvSpPr>
        <p:spPr bwMode="auto">
          <a:xfrm>
            <a:off x="58674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2" name="Rectangle 1031"/>
          <p:cNvSpPr/>
          <p:nvPr/>
        </p:nvSpPr>
        <p:spPr bwMode="auto">
          <a:xfrm>
            <a:off x="5867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3" name="Rectangle 1032"/>
          <p:cNvSpPr/>
          <p:nvPr/>
        </p:nvSpPr>
        <p:spPr bwMode="auto">
          <a:xfrm>
            <a:off x="7696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4" name="Rectangle 1033"/>
          <p:cNvSpPr/>
          <p:nvPr/>
        </p:nvSpPr>
        <p:spPr bwMode="auto">
          <a:xfrm>
            <a:off x="4953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5" name="Rectangle 1034"/>
          <p:cNvSpPr/>
          <p:nvPr/>
        </p:nvSpPr>
        <p:spPr bwMode="auto">
          <a:xfrm>
            <a:off x="49530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6" name="Rectangle 1035"/>
          <p:cNvSpPr/>
          <p:nvPr/>
        </p:nvSpPr>
        <p:spPr bwMode="auto">
          <a:xfrm>
            <a:off x="495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7" name="Rectangle 1036"/>
          <p:cNvSpPr/>
          <p:nvPr/>
        </p:nvSpPr>
        <p:spPr bwMode="auto">
          <a:xfrm>
            <a:off x="7696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8" name="Rectangle 1037"/>
          <p:cNvSpPr/>
          <p:nvPr/>
        </p:nvSpPr>
        <p:spPr bwMode="auto">
          <a:xfrm>
            <a:off x="76962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9" name="Rectangle 1038"/>
          <p:cNvSpPr/>
          <p:nvPr/>
        </p:nvSpPr>
        <p:spPr bwMode="auto">
          <a:xfrm>
            <a:off x="76962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0" name="Rectangle 1039"/>
          <p:cNvSpPr/>
          <p:nvPr/>
        </p:nvSpPr>
        <p:spPr bwMode="auto">
          <a:xfrm>
            <a:off x="67818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1" name="Rectangle 1040"/>
          <p:cNvSpPr/>
          <p:nvPr/>
        </p:nvSpPr>
        <p:spPr bwMode="auto">
          <a:xfrm>
            <a:off x="6781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2" name="Rectangle 1041"/>
          <p:cNvSpPr/>
          <p:nvPr/>
        </p:nvSpPr>
        <p:spPr bwMode="auto">
          <a:xfrm>
            <a:off x="67818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3" name="Rectangle 1042"/>
          <p:cNvSpPr/>
          <p:nvPr/>
        </p:nvSpPr>
        <p:spPr bwMode="auto">
          <a:xfrm>
            <a:off x="6781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4" name="Rectangle 1043"/>
          <p:cNvSpPr/>
          <p:nvPr/>
        </p:nvSpPr>
        <p:spPr bwMode="auto">
          <a:xfrm>
            <a:off x="67818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5" name="Rectangle 1044"/>
          <p:cNvSpPr/>
          <p:nvPr/>
        </p:nvSpPr>
        <p:spPr bwMode="auto">
          <a:xfrm>
            <a:off x="67818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6" name="Rectangle 1045"/>
          <p:cNvSpPr/>
          <p:nvPr/>
        </p:nvSpPr>
        <p:spPr bwMode="auto">
          <a:xfrm>
            <a:off x="6781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7" name="Rectangle 1046"/>
          <p:cNvSpPr/>
          <p:nvPr/>
        </p:nvSpPr>
        <p:spPr bwMode="auto">
          <a:xfrm>
            <a:off x="6781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8" name="Rectangle 1047"/>
          <p:cNvSpPr/>
          <p:nvPr/>
        </p:nvSpPr>
        <p:spPr bwMode="auto">
          <a:xfrm>
            <a:off x="5715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49" name="Rectangle 1048"/>
          <p:cNvSpPr/>
          <p:nvPr/>
        </p:nvSpPr>
        <p:spPr bwMode="auto">
          <a:xfrm>
            <a:off x="4495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0" name="Rectangle 1049"/>
          <p:cNvSpPr/>
          <p:nvPr/>
        </p:nvSpPr>
        <p:spPr bwMode="auto">
          <a:xfrm>
            <a:off x="4495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1" name="Rectangle 1050"/>
          <p:cNvSpPr/>
          <p:nvPr/>
        </p:nvSpPr>
        <p:spPr bwMode="auto">
          <a:xfrm>
            <a:off x="4495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2" name="Rectangle 1051"/>
          <p:cNvSpPr/>
          <p:nvPr/>
        </p:nvSpPr>
        <p:spPr bwMode="auto">
          <a:xfrm>
            <a:off x="4495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3" name="Rectangle 1052"/>
          <p:cNvSpPr/>
          <p:nvPr/>
        </p:nvSpPr>
        <p:spPr bwMode="auto">
          <a:xfrm>
            <a:off x="4495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4" name="Rectangle 1053"/>
          <p:cNvSpPr/>
          <p:nvPr/>
        </p:nvSpPr>
        <p:spPr bwMode="auto">
          <a:xfrm>
            <a:off x="44958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5" name="Rectangle 1054"/>
          <p:cNvSpPr/>
          <p:nvPr/>
        </p:nvSpPr>
        <p:spPr bwMode="auto">
          <a:xfrm>
            <a:off x="4495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6" name="Rectangle 1055"/>
          <p:cNvSpPr/>
          <p:nvPr/>
        </p:nvSpPr>
        <p:spPr bwMode="auto">
          <a:xfrm>
            <a:off x="3124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7" name="Rectangle 1056"/>
          <p:cNvSpPr/>
          <p:nvPr/>
        </p:nvSpPr>
        <p:spPr bwMode="auto">
          <a:xfrm>
            <a:off x="3124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8" name="Rectangle 1057"/>
          <p:cNvSpPr/>
          <p:nvPr/>
        </p:nvSpPr>
        <p:spPr bwMode="auto">
          <a:xfrm>
            <a:off x="31242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9" name="Rectangle 1058"/>
          <p:cNvSpPr/>
          <p:nvPr/>
        </p:nvSpPr>
        <p:spPr bwMode="auto">
          <a:xfrm>
            <a:off x="31242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0" name="Rectangle 1059"/>
          <p:cNvSpPr/>
          <p:nvPr/>
        </p:nvSpPr>
        <p:spPr bwMode="auto">
          <a:xfrm>
            <a:off x="3124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1" name="Rectangle 1060"/>
          <p:cNvSpPr/>
          <p:nvPr/>
        </p:nvSpPr>
        <p:spPr bwMode="auto">
          <a:xfrm>
            <a:off x="31242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2" name="Rectangle 1061"/>
          <p:cNvSpPr/>
          <p:nvPr/>
        </p:nvSpPr>
        <p:spPr bwMode="auto">
          <a:xfrm>
            <a:off x="31242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3" name="Rectangle 1062"/>
          <p:cNvSpPr/>
          <p:nvPr/>
        </p:nvSpPr>
        <p:spPr bwMode="auto">
          <a:xfrm>
            <a:off x="3124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4" name="Rectangle 1063"/>
          <p:cNvSpPr/>
          <p:nvPr/>
        </p:nvSpPr>
        <p:spPr bwMode="auto">
          <a:xfrm>
            <a:off x="2667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5" name="Rectangle 1064"/>
          <p:cNvSpPr/>
          <p:nvPr/>
        </p:nvSpPr>
        <p:spPr bwMode="auto">
          <a:xfrm>
            <a:off x="2667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6" name="Rectangle 1065"/>
          <p:cNvSpPr/>
          <p:nvPr/>
        </p:nvSpPr>
        <p:spPr bwMode="auto">
          <a:xfrm>
            <a:off x="2667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7" name="Rectangle 1066"/>
          <p:cNvSpPr/>
          <p:nvPr/>
        </p:nvSpPr>
        <p:spPr bwMode="auto">
          <a:xfrm>
            <a:off x="2667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8" name="Rectangle 1067"/>
          <p:cNvSpPr/>
          <p:nvPr/>
        </p:nvSpPr>
        <p:spPr bwMode="auto">
          <a:xfrm>
            <a:off x="2667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9" name="Rectangle 1068"/>
          <p:cNvSpPr/>
          <p:nvPr/>
        </p:nvSpPr>
        <p:spPr bwMode="auto">
          <a:xfrm>
            <a:off x="2667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0" name="Rectangle 1069"/>
          <p:cNvSpPr/>
          <p:nvPr/>
        </p:nvSpPr>
        <p:spPr bwMode="auto">
          <a:xfrm>
            <a:off x="2667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1" name="Rectangle 1070"/>
          <p:cNvSpPr/>
          <p:nvPr/>
        </p:nvSpPr>
        <p:spPr bwMode="auto">
          <a:xfrm>
            <a:off x="2667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2" name="Rectangle 1071"/>
          <p:cNvSpPr/>
          <p:nvPr/>
        </p:nvSpPr>
        <p:spPr bwMode="auto">
          <a:xfrm>
            <a:off x="28194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3" name="Rectangle 1072"/>
          <p:cNvSpPr/>
          <p:nvPr/>
        </p:nvSpPr>
        <p:spPr bwMode="auto">
          <a:xfrm>
            <a:off x="3124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4" name="Rectangle 1073"/>
          <p:cNvSpPr/>
          <p:nvPr/>
        </p:nvSpPr>
        <p:spPr bwMode="auto">
          <a:xfrm>
            <a:off x="2971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5" name="Rectangle 1074"/>
          <p:cNvSpPr/>
          <p:nvPr/>
        </p:nvSpPr>
        <p:spPr bwMode="auto">
          <a:xfrm>
            <a:off x="3429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6" name="Rectangle 1075"/>
          <p:cNvSpPr/>
          <p:nvPr/>
        </p:nvSpPr>
        <p:spPr bwMode="auto">
          <a:xfrm>
            <a:off x="32766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7" name="Rectangle 1076"/>
          <p:cNvSpPr/>
          <p:nvPr/>
        </p:nvSpPr>
        <p:spPr bwMode="auto">
          <a:xfrm>
            <a:off x="35814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8" name="Rectangle 1077"/>
          <p:cNvSpPr/>
          <p:nvPr/>
        </p:nvSpPr>
        <p:spPr bwMode="auto">
          <a:xfrm>
            <a:off x="35814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9" name="Rectangle 1078"/>
          <p:cNvSpPr/>
          <p:nvPr/>
        </p:nvSpPr>
        <p:spPr bwMode="auto">
          <a:xfrm>
            <a:off x="35814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0" name="Rectangle 1079"/>
          <p:cNvSpPr/>
          <p:nvPr/>
        </p:nvSpPr>
        <p:spPr bwMode="auto">
          <a:xfrm>
            <a:off x="35814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1" name="Rectangle 1080"/>
          <p:cNvSpPr/>
          <p:nvPr/>
        </p:nvSpPr>
        <p:spPr bwMode="auto">
          <a:xfrm>
            <a:off x="35814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2" name="Rectangle 1081"/>
          <p:cNvSpPr/>
          <p:nvPr/>
        </p:nvSpPr>
        <p:spPr bwMode="auto">
          <a:xfrm>
            <a:off x="3581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3" name="Rectangle 1082"/>
          <p:cNvSpPr/>
          <p:nvPr/>
        </p:nvSpPr>
        <p:spPr bwMode="auto">
          <a:xfrm>
            <a:off x="38862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4" name="Rectangle 1083"/>
          <p:cNvSpPr/>
          <p:nvPr/>
        </p:nvSpPr>
        <p:spPr bwMode="auto">
          <a:xfrm>
            <a:off x="37338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5" name="Rectangle 1084"/>
          <p:cNvSpPr/>
          <p:nvPr/>
        </p:nvSpPr>
        <p:spPr bwMode="auto">
          <a:xfrm>
            <a:off x="4191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6" name="Rectangle 1085"/>
          <p:cNvSpPr/>
          <p:nvPr/>
        </p:nvSpPr>
        <p:spPr bwMode="auto">
          <a:xfrm>
            <a:off x="40386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7" name="Rectangle 1086"/>
          <p:cNvSpPr/>
          <p:nvPr/>
        </p:nvSpPr>
        <p:spPr bwMode="auto">
          <a:xfrm>
            <a:off x="43434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8" name="Rectangle 1087"/>
          <p:cNvSpPr/>
          <p:nvPr/>
        </p:nvSpPr>
        <p:spPr bwMode="auto">
          <a:xfrm>
            <a:off x="4648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89" name="Rectangle 1088"/>
          <p:cNvSpPr/>
          <p:nvPr/>
        </p:nvSpPr>
        <p:spPr bwMode="auto">
          <a:xfrm>
            <a:off x="4800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0" name="Rectangle 1089"/>
          <p:cNvSpPr/>
          <p:nvPr/>
        </p:nvSpPr>
        <p:spPr bwMode="auto">
          <a:xfrm>
            <a:off x="5105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1" name="Rectangle 1090"/>
          <p:cNvSpPr/>
          <p:nvPr/>
        </p:nvSpPr>
        <p:spPr bwMode="auto">
          <a:xfrm>
            <a:off x="4953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2" name="Rectangle 1091"/>
          <p:cNvSpPr/>
          <p:nvPr/>
        </p:nvSpPr>
        <p:spPr bwMode="auto">
          <a:xfrm>
            <a:off x="5410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3" name="Rectangle 1092"/>
          <p:cNvSpPr/>
          <p:nvPr/>
        </p:nvSpPr>
        <p:spPr bwMode="auto">
          <a:xfrm>
            <a:off x="5257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4" name="Rectangle 1093"/>
          <p:cNvSpPr/>
          <p:nvPr/>
        </p:nvSpPr>
        <p:spPr bwMode="auto">
          <a:xfrm>
            <a:off x="5562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5" name="Rectangle 1094"/>
          <p:cNvSpPr/>
          <p:nvPr/>
        </p:nvSpPr>
        <p:spPr bwMode="auto">
          <a:xfrm>
            <a:off x="6781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6" name="Rectangle 1095"/>
          <p:cNvSpPr/>
          <p:nvPr/>
        </p:nvSpPr>
        <p:spPr bwMode="auto">
          <a:xfrm>
            <a:off x="5867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7" name="Rectangle 1096"/>
          <p:cNvSpPr/>
          <p:nvPr/>
        </p:nvSpPr>
        <p:spPr bwMode="auto">
          <a:xfrm>
            <a:off x="6172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8" name="Rectangle 1097"/>
          <p:cNvSpPr/>
          <p:nvPr/>
        </p:nvSpPr>
        <p:spPr bwMode="auto">
          <a:xfrm>
            <a:off x="60198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99" name="Rectangle 1098"/>
          <p:cNvSpPr/>
          <p:nvPr/>
        </p:nvSpPr>
        <p:spPr bwMode="auto">
          <a:xfrm>
            <a:off x="6477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0" name="Rectangle 1099"/>
          <p:cNvSpPr/>
          <p:nvPr/>
        </p:nvSpPr>
        <p:spPr bwMode="auto">
          <a:xfrm>
            <a:off x="63246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1" name="Rectangle 1100"/>
          <p:cNvSpPr/>
          <p:nvPr/>
        </p:nvSpPr>
        <p:spPr bwMode="auto">
          <a:xfrm>
            <a:off x="6629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2" name="Rectangle 1101"/>
          <p:cNvSpPr/>
          <p:nvPr/>
        </p:nvSpPr>
        <p:spPr bwMode="auto">
          <a:xfrm>
            <a:off x="67818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3" name="Rectangle 1102"/>
          <p:cNvSpPr/>
          <p:nvPr/>
        </p:nvSpPr>
        <p:spPr bwMode="auto">
          <a:xfrm>
            <a:off x="67818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4" name="Rectangle 1103"/>
          <p:cNvSpPr/>
          <p:nvPr/>
        </p:nvSpPr>
        <p:spPr bwMode="auto">
          <a:xfrm>
            <a:off x="67818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5" name="Rectangle 1104"/>
          <p:cNvSpPr/>
          <p:nvPr/>
        </p:nvSpPr>
        <p:spPr bwMode="auto">
          <a:xfrm>
            <a:off x="67818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6" name="Rectangle 1105"/>
          <p:cNvSpPr/>
          <p:nvPr/>
        </p:nvSpPr>
        <p:spPr bwMode="auto">
          <a:xfrm>
            <a:off x="70866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7" name="Rectangle 1106"/>
          <p:cNvSpPr/>
          <p:nvPr/>
        </p:nvSpPr>
        <p:spPr bwMode="auto">
          <a:xfrm>
            <a:off x="6934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8" name="Rectangle 1107"/>
          <p:cNvSpPr/>
          <p:nvPr/>
        </p:nvSpPr>
        <p:spPr bwMode="auto">
          <a:xfrm>
            <a:off x="73914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9" name="Rectangle 1108"/>
          <p:cNvSpPr/>
          <p:nvPr/>
        </p:nvSpPr>
        <p:spPr bwMode="auto">
          <a:xfrm>
            <a:off x="7239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0" name="Rectangle 1109"/>
          <p:cNvSpPr/>
          <p:nvPr/>
        </p:nvSpPr>
        <p:spPr bwMode="auto">
          <a:xfrm>
            <a:off x="76962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1" name="Rectangle 1110"/>
          <p:cNvSpPr/>
          <p:nvPr/>
        </p:nvSpPr>
        <p:spPr bwMode="auto">
          <a:xfrm>
            <a:off x="7543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2" name="Rectangle 1111"/>
          <p:cNvSpPr/>
          <p:nvPr/>
        </p:nvSpPr>
        <p:spPr bwMode="auto">
          <a:xfrm>
            <a:off x="76962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3" name="Rectangle 1112"/>
          <p:cNvSpPr/>
          <p:nvPr/>
        </p:nvSpPr>
        <p:spPr bwMode="auto">
          <a:xfrm>
            <a:off x="7239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4" name="Rectangle 1113"/>
          <p:cNvSpPr/>
          <p:nvPr/>
        </p:nvSpPr>
        <p:spPr bwMode="auto">
          <a:xfrm>
            <a:off x="70866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5" name="Rectangle 1114"/>
          <p:cNvSpPr/>
          <p:nvPr/>
        </p:nvSpPr>
        <p:spPr bwMode="auto">
          <a:xfrm>
            <a:off x="7543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6" name="Rectangle 1115"/>
          <p:cNvSpPr/>
          <p:nvPr/>
        </p:nvSpPr>
        <p:spPr bwMode="auto">
          <a:xfrm>
            <a:off x="73914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7" name="Rectangle 1116"/>
          <p:cNvSpPr/>
          <p:nvPr/>
        </p:nvSpPr>
        <p:spPr bwMode="auto">
          <a:xfrm>
            <a:off x="31242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8" name="Rectangle 1117"/>
          <p:cNvSpPr/>
          <p:nvPr/>
        </p:nvSpPr>
        <p:spPr bwMode="auto">
          <a:xfrm>
            <a:off x="7696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9" name="Rectangle 1118"/>
          <p:cNvSpPr/>
          <p:nvPr/>
        </p:nvSpPr>
        <p:spPr bwMode="auto">
          <a:xfrm>
            <a:off x="69342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0" name="Rectangle 1119"/>
          <p:cNvSpPr/>
          <p:nvPr/>
        </p:nvSpPr>
        <p:spPr bwMode="auto">
          <a:xfrm>
            <a:off x="3429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1" name="Rectangle 1120"/>
          <p:cNvSpPr/>
          <p:nvPr/>
        </p:nvSpPr>
        <p:spPr bwMode="auto">
          <a:xfrm>
            <a:off x="3276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2" name="Rectangle 1121"/>
          <p:cNvSpPr/>
          <p:nvPr/>
        </p:nvSpPr>
        <p:spPr bwMode="auto">
          <a:xfrm>
            <a:off x="3733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3" name="Rectangle 1122"/>
          <p:cNvSpPr/>
          <p:nvPr/>
        </p:nvSpPr>
        <p:spPr bwMode="auto">
          <a:xfrm>
            <a:off x="35814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4" name="Rectangle 1123"/>
          <p:cNvSpPr/>
          <p:nvPr/>
        </p:nvSpPr>
        <p:spPr bwMode="auto">
          <a:xfrm>
            <a:off x="40386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5" name="Rectangle 1124"/>
          <p:cNvSpPr/>
          <p:nvPr/>
        </p:nvSpPr>
        <p:spPr bwMode="auto">
          <a:xfrm>
            <a:off x="3886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6" name="Rectangle 1125"/>
          <p:cNvSpPr/>
          <p:nvPr/>
        </p:nvSpPr>
        <p:spPr bwMode="auto">
          <a:xfrm>
            <a:off x="3124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7" name="Rectangle 1126"/>
          <p:cNvSpPr/>
          <p:nvPr/>
        </p:nvSpPr>
        <p:spPr bwMode="auto">
          <a:xfrm>
            <a:off x="4191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8" name="Rectangle 1127"/>
          <p:cNvSpPr/>
          <p:nvPr/>
        </p:nvSpPr>
        <p:spPr bwMode="auto">
          <a:xfrm>
            <a:off x="4343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29" name="Rectangle 1128"/>
          <p:cNvSpPr/>
          <p:nvPr/>
        </p:nvSpPr>
        <p:spPr bwMode="auto">
          <a:xfrm>
            <a:off x="4191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0" name="Rectangle 1129"/>
          <p:cNvSpPr/>
          <p:nvPr/>
        </p:nvSpPr>
        <p:spPr bwMode="auto">
          <a:xfrm>
            <a:off x="4191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1" name="Rectangle 1130"/>
          <p:cNvSpPr/>
          <p:nvPr/>
        </p:nvSpPr>
        <p:spPr bwMode="auto">
          <a:xfrm>
            <a:off x="4191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2" name="Rectangle 1131"/>
          <p:cNvSpPr/>
          <p:nvPr/>
        </p:nvSpPr>
        <p:spPr bwMode="auto">
          <a:xfrm>
            <a:off x="4191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3" name="Rectangle 1132"/>
          <p:cNvSpPr/>
          <p:nvPr/>
        </p:nvSpPr>
        <p:spPr bwMode="auto">
          <a:xfrm>
            <a:off x="4191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4" name="Rectangle 1133"/>
          <p:cNvSpPr/>
          <p:nvPr/>
        </p:nvSpPr>
        <p:spPr bwMode="auto">
          <a:xfrm>
            <a:off x="4800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5" name="Rectangle 1134"/>
          <p:cNvSpPr/>
          <p:nvPr/>
        </p:nvSpPr>
        <p:spPr bwMode="auto">
          <a:xfrm>
            <a:off x="4648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6" name="Rectangle 1135"/>
          <p:cNvSpPr/>
          <p:nvPr/>
        </p:nvSpPr>
        <p:spPr bwMode="auto">
          <a:xfrm>
            <a:off x="4953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7" name="Rectangle 1136"/>
          <p:cNvSpPr/>
          <p:nvPr/>
        </p:nvSpPr>
        <p:spPr bwMode="auto">
          <a:xfrm>
            <a:off x="4495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8" name="Rectangle 1137"/>
          <p:cNvSpPr/>
          <p:nvPr/>
        </p:nvSpPr>
        <p:spPr bwMode="auto">
          <a:xfrm>
            <a:off x="2362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39" name="Rectangle 1138"/>
          <p:cNvSpPr/>
          <p:nvPr/>
        </p:nvSpPr>
        <p:spPr bwMode="auto">
          <a:xfrm>
            <a:off x="2209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0" name="Rectangle 1139"/>
          <p:cNvSpPr/>
          <p:nvPr/>
        </p:nvSpPr>
        <p:spPr bwMode="auto">
          <a:xfrm>
            <a:off x="2667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1" name="Rectangle 1140"/>
          <p:cNvSpPr/>
          <p:nvPr/>
        </p:nvSpPr>
        <p:spPr bwMode="auto">
          <a:xfrm>
            <a:off x="25146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2" name="Rectangle 1141"/>
          <p:cNvSpPr/>
          <p:nvPr/>
        </p:nvSpPr>
        <p:spPr bwMode="auto">
          <a:xfrm>
            <a:off x="29718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3" name="Rectangle 1142"/>
          <p:cNvSpPr/>
          <p:nvPr/>
        </p:nvSpPr>
        <p:spPr bwMode="auto">
          <a:xfrm>
            <a:off x="28194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4" name="Rectangle 1143"/>
          <p:cNvSpPr/>
          <p:nvPr/>
        </p:nvSpPr>
        <p:spPr bwMode="auto">
          <a:xfrm>
            <a:off x="22098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5" name="Rectangle 1144"/>
          <p:cNvSpPr/>
          <p:nvPr/>
        </p:nvSpPr>
        <p:spPr bwMode="auto">
          <a:xfrm>
            <a:off x="22098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6" name="Rectangle 1145"/>
          <p:cNvSpPr/>
          <p:nvPr/>
        </p:nvSpPr>
        <p:spPr bwMode="auto">
          <a:xfrm>
            <a:off x="22098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7" name="Rectangle 1146"/>
          <p:cNvSpPr/>
          <p:nvPr/>
        </p:nvSpPr>
        <p:spPr bwMode="auto">
          <a:xfrm>
            <a:off x="1447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8" name="Rectangle 1147"/>
          <p:cNvSpPr/>
          <p:nvPr/>
        </p:nvSpPr>
        <p:spPr bwMode="auto">
          <a:xfrm>
            <a:off x="1295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9" name="Rectangle 1148"/>
          <p:cNvSpPr/>
          <p:nvPr/>
        </p:nvSpPr>
        <p:spPr bwMode="auto">
          <a:xfrm>
            <a:off x="17526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0" name="Rectangle 1149"/>
          <p:cNvSpPr/>
          <p:nvPr/>
        </p:nvSpPr>
        <p:spPr bwMode="auto">
          <a:xfrm>
            <a:off x="16002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1" name="Rectangle 1150"/>
          <p:cNvSpPr/>
          <p:nvPr/>
        </p:nvSpPr>
        <p:spPr bwMode="auto">
          <a:xfrm>
            <a:off x="20574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2" name="Rectangle 1151"/>
          <p:cNvSpPr/>
          <p:nvPr/>
        </p:nvSpPr>
        <p:spPr bwMode="auto">
          <a:xfrm>
            <a:off x="1905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3" name="Rectangle 1152"/>
          <p:cNvSpPr/>
          <p:nvPr/>
        </p:nvSpPr>
        <p:spPr bwMode="auto">
          <a:xfrm>
            <a:off x="11430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4" name="Rectangle 1153"/>
          <p:cNvSpPr/>
          <p:nvPr/>
        </p:nvSpPr>
        <p:spPr bwMode="auto">
          <a:xfrm>
            <a:off x="2209800" y="2971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5" name="Rectangle 1154"/>
          <p:cNvSpPr/>
          <p:nvPr/>
        </p:nvSpPr>
        <p:spPr bwMode="auto">
          <a:xfrm>
            <a:off x="1447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6" name="Rectangle 1155"/>
          <p:cNvSpPr/>
          <p:nvPr/>
        </p:nvSpPr>
        <p:spPr bwMode="auto">
          <a:xfrm>
            <a:off x="1295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7" name="Rectangle 1156"/>
          <p:cNvSpPr/>
          <p:nvPr/>
        </p:nvSpPr>
        <p:spPr bwMode="auto">
          <a:xfrm>
            <a:off x="1143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8" name="Rectangle 1157"/>
          <p:cNvSpPr/>
          <p:nvPr/>
        </p:nvSpPr>
        <p:spPr bwMode="auto">
          <a:xfrm>
            <a:off x="11430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9" name="Rectangle 1158"/>
          <p:cNvSpPr/>
          <p:nvPr/>
        </p:nvSpPr>
        <p:spPr bwMode="auto">
          <a:xfrm>
            <a:off x="11430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0" name="Rectangle 1159"/>
          <p:cNvSpPr/>
          <p:nvPr/>
        </p:nvSpPr>
        <p:spPr bwMode="auto">
          <a:xfrm>
            <a:off x="11430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1" name="Rectangle 1160"/>
          <p:cNvSpPr/>
          <p:nvPr/>
        </p:nvSpPr>
        <p:spPr bwMode="auto">
          <a:xfrm>
            <a:off x="1143000" y="3429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2" name="Rectangle 1161"/>
          <p:cNvSpPr/>
          <p:nvPr/>
        </p:nvSpPr>
        <p:spPr bwMode="auto">
          <a:xfrm>
            <a:off x="1143000" y="3276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3" name="Rectangle 1162"/>
          <p:cNvSpPr/>
          <p:nvPr/>
        </p:nvSpPr>
        <p:spPr bwMode="auto">
          <a:xfrm>
            <a:off x="1143000" y="3124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4" name="Rectangle 1163"/>
          <p:cNvSpPr/>
          <p:nvPr/>
        </p:nvSpPr>
        <p:spPr bwMode="auto">
          <a:xfrm>
            <a:off x="1752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5" name="Rectangle 1164"/>
          <p:cNvSpPr/>
          <p:nvPr/>
        </p:nvSpPr>
        <p:spPr bwMode="auto">
          <a:xfrm>
            <a:off x="1600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6" name="Rectangle 1165"/>
          <p:cNvSpPr/>
          <p:nvPr/>
        </p:nvSpPr>
        <p:spPr bwMode="auto">
          <a:xfrm>
            <a:off x="20574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7" name="Rectangle 1166"/>
          <p:cNvSpPr/>
          <p:nvPr/>
        </p:nvSpPr>
        <p:spPr bwMode="auto">
          <a:xfrm>
            <a:off x="19050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8" name="Rectangle 1167"/>
          <p:cNvSpPr/>
          <p:nvPr/>
        </p:nvSpPr>
        <p:spPr bwMode="auto">
          <a:xfrm>
            <a:off x="22098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69" name="Rectangle 1168"/>
          <p:cNvSpPr/>
          <p:nvPr/>
        </p:nvSpPr>
        <p:spPr bwMode="auto">
          <a:xfrm>
            <a:off x="2362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0" name="Rectangle 1169"/>
          <p:cNvSpPr/>
          <p:nvPr/>
        </p:nvSpPr>
        <p:spPr bwMode="auto">
          <a:xfrm>
            <a:off x="25146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44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29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75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60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90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4" name="Rectangle 563"/>
          <p:cNvSpPr/>
          <p:nvPr/>
        </p:nvSpPr>
        <p:spPr bwMode="auto">
          <a:xfrm>
            <a:off x="1143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5" name="Rectangle 564"/>
          <p:cNvSpPr/>
          <p:nvPr/>
        </p:nvSpPr>
        <p:spPr bwMode="auto">
          <a:xfrm>
            <a:off x="22098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44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29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75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60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90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2" name="Rectangle 571"/>
          <p:cNvSpPr/>
          <p:nvPr/>
        </p:nvSpPr>
        <p:spPr bwMode="auto">
          <a:xfrm>
            <a:off x="1143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3" name="Rectangle 572"/>
          <p:cNvSpPr/>
          <p:nvPr/>
        </p:nvSpPr>
        <p:spPr bwMode="auto">
          <a:xfrm>
            <a:off x="22098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0" name="Rectangle 579"/>
          <p:cNvSpPr/>
          <p:nvPr/>
        </p:nvSpPr>
        <p:spPr bwMode="auto">
          <a:xfrm>
            <a:off x="114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1" name="Rectangle 580"/>
          <p:cNvSpPr/>
          <p:nvPr/>
        </p:nvSpPr>
        <p:spPr bwMode="auto">
          <a:xfrm>
            <a:off x="22098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3" name="Rectangle 622"/>
          <p:cNvSpPr/>
          <p:nvPr/>
        </p:nvSpPr>
        <p:spPr bwMode="auto">
          <a:xfrm>
            <a:off x="1143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4" name="Rectangle 623"/>
          <p:cNvSpPr/>
          <p:nvPr/>
        </p:nvSpPr>
        <p:spPr bwMode="auto">
          <a:xfrm>
            <a:off x="22098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4" name="Rectangle 803"/>
          <p:cNvSpPr/>
          <p:nvPr/>
        </p:nvSpPr>
        <p:spPr bwMode="auto">
          <a:xfrm>
            <a:off x="1143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5" name="Rectangle 804"/>
          <p:cNvSpPr/>
          <p:nvPr/>
        </p:nvSpPr>
        <p:spPr bwMode="auto">
          <a:xfrm>
            <a:off x="22098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3" name="Rectangle 922"/>
          <p:cNvSpPr/>
          <p:nvPr/>
        </p:nvSpPr>
        <p:spPr bwMode="auto">
          <a:xfrm>
            <a:off x="1143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0" name="Rectangle 929"/>
          <p:cNvSpPr/>
          <p:nvPr/>
        </p:nvSpPr>
        <p:spPr bwMode="auto">
          <a:xfrm>
            <a:off x="22098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514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362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819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667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97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514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362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819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667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97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49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34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64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4" name="Rectangle 1213"/>
          <p:cNvSpPr/>
          <p:nvPr/>
        </p:nvSpPr>
        <p:spPr bwMode="auto">
          <a:xfrm>
            <a:off x="4953000" y="2819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49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34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64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9" name="Rectangle 1218"/>
          <p:cNvSpPr/>
          <p:nvPr/>
        </p:nvSpPr>
        <p:spPr bwMode="auto">
          <a:xfrm>
            <a:off x="4953000" y="2667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257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5105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562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410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715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257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5105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562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410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715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4" name="Rectangle 1253"/>
          <p:cNvSpPr/>
          <p:nvPr/>
        </p:nvSpPr>
        <p:spPr bwMode="auto">
          <a:xfrm>
            <a:off x="4953000" y="2514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9" name="Rectangle 1258"/>
          <p:cNvSpPr/>
          <p:nvPr/>
        </p:nvSpPr>
        <p:spPr bwMode="auto">
          <a:xfrm>
            <a:off x="49530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4" name="Rectangle 1273"/>
          <p:cNvSpPr/>
          <p:nvPr/>
        </p:nvSpPr>
        <p:spPr bwMode="auto">
          <a:xfrm>
            <a:off x="49530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9" name="Rectangle 1278"/>
          <p:cNvSpPr/>
          <p:nvPr/>
        </p:nvSpPr>
        <p:spPr bwMode="auto">
          <a:xfrm>
            <a:off x="4953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601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1" name="Rectangle 1290"/>
          <p:cNvSpPr/>
          <p:nvPr/>
        </p:nvSpPr>
        <p:spPr bwMode="auto">
          <a:xfrm>
            <a:off x="58674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32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17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47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78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62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7086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934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239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601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1" name="Rectangle 1300"/>
          <p:cNvSpPr/>
          <p:nvPr/>
        </p:nvSpPr>
        <p:spPr bwMode="auto">
          <a:xfrm>
            <a:off x="58674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32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17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47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6" name="Rectangle 1305"/>
          <p:cNvSpPr/>
          <p:nvPr/>
        </p:nvSpPr>
        <p:spPr bwMode="auto">
          <a:xfrm>
            <a:off x="58674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78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62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7086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934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239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391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3" name="Rectangle 1322"/>
          <p:cNvSpPr/>
          <p:nvPr/>
        </p:nvSpPr>
        <p:spPr bwMode="auto">
          <a:xfrm>
            <a:off x="7696200" y="2362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391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3" name="Rectangle 1332"/>
          <p:cNvSpPr/>
          <p:nvPr/>
        </p:nvSpPr>
        <p:spPr bwMode="auto">
          <a:xfrm>
            <a:off x="7696200" y="220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8" name="Rectangle 1337"/>
          <p:cNvSpPr/>
          <p:nvPr/>
        </p:nvSpPr>
        <p:spPr bwMode="auto">
          <a:xfrm>
            <a:off x="7696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27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1" name="Rectangle 1350"/>
          <p:cNvSpPr/>
          <p:nvPr/>
        </p:nvSpPr>
        <p:spPr bwMode="auto">
          <a:xfrm>
            <a:off x="31242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58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42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73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88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7" name="Rectangle 1356"/>
          <p:cNvSpPr/>
          <p:nvPr/>
        </p:nvSpPr>
        <p:spPr bwMode="auto">
          <a:xfrm>
            <a:off x="4191000" y="205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1" name="Rectangle 1360"/>
          <p:cNvSpPr/>
          <p:nvPr/>
        </p:nvSpPr>
        <p:spPr bwMode="auto">
          <a:xfrm>
            <a:off x="11430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9" name="Rectangle 1368"/>
          <p:cNvSpPr/>
          <p:nvPr/>
        </p:nvSpPr>
        <p:spPr bwMode="auto">
          <a:xfrm>
            <a:off x="11430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7" name="Rectangle 1376"/>
          <p:cNvSpPr/>
          <p:nvPr/>
        </p:nvSpPr>
        <p:spPr bwMode="auto">
          <a:xfrm>
            <a:off x="11430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5" name="Rectangle 1384"/>
          <p:cNvSpPr/>
          <p:nvPr/>
        </p:nvSpPr>
        <p:spPr bwMode="auto">
          <a:xfrm>
            <a:off x="11430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3" name="Rectangle 1392"/>
          <p:cNvSpPr/>
          <p:nvPr/>
        </p:nvSpPr>
        <p:spPr bwMode="auto">
          <a:xfrm>
            <a:off x="11430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1" name="Rectangle 1400"/>
          <p:cNvSpPr/>
          <p:nvPr/>
        </p:nvSpPr>
        <p:spPr bwMode="auto">
          <a:xfrm>
            <a:off x="11430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990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838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295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9" name="Rectangle 1438"/>
          <p:cNvSpPr/>
          <p:nvPr/>
        </p:nvSpPr>
        <p:spPr bwMode="auto">
          <a:xfrm>
            <a:off x="1143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600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447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68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752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295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7" name="Rectangle 1446"/>
          <p:cNvSpPr/>
          <p:nvPr/>
        </p:nvSpPr>
        <p:spPr bwMode="auto">
          <a:xfrm>
            <a:off x="11430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600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447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68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752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2057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905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362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209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514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2057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905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362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209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514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2" name="Rectangle 1461"/>
          <p:cNvSpPr/>
          <p:nvPr/>
        </p:nvSpPr>
        <p:spPr bwMode="auto">
          <a:xfrm>
            <a:off x="9906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3" name="Rectangle 1462"/>
          <p:cNvSpPr/>
          <p:nvPr/>
        </p:nvSpPr>
        <p:spPr bwMode="auto">
          <a:xfrm>
            <a:off x="8382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29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5" name="Rectangle 1464"/>
          <p:cNvSpPr/>
          <p:nvPr/>
        </p:nvSpPr>
        <p:spPr bwMode="auto">
          <a:xfrm>
            <a:off x="1143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60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44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8" name="Rectangle 1467"/>
          <p:cNvSpPr/>
          <p:nvPr/>
        </p:nvSpPr>
        <p:spPr bwMode="auto">
          <a:xfrm>
            <a:off x="68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75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205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90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36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20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51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800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648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510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953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41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25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1" name="Rectangle 1480"/>
          <p:cNvSpPr/>
          <p:nvPr/>
        </p:nvSpPr>
        <p:spPr bwMode="auto">
          <a:xfrm>
            <a:off x="449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56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86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71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17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601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32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819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2" name="Rectangle 1501"/>
          <p:cNvSpPr/>
          <p:nvPr/>
        </p:nvSpPr>
        <p:spPr bwMode="auto">
          <a:xfrm>
            <a:off x="26670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312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971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42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27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8" name="Rectangle 1507"/>
          <p:cNvSpPr/>
          <p:nvPr/>
        </p:nvSpPr>
        <p:spPr bwMode="auto">
          <a:xfrm>
            <a:off x="35814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886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73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19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403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34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81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5" name="Rectangle 1514"/>
          <p:cNvSpPr/>
          <p:nvPr/>
        </p:nvSpPr>
        <p:spPr bwMode="auto">
          <a:xfrm>
            <a:off x="2667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312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971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42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27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1" name="Rectangle 1520"/>
          <p:cNvSpPr/>
          <p:nvPr/>
        </p:nvSpPr>
        <p:spPr bwMode="auto">
          <a:xfrm>
            <a:off x="3581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886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73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191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4038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343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886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73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19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403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34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7" name="Rectangle 1556"/>
          <p:cNvSpPr/>
          <p:nvPr/>
        </p:nvSpPr>
        <p:spPr bwMode="auto">
          <a:xfrm>
            <a:off x="7696200" y="4343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5" name="Rectangle 1564"/>
          <p:cNvSpPr/>
          <p:nvPr/>
        </p:nvSpPr>
        <p:spPr bwMode="auto">
          <a:xfrm>
            <a:off x="7696200" y="4191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3" name="Rectangle 1572"/>
          <p:cNvSpPr/>
          <p:nvPr/>
        </p:nvSpPr>
        <p:spPr bwMode="auto">
          <a:xfrm>
            <a:off x="7696200" y="4038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1" name="Rectangle 1580"/>
          <p:cNvSpPr/>
          <p:nvPr/>
        </p:nvSpPr>
        <p:spPr bwMode="auto">
          <a:xfrm>
            <a:off x="7696200" y="3886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9" name="Rectangle 1588"/>
          <p:cNvSpPr/>
          <p:nvPr/>
        </p:nvSpPr>
        <p:spPr bwMode="auto">
          <a:xfrm>
            <a:off x="7696200" y="3733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7" name="Rectangle 1596"/>
          <p:cNvSpPr/>
          <p:nvPr/>
        </p:nvSpPr>
        <p:spPr bwMode="auto">
          <a:xfrm>
            <a:off x="7696200" y="3581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5" name="Rectangle 1604"/>
          <p:cNvSpPr/>
          <p:nvPr/>
        </p:nvSpPr>
        <p:spPr bwMode="auto">
          <a:xfrm>
            <a:off x="7696200" y="4648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3" name="Rectangle 1612"/>
          <p:cNvSpPr/>
          <p:nvPr/>
        </p:nvSpPr>
        <p:spPr bwMode="auto">
          <a:xfrm>
            <a:off x="7696200" y="4495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1" name="Rectangle 1620"/>
          <p:cNvSpPr/>
          <p:nvPr/>
        </p:nvSpPr>
        <p:spPr bwMode="auto">
          <a:xfrm>
            <a:off x="7696200" y="4800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23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708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54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391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4" name="Rectangle 1643"/>
          <p:cNvSpPr/>
          <p:nvPr/>
        </p:nvSpPr>
        <p:spPr bwMode="auto">
          <a:xfrm>
            <a:off x="78486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5" name="Rectangle 1644"/>
          <p:cNvSpPr/>
          <p:nvPr/>
        </p:nvSpPr>
        <p:spPr bwMode="auto">
          <a:xfrm>
            <a:off x="76962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93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7" name="Rectangle 1646"/>
          <p:cNvSpPr/>
          <p:nvPr/>
        </p:nvSpPr>
        <p:spPr bwMode="auto">
          <a:xfrm>
            <a:off x="80010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23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708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54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391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84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3" name="Rectangle 1652"/>
          <p:cNvSpPr/>
          <p:nvPr/>
        </p:nvSpPr>
        <p:spPr bwMode="auto">
          <a:xfrm>
            <a:off x="7696200" y="525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93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800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239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7086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391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84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1" name="Rectangle 1660"/>
          <p:cNvSpPr/>
          <p:nvPr/>
        </p:nvSpPr>
        <p:spPr bwMode="auto">
          <a:xfrm>
            <a:off x="7696200" y="5105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934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800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9" name="Rectangle 1668"/>
          <p:cNvSpPr/>
          <p:nvPr/>
        </p:nvSpPr>
        <p:spPr bwMode="auto">
          <a:xfrm>
            <a:off x="7696200" y="4953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9" name="Rectangle 1698"/>
          <p:cNvSpPr/>
          <p:nvPr/>
        </p:nvSpPr>
        <p:spPr bwMode="auto">
          <a:xfrm>
            <a:off x="6781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62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477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30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30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30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30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30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30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30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30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30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30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30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30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2" name="Rectangle 1791"/>
          <p:cNvSpPr/>
          <p:nvPr/>
        </p:nvSpPr>
        <p:spPr bwMode="auto">
          <a:xfrm>
            <a:off x="8153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3" name="Rectangle 1792"/>
          <p:cNvSpPr/>
          <p:nvPr/>
        </p:nvSpPr>
        <p:spPr bwMode="auto">
          <a:xfrm>
            <a:off x="83058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15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30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15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30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30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30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30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30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30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30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30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30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53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53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2" name="Rectangle 1821"/>
          <p:cNvSpPr/>
          <p:nvPr/>
        </p:nvSpPr>
        <p:spPr bwMode="auto">
          <a:xfrm>
            <a:off x="533400" y="541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7" name="Rectangle 1836"/>
          <p:cNvSpPr/>
          <p:nvPr/>
        </p:nvSpPr>
        <p:spPr bwMode="auto">
          <a:xfrm>
            <a:off x="9906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8" name="Rectangle 1837"/>
          <p:cNvSpPr/>
          <p:nvPr/>
        </p:nvSpPr>
        <p:spPr bwMode="auto">
          <a:xfrm>
            <a:off x="11430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1" name="Rectangle 1340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2" name="Rectangle 1341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3" name="Rectangle 1342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4" name="Rectangle 1343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5" name="Rectangle 1344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6" name="Rectangle 1345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7" name="Rectangle 1346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8" name="Rectangle 1347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9" name="Rectangle 1348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8" name="Rectangle 1487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9" name="Rectangle 1488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0" name="Rectangle 1489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3" name="Rectangle 1492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4" name="Rectangle 1493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6" name="Rectangle 1495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7" name="Rectangle 1496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8" name="Rectangle 1497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9" name="Rectangle 1498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0" name="Rectangle 1499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0" name="Rectangle 15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4" name="Rectangle 1623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5" name="Rectangle 1624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6" name="Rectangle 1625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7" name="Rectangle 1626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8" name="Rectangle 1627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9" name="Rectangle 1628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0" name="Rectangle 1629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27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342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358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373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3886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" name="Rectangle 1688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0" name="Rectangle 1689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1" name="Rectangle 1690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2" name="Rectangle 1691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3" name="Rectangle 1692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4" name="Rectangle 1693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5" name="Rectangle 1694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6" name="Rectangle 1695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7" name="Rectangle 1696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8" name="Rectangle 1697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2" name="Rectangle 1701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3" name="Rectangle 1702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4" name="Rectangle 1703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8" name="Rectangle 1737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1" name="Rectangle 174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7" name="Rectangle 1746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9" name="Rectangle 1758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2" name="Rectangle 1761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5" name="Rectangle 1764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Rectangle 1840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2" name="Rectangle 1841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3" name="Rectangle 1842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4" name="Rectangle 184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5" name="Rectangle 1844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6" name="Rectangle 1845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7" name="Rectangle 1846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8" name="Rectangle 1847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9" name="Rectangle 184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0" name="Rectangle 1849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1" name="Rectangle 1850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2" name="Rectangle 1851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3" name="Rectangle 1852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4" name="Rectangle 185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5" name="Rectangle 1854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6" name="Rectangle 1855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7" name="Rectangle 1856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8" name="Rectangle 1857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9" name="Rectangle 1858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0" name="Rectangle 1859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1" name="Rectangle 1860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2" name="Rectangle 1861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3" name="Rectangle 1862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4" name="Rectangle 1863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5" name="Rectangle 1864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6" name="Rectangle 1865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7" name="Rectangle 1866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8" name="Rectangle 1867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9" name="Rectangle 1868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0" name="Rectangle 1869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1" name="Rectangle 1870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2" name="Rectangle 1871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3" name="Rectangle 1872"/>
          <p:cNvSpPr/>
          <p:nvPr/>
        </p:nvSpPr>
        <p:spPr bwMode="auto">
          <a:xfrm>
            <a:off x="830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6" name="Rectangle 1875"/>
          <p:cNvSpPr/>
          <p:nvPr/>
        </p:nvSpPr>
        <p:spPr bwMode="auto">
          <a:xfrm>
            <a:off x="784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7" name="Rectangle 1876"/>
          <p:cNvSpPr/>
          <p:nvPr/>
        </p:nvSpPr>
        <p:spPr bwMode="auto">
          <a:xfrm>
            <a:off x="8001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8" name="Rectangle 1877"/>
          <p:cNvSpPr/>
          <p:nvPr/>
        </p:nvSpPr>
        <p:spPr bwMode="auto">
          <a:xfrm>
            <a:off x="815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9" name="Rectangle 1878"/>
          <p:cNvSpPr/>
          <p:nvPr/>
        </p:nvSpPr>
        <p:spPr bwMode="auto">
          <a:xfrm>
            <a:off x="830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2" name="Rectangle 1881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3" name="Rectangle 1882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4" name="Rectangle 1883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5" name="Rectangle 1884"/>
          <p:cNvSpPr/>
          <p:nvPr/>
        </p:nvSpPr>
        <p:spPr bwMode="auto">
          <a:xfrm>
            <a:off x="830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8" name="Rectangle 1887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9" name="Rectangle 1888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0" name="Rectangle 1889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1" name="Rectangle 1890"/>
          <p:cNvSpPr/>
          <p:nvPr/>
        </p:nvSpPr>
        <p:spPr bwMode="auto">
          <a:xfrm>
            <a:off x="830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5" name="Rectangle 1324"/>
          <p:cNvSpPr/>
          <p:nvPr/>
        </p:nvSpPr>
        <p:spPr bwMode="auto">
          <a:xfrm>
            <a:off x="1143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5" name="Rectangle 1494"/>
          <p:cNvSpPr/>
          <p:nvPr/>
        </p:nvSpPr>
        <p:spPr bwMode="auto">
          <a:xfrm>
            <a:off x="22098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7" name="Rectangle 1506"/>
          <p:cNvSpPr/>
          <p:nvPr/>
        </p:nvSpPr>
        <p:spPr bwMode="auto">
          <a:xfrm>
            <a:off x="22098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7" name="Rectangle 1676"/>
          <p:cNvSpPr/>
          <p:nvPr/>
        </p:nvSpPr>
        <p:spPr bwMode="auto">
          <a:xfrm>
            <a:off x="31242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8" name="Rectangle 1677"/>
          <p:cNvSpPr/>
          <p:nvPr/>
        </p:nvSpPr>
        <p:spPr bwMode="auto">
          <a:xfrm>
            <a:off x="3124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3" name="Rectangle 1682"/>
          <p:cNvSpPr/>
          <p:nvPr/>
        </p:nvSpPr>
        <p:spPr bwMode="auto">
          <a:xfrm>
            <a:off x="4191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4" name="Rectangle 1683"/>
          <p:cNvSpPr/>
          <p:nvPr/>
        </p:nvSpPr>
        <p:spPr bwMode="auto">
          <a:xfrm>
            <a:off x="4191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4" name="Rectangle 1743"/>
          <p:cNvSpPr/>
          <p:nvPr/>
        </p:nvSpPr>
        <p:spPr bwMode="auto">
          <a:xfrm>
            <a:off x="4191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4" name="Rectangle 1873"/>
          <p:cNvSpPr/>
          <p:nvPr/>
        </p:nvSpPr>
        <p:spPr bwMode="auto">
          <a:xfrm>
            <a:off x="4953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5" name="Rectangle 1874"/>
          <p:cNvSpPr/>
          <p:nvPr/>
        </p:nvSpPr>
        <p:spPr bwMode="auto">
          <a:xfrm>
            <a:off x="49530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0" name="Rectangle 1879"/>
          <p:cNvSpPr/>
          <p:nvPr/>
        </p:nvSpPr>
        <p:spPr bwMode="auto">
          <a:xfrm>
            <a:off x="4953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1" name="Rectangle 1880"/>
          <p:cNvSpPr/>
          <p:nvPr/>
        </p:nvSpPr>
        <p:spPr bwMode="auto">
          <a:xfrm>
            <a:off x="58674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6" name="Rectangle 1885"/>
          <p:cNvSpPr/>
          <p:nvPr/>
        </p:nvSpPr>
        <p:spPr bwMode="auto">
          <a:xfrm>
            <a:off x="58674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7" name="Rectangle 1886"/>
          <p:cNvSpPr/>
          <p:nvPr/>
        </p:nvSpPr>
        <p:spPr bwMode="auto">
          <a:xfrm>
            <a:off x="58674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2" name="Rectangle 1891"/>
          <p:cNvSpPr/>
          <p:nvPr/>
        </p:nvSpPr>
        <p:spPr bwMode="auto">
          <a:xfrm>
            <a:off x="76962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3" name="Rectangle 1892"/>
          <p:cNvSpPr/>
          <p:nvPr/>
        </p:nvSpPr>
        <p:spPr bwMode="auto">
          <a:xfrm>
            <a:off x="7696200" y="190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4" name="Rectangle 1893"/>
          <p:cNvSpPr/>
          <p:nvPr/>
        </p:nvSpPr>
        <p:spPr bwMode="auto">
          <a:xfrm>
            <a:off x="76962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5" name="Rectangle 1894"/>
          <p:cNvSpPr/>
          <p:nvPr/>
        </p:nvSpPr>
        <p:spPr bwMode="auto">
          <a:xfrm>
            <a:off x="708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6" name="Rectangle 1895"/>
          <p:cNvSpPr/>
          <p:nvPr/>
        </p:nvSpPr>
        <p:spPr bwMode="auto">
          <a:xfrm>
            <a:off x="723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7" name="Rectangle 1896"/>
          <p:cNvSpPr/>
          <p:nvPr/>
        </p:nvSpPr>
        <p:spPr bwMode="auto">
          <a:xfrm>
            <a:off x="739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8" name="Rectangle 1897"/>
          <p:cNvSpPr/>
          <p:nvPr/>
        </p:nvSpPr>
        <p:spPr bwMode="auto">
          <a:xfrm>
            <a:off x="754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9" name="Rectangle 1898"/>
          <p:cNvSpPr/>
          <p:nvPr/>
        </p:nvSpPr>
        <p:spPr bwMode="auto">
          <a:xfrm>
            <a:off x="647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662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1" name="Rectangle 1900"/>
          <p:cNvSpPr/>
          <p:nvPr/>
        </p:nvSpPr>
        <p:spPr bwMode="auto">
          <a:xfrm>
            <a:off x="678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2" name="Rectangle 1901"/>
          <p:cNvSpPr/>
          <p:nvPr/>
        </p:nvSpPr>
        <p:spPr bwMode="auto">
          <a:xfrm>
            <a:off x="6934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3" name="Rectangle 1902"/>
          <p:cNvSpPr/>
          <p:nvPr/>
        </p:nvSpPr>
        <p:spPr bwMode="auto">
          <a:xfrm>
            <a:off x="525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4" name="Rectangle 1903"/>
          <p:cNvSpPr/>
          <p:nvPr/>
        </p:nvSpPr>
        <p:spPr bwMode="auto">
          <a:xfrm>
            <a:off x="541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5" name="Rectangle 1904"/>
          <p:cNvSpPr/>
          <p:nvPr/>
        </p:nvSpPr>
        <p:spPr bwMode="auto">
          <a:xfrm>
            <a:off x="556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6" name="Rectangle 1905"/>
          <p:cNvSpPr/>
          <p:nvPr/>
        </p:nvSpPr>
        <p:spPr bwMode="auto">
          <a:xfrm>
            <a:off x="571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434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449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464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480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358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373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3886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403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297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236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251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8" name="Rectangle 1917"/>
          <p:cNvSpPr/>
          <p:nvPr/>
        </p:nvSpPr>
        <p:spPr bwMode="auto">
          <a:xfrm>
            <a:off x="266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9" name="Rectangle 1918"/>
          <p:cNvSpPr/>
          <p:nvPr/>
        </p:nvSpPr>
        <p:spPr bwMode="auto">
          <a:xfrm>
            <a:off x="281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0" name="Rectangle 1919"/>
          <p:cNvSpPr/>
          <p:nvPr/>
        </p:nvSpPr>
        <p:spPr bwMode="auto">
          <a:xfrm>
            <a:off x="2057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1" name="Rectangle 1920"/>
          <p:cNvSpPr/>
          <p:nvPr/>
        </p:nvSpPr>
        <p:spPr bwMode="auto">
          <a:xfrm>
            <a:off x="144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2" name="Rectangle 1921"/>
          <p:cNvSpPr/>
          <p:nvPr/>
        </p:nvSpPr>
        <p:spPr bwMode="auto">
          <a:xfrm>
            <a:off x="160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175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190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99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129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53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68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9" name="Rectangle 1928"/>
          <p:cNvSpPr/>
          <p:nvPr/>
        </p:nvSpPr>
        <p:spPr bwMode="auto">
          <a:xfrm>
            <a:off x="83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0" name="Rectangle 1929"/>
          <p:cNvSpPr/>
          <p:nvPr/>
        </p:nvSpPr>
        <p:spPr bwMode="auto">
          <a:xfrm>
            <a:off x="99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1" name="Rectangle 1930"/>
          <p:cNvSpPr/>
          <p:nvPr/>
        </p:nvSpPr>
        <p:spPr bwMode="auto">
          <a:xfrm>
            <a:off x="53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2" name="Rectangle 1931"/>
          <p:cNvSpPr/>
          <p:nvPr/>
        </p:nvSpPr>
        <p:spPr bwMode="auto">
          <a:xfrm>
            <a:off x="68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3" name="Rectangle 1932"/>
          <p:cNvSpPr/>
          <p:nvPr/>
        </p:nvSpPr>
        <p:spPr bwMode="auto">
          <a:xfrm>
            <a:off x="83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4" name="Rectangle 1933"/>
          <p:cNvSpPr/>
          <p:nvPr/>
        </p:nvSpPr>
        <p:spPr bwMode="auto">
          <a:xfrm>
            <a:off x="99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5" name="Rectangle 1934"/>
          <p:cNvSpPr/>
          <p:nvPr/>
        </p:nvSpPr>
        <p:spPr bwMode="auto">
          <a:xfrm>
            <a:off x="53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6" name="Rectangle 1935"/>
          <p:cNvSpPr/>
          <p:nvPr/>
        </p:nvSpPr>
        <p:spPr bwMode="auto">
          <a:xfrm>
            <a:off x="68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7" name="Rectangle 1936"/>
          <p:cNvSpPr/>
          <p:nvPr/>
        </p:nvSpPr>
        <p:spPr bwMode="auto">
          <a:xfrm>
            <a:off x="83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8" name="Rectangle 1937"/>
          <p:cNvSpPr/>
          <p:nvPr/>
        </p:nvSpPr>
        <p:spPr bwMode="auto">
          <a:xfrm>
            <a:off x="2057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9" name="Rectangle 1938"/>
          <p:cNvSpPr/>
          <p:nvPr/>
        </p:nvSpPr>
        <p:spPr bwMode="auto">
          <a:xfrm>
            <a:off x="144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0" name="Rectangle 1939"/>
          <p:cNvSpPr/>
          <p:nvPr/>
        </p:nvSpPr>
        <p:spPr bwMode="auto">
          <a:xfrm>
            <a:off x="160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1" name="Rectangle 1940"/>
          <p:cNvSpPr/>
          <p:nvPr/>
        </p:nvSpPr>
        <p:spPr bwMode="auto">
          <a:xfrm>
            <a:off x="175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2" name="Rectangle 1941"/>
          <p:cNvSpPr/>
          <p:nvPr/>
        </p:nvSpPr>
        <p:spPr bwMode="auto">
          <a:xfrm>
            <a:off x="190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3" name="Rectangle 1942"/>
          <p:cNvSpPr/>
          <p:nvPr/>
        </p:nvSpPr>
        <p:spPr bwMode="auto">
          <a:xfrm>
            <a:off x="129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4" name="Rectangle 1943"/>
          <p:cNvSpPr/>
          <p:nvPr/>
        </p:nvSpPr>
        <p:spPr bwMode="auto">
          <a:xfrm>
            <a:off x="297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5" name="Rectangle 1944"/>
          <p:cNvSpPr/>
          <p:nvPr/>
        </p:nvSpPr>
        <p:spPr bwMode="auto">
          <a:xfrm>
            <a:off x="236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251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266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281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9" name="Rectangle 1948"/>
          <p:cNvSpPr/>
          <p:nvPr/>
        </p:nvSpPr>
        <p:spPr bwMode="auto">
          <a:xfrm>
            <a:off x="327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0" name="Rectangle 1949"/>
          <p:cNvSpPr/>
          <p:nvPr/>
        </p:nvSpPr>
        <p:spPr bwMode="auto">
          <a:xfrm>
            <a:off x="342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1" name="Rectangle 1950"/>
          <p:cNvSpPr/>
          <p:nvPr/>
        </p:nvSpPr>
        <p:spPr bwMode="auto">
          <a:xfrm>
            <a:off x="510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2" name="Rectangle 1951"/>
          <p:cNvSpPr/>
          <p:nvPr/>
        </p:nvSpPr>
        <p:spPr bwMode="auto">
          <a:xfrm>
            <a:off x="6019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3" name="Rectangle 1952"/>
          <p:cNvSpPr/>
          <p:nvPr/>
        </p:nvSpPr>
        <p:spPr bwMode="auto">
          <a:xfrm>
            <a:off x="617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4" name="Rectangle 1953"/>
          <p:cNvSpPr/>
          <p:nvPr/>
        </p:nvSpPr>
        <p:spPr bwMode="auto">
          <a:xfrm>
            <a:off x="632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5" name="Rectangle 1954"/>
          <p:cNvSpPr/>
          <p:nvPr/>
        </p:nvSpPr>
        <p:spPr bwMode="auto">
          <a:xfrm>
            <a:off x="58674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6" name="Rectangle 1955"/>
          <p:cNvSpPr/>
          <p:nvPr/>
        </p:nvSpPr>
        <p:spPr bwMode="auto">
          <a:xfrm>
            <a:off x="76962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7" name="Rectangle 1956"/>
          <p:cNvSpPr/>
          <p:nvPr/>
        </p:nvSpPr>
        <p:spPr bwMode="auto">
          <a:xfrm>
            <a:off x="49530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8" name="Rectangle 1957"/>
          <p:cNvSpPr/>
          <p:nvPr/>
        </p:nvSpPr>
        <p:spPr bwMode="auto">
          <a:xfrm>
            <a:off x="41910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9" name="Rectangle 1958"/>
          <p:cNvSpPr/>
          <p:nvPr/>
        </p:nvSpPr>
        <p:spPr bwMode="auto">
          <a:xfrm>
            <a:off x="31242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0" name="Rectangle 1959"/>
          <p:cNvSpPr/>
          <p:nvPr/>
        </p:nvSpPr>
        <p:spPr bwMode="auto">
          <a:xfrm>
            <a:off x="31242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1" name="Rectangle 1960"/>
          <p:cNvSpPr/>
          <p:nvPr/>
        </p:nvSpPr>
        <p:spPr bwMode="auto">
          <a:xfrm>
            <a:off x="1143000" y="175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2" name="Rectangle 1961"/>
          <p:cNvSpPr/>
          <p:nvPr/>
        </p:nvSpPr>
        <p:spPr bwMode="auto">
          <a:xfrm>
            <a:off x="11430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3" name="Rectangle 1962"/>
          <p:cNvSpPr/>
          <p:nvPr/>
        </p:nvSpPr>
        <p:spPr bwMode="auto">
          <a:xfrm>
            <a:off x="11430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4" name="Rectangle 1963"/>
          <p:cNvSpPr/>
          <p:nvPr/>
        </p:nvSpPr>
        <p:spPr bwMode="auto">
          <a:xfrm>
            <a:off x="2209800" y="16002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5" name="Rectangle 1964"/>
          <p:cNvSpPr/>
          <p:nvPr/>
        </p:nvSpPr>
        <p:spPr bwMode="auto">
          <a:xfrm>
            <a:off x="2209800" y="1447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6" name="Rectangle 1965"/>
          <p:cNvSpPr/>
          <p:nvPr/>
        </p:nvSpPr>
        <p:spPr bwMode="auto">
          <a:xfrm>
            <a:off x="129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7" name="Rectangle 1966"/>
          <p:cNvSpPr/>
          <p:nvPr/>
        </p:nvSpPr>
        <p:spPr bwMode="auto">
          <a:xfrm>
            <a:off x="144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8" name="Rectangle 1967"/>
          <p:cNvSpPr/>
          <p:nvPr/>
        </p:nvSpPr>
        <p:spPr bwMode="auto">
          <a:xfrm>
            <a:off x="160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9" name="Rectangle 1968"/>
          <p:cNvSpPr/>
          <p:nvPr/>
        </p:nvSpPr>
        <p:spPr bwMode="auto">
          <a:xfrm>
            <a:off x="175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0" name="Rectangle 1969"/>
          <p:cNvSpPr/>
          <p:nvPr/>
        </p:nvSpPr>
        <p:spPr bwMode="auto">
          <a:xfrm>
            <a:off x="281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1" name="Rectangle 1970"/>
          <p:cNvSpPr/>
          <p:nvPr/>
        </p:nvSpPr>
        <p:spPr bwMode="auto">
          <a:xfrm>
            <a:off x="2971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2" name="Rectangle 1971"/>
          <p:cNvSpPr/>
          <p:nvPr/>
        </p:nvSpPr>
        <p:spPr bwMode="auto">
          <a:xfrm>
            <a:off x="312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3" name="Rectangle 1972"/>
          <p:cNvSpPr/>
          <p:nvPr/>
        </p:nvSpPr>
        <p:spPr bwMode="auto">
          <a:xfrm>
            <a:off x="327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4" name="Rectangle 1973"/>
          <p:cNvSpPr/>
          <p:nvPr/>
        </p:nvSpPr>
        <p:spPr bwMode="auto">
          <a:xfrm>
            <a:off x="342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6" name="Rectangle 1975"/>
          <p:cNvSpPr/>
          <p:nvPr/>
        </p:nvSpPr>
        <p:spPr bwMode="auto">
          <a:xfrm>
            <a:off x="281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7" name="Rectangle 1976"/>
          <p:cNvSpPr/>
          <p:nvPr/>
        </p:nvSpPr>
        <p:spPr bwMode="auto">
          <a:xfrm>
            <a:off x="2971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8" name="Rectangle 1977"/>
          <p:cNvSpPr/>
          <p:nvPr/>
        </p:nvSpPr>
        <p:spPr bwMode="auto">
          <a:xfrm>
            <a:off x="312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9" name="Rectangle 1978"/>
          <p:cNvSpPr/>
          <p:nvPr/>
        </p:nvSpPr>
        <p:spPr bwMode="auto">
          <a:xfrm>
            <a:off x="327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0" name="Rectangle 1979"/>
          <p:cNvSpPr/>
          <p:nvPr/>
        </p:nvSpPr>
        <p:spPr bwMode="auto">
          <a:xfrm>
            <a:off x="342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2" name="Rectangle 1981"/>
          <p:cNvSpPr/>
          <p:nvPr/>
        </p:nvSpPr>
        <p:spPr bwMode="auto">
          <a:xfrm>
            <a:off x="373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3886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4038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4191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4343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373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3886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4038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4191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4343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4648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4800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4953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10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25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541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4648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4800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4953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10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25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541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4648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4800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4953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10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25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41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693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708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723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7391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693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708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723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7391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93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708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723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7391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86" name="Rectangle 2085"/>
          <p:cNvSpPr/>
          <p:nvPr/>
        </p:nvSpPr>
        <p:spPr bwMode="auto">
          <a:xfrm>
            <a:off x="2667000" y="601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87" name="Rectangle 2086"/>
          <p:cNvSpPr/>
          <p:nvPr/>
        </p:nvSpPr>
        <p:spPr bwMode="auto">
          <a:xfrm>
            <a:off x="3581400" y="601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88" name="Rectangle 2087"/>
          <p:cNvSpPr/>
          <p:nvPr/>
        </p:nvSpPr>
        <p:spPr bwMode="auto">
          <a:xfrm>
            <a:off x="3581400" y="586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89" name="Rectangle 2088"/>
          <p:cNvSpPr/>
          <p:nvPr/>
        </p:nvSpPr>
        <p:spPr bwMode="auto">
          <a:xfrm>
            <a:off x="4495800" y="601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0" name="Rectangle 2089"/>
          <p:cNvSpPr/>
          <p:nvPr/>
        </p:nvSpPr>
        <p:spPr bwMode="auto">
          <a:xfrm>
            <a:off x="4495800" y="586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1" name="Rectangle 2090"/>
          <p:cNvSpPr/>
          <p:nvPr/>
        </p:nvSpPr>
        <p:spPr bwMode="auto">
          <a:xfrm>
            <a:off x="6781800" y="586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2" name="Rectangle 2091"/>
          <p:cNvSpPr/>
          <p:nvPr/>
        </p:nvSpPr>
        <p:spPr bwMode="auto">
          <a:xfrm>
            <a:off x="6781800" y="601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3" name="Rectangle 2092"/>
          <p:cNvSpPr/>
          <p:nvPr/>
        </p:nvSpPr>
        <p:spPr bwMode="auto">
          <a:xfrm>
            <a:off x="6781800" y="571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4" name="Rectangle 2093"/>
          <p:cNvSpPr/>
          <p:nvPr/>
        </p:nvSpPr>
        <p:spPr bwMode="auto">
          <a:xfrm>
            <a:off x="7696200" y="586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5" name="Rectangle 2094"/>
          <p:cNvSpPr/>
          <p:nvPr/>
        </p:nvSpPr>
        <p:spPr bwMode="auto">
          <a:xfrm>
            <a:off x="7696200" y="60198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96" name="Rectangle 2095"/>
          <p:cNvSpPr/>
          <p:nvPr/>
        </p:nvSpPr>
        <p:spPr bwMode="auto">
          <a:xfrm>
            <a:off x="7696200" y="571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5" name="Rectangle 2114"/>
          <p:cNvSpPr/>
          <p:nvPr/>
        </p:nvSpPr>
        <p:spPr bwMode="auto">
          <a:xfrm>
            <a:off x="693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6" name="Rectangle 2115"/>
          <p:cNvSpPr/>
          <p:nvPr/>
        </p:nvSpPr>
        <p:spPr bwMode="auto">
          <a:xfrm>
            <a:off x="708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7" name="Rectangle 2116"/>
          <p:cNvSpPr/>
          <p:nvPr/>
        </p:nvSpPr>
        <p:spPr bwMode="auto">
          <a:xfrm>
            <a:off x="723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8" name="Rectangle 2117"/>
          <p:cNvSpPr/>
          <p:nvPr/>
        </p:nvSpPr>
        <p:spPr bwMode="auto">
          <a:xfrm>
            <a:off x="7391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9" name="Rectangle 2118"/>
          <p:cNvSpPr/>
          <p:nvPr/>
        </p:nvSpPr>
        <p:spPr bwMode="auto">
          <a:xfrm>
            <a:off x="4953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0" name="Rectangle 2119"/>
          <p:cNvSpPr/>
          <p:nvPr/>
        </p:nvSpPr>
        <p:spPr bwMode="auto">
          <a:xfrm>
            <a:off x="510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1" name="Rectangle 2120"/>
          <p:cNvSpPr/>
          <p:nvPr/>
        </p:nvSpPr>
        <p:spPr bwMode="auto">
          <a:xfrm>
            <a:off x="525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2" name="Rectangle 2121"/>
          <p:cNvSpPr/>
          <p:nvPr/>
        </p:nvSpPr>
        <p:spPr bwMode="auto">
          <a:xfrm>
            <a:off x="541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3" name="Rectangle 2122"/>
          <p:cNvSpPr/>
          <p:nvPr/>
        </p:nvSpPr>
        <p:spPr bwMode="auto">
          <a:xfrm>
            <a:off x="4343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4" name="Rectangle 2123"/>
          <p:cNvSpPr/>
          <p:nvPr/>
        </p:nvSpPr>
        <p:spPr bwMode="auto">
          <a:xfrm>
            <a:off x="373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5" name="Rectangle 2124"/>
          <p:cNvSpPr/>
          <p:nvPr/>
        </p:nvSpPr>
        <p:spPr bwMode="auto">
          <a:xfrm>
            <a:off x="3886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6" name="Rectangle 2125"/>
          <p:cNvSpPr/>
          <p:nvPr/>
        </p:nvSpPr>
        <p:spPr bwMode="auto">
          <a:xfrm>
            <a:off x="4038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7" name="Rectangle 2126"/>
          <p:cNvSpPr/>
          <p:nvPr/>
        </p:nvSpPr>
        <p:spPr bwMode="auto">
          <a:xfrm>
            <a:off x="4191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9" name="Rectangle 2128"/>
          <p:cNvSpPr/>
          <p:nvPr/>
        </p:nvSpPr>
        <p:spPr bwMode="auto">
          <a:xfrm>
            <a:off x="2971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0" name="Rectangle 2129"/>
          <p:cNvSpPr/>
          <p:nvPr/>
        </p:nvSpPr>
        <p:spPr bwMode="auto">
          <a:xfrm>
            <a:off x="312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1" name="Rectangle 2130"/>
          <p:cNvSpPr/>
          <p:nvPr/>
        </p:nvSpPr>
        <p:spPr bwMode="auto">
          <a:xfrm>
            <a:off x="327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2" name="Rectangle 2131"/>
          <p:cNvSpPr/>
          <p:nvPr/>
        </p:nvSpPr>
        <p:spPr bwMode="auto">
          <a:xfrm>
            <a:off x="342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3" name="Rectangle 2132"/>
          <p:cNvSpPr/>
          <p:nvPr/>
        </p:nvSpPr>
        <p:spPr bwMode="auto">
          <a:xfrm>
            <a:off x="175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4" name="Rectangle 2133"/>
          <p:cNvSpPr/>
          <p:nvPr/>
        </p:nvSpPr>
        <p:spPr bwMode="auto">
          <a:xfrm>
            <a:off x="281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5" name="Rectangle 2134"/>
          <p:cNvSpPr/>
          <p:nvPr/>
        </p:nvSpPr>
        <p:spPr bwMode="auto">
          <a:xfrm>
            <a:off x="129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6" name="Rectangle 2135"/>
          <p:cNvSpPr/>
          <p:nvPr/>
        </p:nvSpPr>
        <p:spPr bwMode="auto">
          <a:xfrm>
            <a:off x="144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7" name="Rectangle 2136"/>
          <p:cNvSpPr/>
          <p:nvPr/>
        </p:nvSpPr>
        <p:spPr bwMode="auto">
          <a:xfrm>
            <a:off x="160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8" name="Rectangle 2137"/>
          <p:cNvSpPr/>
          <p:nvPr/>
        </p:nvSpPr>
        <p:spPr bwMode="auto">
          <a:xfrm>
            <a:off x="175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9" name="Rectangle 2138"/>
          <p:cNvSpPr/>
          <p:nvPr/>
        </p:nvSpPr>
        <p:spPr bwMode="auto">
          <a:xfrm>
            <a:off x="129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0" name="Rectangle 2139"/>
          <p:cNvSpPr/>
          <p:nvPr/>
        </p:nvSpPr>
        <p:spPr bwMode="auto">
          <a:xfrm>
            <a:off x="144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1" name="Rectangle 2140"/>
          <p:cNvSpPr/>
          <p:nvPr/>
        </p:nvSpPr>
        <p:spPr bwMode="auto">
          <a:xfrm>
            <a:off x="160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2" name="Rectangle 2141"/>
          <p:cNvSpPr/>
          <p:nvPr/>
        </p:nvSpPr>
        <p:spPr bwMode="auto">
          <a:xfrm>
            <a:off x="175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3" name="Rectangle 2142"/>
          <p:cNvSpPr/>
          <p:nvPr/>
        </p:nvSpPr>
        <p:spPr bwMode="auto">
          <a:xfrm>
            <a:off x="129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4" name="Rectangle 2143"/>
          <p:cNvSpPr/>
          <p:nvPr/>
        </p:nvSpPr>
        <p:spPr bwMode="auto">
          <a:xfrm>
            <a:off x="144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5" name="Rectangle 2144"/>
          <p:cNvSpPr/>
          <p:nvPr/>
        </p:nvSpPr>
        <p:spPr bwMode="auto">
          <a:xfrm>
            <a:off x="160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7" name="Rectangle 2146"/>
          <p:cNvSpPr/>
          <p:nvPr/>
        </p:nvSpPr>
        <p:spPr bwMode="auto">
          <a:xfrm>
            <a:off x="2971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8" name="Rectangle 2147"/>
          <p:cNvSpPr/>
          <p:nvPr/>
        </p:nvSpPr>
        <p:spPr bwMode="auto">
          <a:xfrm>
            <a:off x="312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9" name="Rectangle 2148"/>
          <p:cNvSpPr/>
          <p:nvPr/>
        </p:nvSpPr>
        <p:spPr bwMode="auto">
          <a:xfrm>
            <a:off x="327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0" name="Rectangle 2149"/>
          <p:cNvSpPr/>
          <p:nvPr/>
        </p:nvSpPr>
        <p:spPr bwMode="auto">
          <a:xfrm>
            <a:off x="342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1" name="Rectangle 2150"/>
          <p:cNvSpPr/>
          <p:nvPr/>
        </p:nvSpPr>
        <p:spPr bwMode="auto">
          <a:xfrm>
            <a:off x="281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2" name="Rectangle 2151"/>
          <p:cNvSpPr/>
          <p:nvPr/>
        </p:nvSpPr>
        <p:spPr bwMode="auto">
          <a:xfrm>
            <a:off x="4343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3" name="Rectangle 2152"/>
          <p:cNvSpPr/>
          <p:nvPr/>
        </p:nvSpPr>
        <p:spPr bwMode="auto">
          <a:xfrm>
            <a:off x="373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4" name="Rectangle 2153"/>
          <p:cNvSpPr/>
          <p:nvPr/>
        </p:nvSpPr>
        <p:spPr bwMode="auto">
          <a:xfrm>
            <a:off x="3886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5" name="Rectangle 2154"/>
          <p:cNvSpPr/>
          <p:nvPr/>
        </p:nvSpPr>
        <p:spPr bwMode="auto">
          <a:xfrm>
            <a:off x="4038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6" name="Rectangle 2155"/>
          <p:cNvSpPr/>
          <p:nvPr/>
        </p:nvSpPr>
        <p:spPr bwMode="auto">
          <a:xfrm>
            <a:off x="4191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7" name="Rectangle 2156"/>
          <p:cNvSpPr/>
          <p:nvPr/>
        </p:nvSpPr>
        <p:spPr bwMode="auto">
          <a:xfrm>
            <a:off x="4648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8" name="Rectangle 2157"/>
          <p:cNvSpPr/>
          <p:nvPr/>
        </p:nvSpPr>
        <p:spPr bwMode="auto">
          <a:xfrm>
            <a:off x="4800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65" name="Rectangle 2164"/>
          <p:cNvSpPr/>
          <p:nvPr/>
        </p:nvSpPr>
        <p:spPr bwMode="auto">
          <a:xfrm>
            <a:off x="76962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66" name="Rectangle 2165"/>
          <p:cNvSpPr/>
          <p:nvPr/>
        </p:nvSpPr>
        <p:spPr bwMode="auto">
          <a:xfrm>
            <a:off x="67818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67" name="Rectangle 2166"/>
          <p:cNvSpPr/>
          <p:nvPr/>
        </p:nvSpPr>
        <p:spPr bwMode="auto">
          <a:xfrm>
            <a:off x="4495800" y="571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68" name="Rectangle 2167"/>
          <p:cNvSpPr/>
          <p:nvPr/>
        </p:nvSpPr>
        <p:spPr bwMode="auto">
          <a:xfrm>
            <a:off x="44958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69" name="Rectangle 2168"/>
          <p:cNvSpPr/>
          <p:nvPr/>
        </p:nvSpPr>
        <p:spPr bwMode="auto">
          <a:xfrm>
            <a:off x="2667000" y="58674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0" name="Rectangle 2169"/>
          <p:cNvSpPr/>
          <p:nvPr/>
        </p:nvSpPr>
        <p:spPr bwMode="auto">
          <a:xfrm>
            <a:off x="2667000" y="571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1" name="Rectangle 2170"/>
          <p:cNvSpPr/>
          <p:nvPr/>
        </p:nvSpPr>
        <p:spPr bwMode="auto">
          <a:xfrm>
            <a:off x="26670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2" name="Rectangle 2171"/>
          <p:cNvSpPr/>
          <p:nvPr/>
        </p:nvSpPr>
        <p:spPr bwMode="auto">
          <a:xfrm>
            <a:off x="3581400" y="57150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3" name="Rectangle 2172"/>
          <p:cNvSpPr/>
          <p:nvPr/>
        </p:nvSpPr>
        <p:spPr bwMode="auto">
          <a:xfrm>
            <a:off x="3581400" y="5562600"/>
            <a:ext cx="152400" cy="1524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4" name="Rectangle 2173"/>
          <p:cNvSpPr/>
          <p:nvPr/>
        </p:nvSpPr>
        <p:spPr bwMode="auto">
          <a:xfrm>
            <a:off x="754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5" name="Rectangle 2174"/>
          <p:cNvSpPr/>
          <p:nvPr/>
        </p:nvSpPr>
        <p:spPr bwMode="auto">
          <a:xfrm>
            <a:off x="754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6" name="Rectangle 2175"/>
          <p:cNvSpPr/>
          <p:nvPr/>
        </p:nvSpPr>
        <p:spPr bwMode="auto">
          <a:xfrm>
            <a:off x="754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7" name="Rectangle 2176"/>
          <p:cNvSpPr/>
          <p:nvPr/>
        </p:nvSpPr>
        <p:spPr bwMode="auto">
          <a:xfrm>
            <a:off x="754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8" name="Rectangle 2177"/>
          <p:cNvSpPr/>
          <p:nvPr/>
        </p:nvSpPr>
        <p:spPr bwMode="auto">
          <a:xfrm>
            <a:off x="556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9" name="Rectangle 2178"/>
          <p:cNvSpPr/>
          <p:nvPr/>
        </p:nvSpPr>
        <p:spPr bwMode="auto">
          <a:xfrm>
            <a:off x="571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0" name="Rectangle 2179"/>
          <p:cNvSpPr/>
          <p:nvPr/>
        </p:nvSpPr>
        <p:spPr bwMode="auto">
          <a:xfrm>
            <a:off x="586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1" name="Rectangle 2180"/>
          <p:cNvSpPr/>
          <p:nvPr/>
        </p:nvSpPr>
        <p:spPr bwMode="auto">
          <a:xfrm>
            <a:off x="601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617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632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556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5" name="Rectangle 2184"/>
          <p:cNvSpPr/>
          <p:nvPr/>
        </p:nvSpPr>
        <p:spPr bwMode="auto">
          <a:xfrm>
            <a:off x="571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6" name="Rectangle 2185"/>
          <p:cNvSpPr/>
          <p:nvPr/>
        </p:nvSpPr>
        <p:spPr bwMode="auto">
          <a:xfrm>
            <a:off x="586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7" name="Rectangle 2186"/>
          <p:cNvSpPr/>
          <p:nvPr/>
        </p:nvSpPr>
        <p:spPr bwMode="auto">
          <a:xfrm>
            <a:off x="601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8" name="Rectangle 2187"/>
          <p:cNvSpPr/>
          <p:nvPr/>
        </p:nvSpPr>
        <p:spPr bwMode="auto">
          <a:xfrm>
            <a:off x="617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9" name="Rectangle 2188"/>
          <p:cNvSpPr/>
          <p:nvPr/>
        </p:nvSpPr>
        <p:spPr bwMode="auto">
          <a:xfrm>
            <a:off x="632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0" name="Rectangle 2189"/>
          <p:cNvSpPr/>
          <p:nvPr/>
        </p:nvSpPr>
        <p:spPr bwMode="auto">
          <a:xfrm>
            <a:off x="556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1" name="Rectangle 2190"/>
          <p:cNvSpPr/>
          <p:nvPr/>
        </p:nvSpPr>
        <p:spPr bwMode="auto">
          <a:xfrm>
            <a:off x="571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2" name="Rectangle 2191"/>
          <p:cNvSpPr/>
          <p:nvPr/>
        </p:nvSpPr>
        <p:spPr bwMode="auto">
          <a:xfrm>
            <a:off x="586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3" name="Rectangle 2192"/>
          <p:cNvSpPr/>
          <p:nvPr/>
        </p:nvSpPr>
        <p:spPr bwMode="auto">
          <a:xfrm>
            <a:off x="601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4" name="Rectangle 2193"/>
          <p:cNvSpPr/>
          <p:nvPr/>
        </p:nvSpPr>
        <p:spPr bwMode="auto">
          <a:xfrm>
            <a:off x="617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5" name="Rectangle 2194"/>
          <p:cNvSpPr/>
          <p:nvPr/>
        </p:nvSpPr>
        <p:spPr bwMode="auto">
          <a:xfrm>
            <a:off x="632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6" name="Rectangle 2195"/>
          <p:cNvSpPr/>
          <p:nvPr/>
        </p:nvSpPr>
        <p:spPr bwMode="auto">
          <a:xfrm>
            <a:off x="586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7" name="Rectangle 2196"/>
          <p:cNvSpPr/>
          <p:nvPr/>
        </p:nvSpPr>
        <p:spPr bwMode="auto">
          <a:xfrm>
            <a:off x="601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8" name="Rectangle 2197"/>
          <p:cNvSpPr/>
          <p:nvPr/>
        </p:nvSpPr>
        <p:spPr bwMode="auto">
          <a:xfrm>
            <a:off x="617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9" name="Rectangle 2198"/>
          <p:cNvSpPr/>
          <p:nvPr/>
        </p:nvSpPr>
        <p:spPr bwMode="auto">
          <a:xfrm>
            <a:off x="632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0" name="Rectangle 2199"/>
          <p:cNvSpPr/>
          <p:nvPr/>
        </p:nvSpPr>
        <p:spPr bwMode="auto">
          <a:xfrm>
            <a:off x="556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1" name="Rectangle 2200"/>
          <p:cNvSpPr/>
          <p:nvPr/>
        </p:nvSpPr>
        <p:spPr bwMode="auto">
          <a:xfrm>
            <a:off x="571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2" name="Rectangle 2201"/>
          <p:cNvSpPr/>
          <p:nvPr/>
        </p:nvSpPr>
        <p:spPr bwMode="auto">
          <a:xfrm>
            <a:off x="6477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3" name="Rectangle 2202"/>
          <p:cNvSpPr/>
          <p:nvPr/>
        </p:nvSpPr>
        <p:spPr bwMode="auto">
          <a:xfrm>
            <a:off x="662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4" name="Rectangle 2203"/>
          <p:cNvSpPr/>
          <p:nvPr/>
        </p:nvSpPr>
        <p:spPr bwMode="auto">
          <a:xfrm>
            <a:off x="6477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5" name="Rectangle 2204"/>
          <p:cNvSpPr/>
          <p:nvPr/>
        </p:nvSpPr>
        <p:spPr bwMode="auto">
          <a:xfrm>
            <a:off x="662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6" name="Rectangle 2205"/>
          <p:cNvSpPr/>
          <p:nvPr/>
        </p:nvSpPr>
        <p:spPr bwMode="auto">
          <a:xfrm>
            <a:off x="6477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7" name="Rectangle 2206"/>
          <p:cNvSpPr/>
          <p:nvPr/>
        </p:nvSpPr>
        <p:spPr bwMode="auto">
          <a:xfrm>
            <a:off x="662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8" name="Rectangle 2207"/>
          <p:cNvSpPr/>
          <p:nvPr/>
        </p:nvSpPr>
        <p:spPr bwMode="auto">
          <a:xfrm>
            <a:off x="6477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9" name="Rectangle 2208"/>
          <p:cNvSpPr/>
          <p:nvPr/>
        </p:nvSpPr>
        <p:spPr bwMode="auto">
          <a:xfrm>
            <a:off x="662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0" name="Rectangle 2209"/>
          <p:cNvSpPr/>
          <p:nvPr/>
        </p:nvSpPr>
        <p:spPr bwMode="auto">
          <a:xfrm>
            <a:off x="190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1" name="Rectangle 2210"/>
          <p:cNvSpPr/>
          <p:nvPr/>
        </p:nvSpPr>
        <p:spPr bwMode="auto">
          <a:xfrm>
            <a:off x="205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2" name="Rectangle 2211"/>
          <p:cNvSpPr/>
          <p:nvPr/>
        </p:nvSpPr>
        <p:spPr bwMode="auto">
          <a:xfrm>
            <a:off x="220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3" name="Rectangle 2212"/>
          <p:cNvSpPr/>
          <p:nvPr/>
        </p:nvSpPr>
        <p:spPr bwMode="auto">
          <a:xfrm>
            <a:off x="236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4" name="Rectangle 2213"/>
          <p:cNvSpPr/>
          <p:nvPr/>
        </p:nvSpPr>
        <p:spPr bwMode="auto">
          <a:xfrm>
            <a:off x="236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5" name="Rectangle 2214"/>
          <p:cNvSpPr/>
          <p:nvPr/>
        </p:nvSpPr>
        <p:spPr bwMode="auto">
          <a:xfrm>
            <a:off x="190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6" name="Rectangle 2215"/>
          <p:cNvSpPr/>
          <p:nvPr/>
        </p:nvSpPr>
        <p:spPr bwMode="auto">
          <a:xfrm>
            <a:off x="205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7" name="Rectangle 2216"/>
          <p:cNvSpPr/>
          <p:nvPr/>
        </p:nvSpPr>
        <p:spPr bwMode="auto">
          <a:xfrm>
            <a:off x="220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8" name="Rectangle 2217"/>
          <p:cNvSpPr/>
          <p:nvPr/>
        </p:nvSpPr>
        <p:spPr bwMode="auto">
          <a:xfrm>
            <a:off x="236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9" name="Rectangle 2218"/>
          <p:cNvSpPr/>
          <p:nvPr/>
        </p:nvSpPr>
        <p:spPr bwMode="auto">
          <a:xfrm>
            <a:off x="190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0" name="Rectangle 2219"/>
          <p:cNvSpPr/>
          <p:nvPr/>
        </p:nvSpPr>
        <p:spPr bwMode="auto">
          <a:xfrm>
            <a:off x="205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1" name="Rectangle 2220"/>
          <p:cNvSpPr/>
          <p:nvPr/>
        </p:nvSpPr>
        <p:spPr bwMode="auto">
          <a:xfrm>
            <a:off x="220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2" name="Rectangle 2221"/>
          <p:cNvSpPr/>
          <p:nvPr/>
        </p:nvSpPr>
        <p:spPr bwMode="auto">
          <a:xfrm>
            <a:off x="236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3" name="Rectangle 2222"/>
          <p:cNvSpPr/>
          <p:nvPr/>
        </p:nvSpPr>
        <p:spPr bwMode="auto">
          <a:xfrm>
            <a:off x="190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4" name="Rectangle 2223"/>
          <p:cNvSpPr/>
          <p:nvPr/>
        </p:nvSpPr>
        <p:spPr bwMode="auto">
          <a:xfrm>
            <a:off x="205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5" name="Rectangle 2224"/>
          <p:cNvSpPr/>
          <p:nvPr/>
        </p:nvSpPr>
        <p:spPr bwMode="auto">
          <a:xfrm>
            <a:off x="220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6" name="Rectangle 2225"/>
          <p:cNvSpPr/>
          <p:nvPr/>
        </p:nvSpPr>
        <p:spPr bwMode="auto">
          <a:xfrm>
            <a:off x="251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7" name="Rectangle 2226"/>
          <p:cNvSpPr/>
          <p:nvPr/>
        </p:nvSpPr>
        <p:spPr bwMode="auto">
          <a:xfrm>
            <a:off x="251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8" name="Rectangle 2227"/>
          <p:cNvSpPr/>
          <p:nvPr/>
        </p:nvSpPr>
        <p:spPr bwMode="auto">
          <a:xfrm>
            <a:off x="251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9" name="Rectangle 2228"/>
          <p:cNvSpPr/>
          <p:nvPr/>
        </p:nvSpPr>
        <p:spPr bwMode="auto">
          <a:xfrm>
            <a:off x="251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30" name="TextBox 2229"/>
          <p:cNvSpPr txBox="1"/>
          <p:nvPr/>
        </p:nvSpPr>
        <p:spPr>
          <a:xfrm>
            <a:off x="457200" y="914400"/>
            <a:ext cx="6022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3: Label each face with unique binary code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44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29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75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60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90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44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29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75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60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90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514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362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819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667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97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514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362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819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667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97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49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34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64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49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34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64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257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5105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562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410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715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257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5105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562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410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715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601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32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17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47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78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62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7086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934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239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601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32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17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47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78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62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7086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934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239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391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391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27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58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42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73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88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990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838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295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600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447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68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752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295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600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447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68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752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2057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905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362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209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514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2057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905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362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209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514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29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60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44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75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205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90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36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20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51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800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648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510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953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41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25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56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86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71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17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601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32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819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312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971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42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27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886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73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19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403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34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81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312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971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42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27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886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73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191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4038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343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886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73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19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403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34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23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708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54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391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93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23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708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54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391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84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93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800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239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7086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391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84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934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800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62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477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30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30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30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30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30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30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30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30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30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30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30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30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15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30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15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30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30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30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30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30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30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30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30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30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53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53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1" name="Rectangle 1340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2" name="Rectangle 1341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3" name="Rectangle 1342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4" name="Rectangle 1343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5" name="Rectangle 1344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6" name="Rectangle 1345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7" name="Rectangle 1346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8" name="Rectangle 1347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9" name="Rectangle 1348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8" name="Rectangle 1487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9" name="Rectangle 1488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0" name="Rectangle 1489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3" name="Rectangle 1492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4" name="Rectangle 1493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6" name="Rectangle 1495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7" name="Rectangle 1496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8" name="Rectangle 1497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9" name="Rectangle 1498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0" name="Rectangle 1499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0" name="Rectangle 15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4" name="Rectangle 1623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5" name="Rectangle 1624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6" name="Rectangle 1625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7" name="Rectangle 1626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8" name="Rectangle 1627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9" name="Rectangle 1628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0" name="Rectangle 1629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27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342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358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373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3886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" name="Rectangle 1688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0" name="Rectangle 1689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1" name="Rectangle 1690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2" name="Rectangle 1691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3" name="Rectangle 1692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4" name="Rectangle 1693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5" name="Rectangle 1694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6" name="Rectangle 1695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7" name="Rectangle 1696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8" name="Rectangle 1697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2" name="Rectangle 1701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3" name="Rectangle 1702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4" name="Rectangle 1703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8" name="Rectangle 1737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1" name="Rectangle 174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7" name="Rectangle 1746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9" name="Rectangle 1758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2" name="Rectangle 1761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5" name="Rectangle 1764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Rectangle 1840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2" name="Rectangle 1841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3" name="Rectangle 1842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4" name="Rectangle 184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5" name="Rectangle 1844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6" name="Rectangle 1845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7" name="Rectangle 1846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8" name="Rectangle 1847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9" name="Rectangle 184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0" name="Rectangle 1849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1" name="Rectangle 1850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2" name="Rectangle 1851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3" name="Rectangle 1852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4" name="Rectangle 185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5" name="Rectangle 1854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6" name="Rectangle 1855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7" name="Rectangle 1856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8" name="Rectangle 1857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9" name="Rectangle 1858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0" name="Rectangle 1859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1" name="Rectangle 1860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2" name="Rectangle 1861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3" name="Rectangle 1862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4" name="Rectangle 1863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5" name="Rectangle 1864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6" name="Rectangle 1865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7" name="Rectangle 1866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8" name="Rectangle 1867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9" name="Rectangle 1868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0" name="Rectangle 1869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1" name="Rectangle 1870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2" name="Rectangle 1871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3" name="Rectangle 1872"/>
          <p:cNvSpPr/>
          <p:nvPr/>
        </p:nvSpPr>
        <p:spPr bwMode="auto">
          <a:xfrm>
            <a:off x="830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6" name="Rectangle 1875"/>
          <p:cNvSpPr/>
          <p:nvPr/>
        </p:nvSpPr>
        <p:spPr bwMode="auto">
          <a:xfrm>
            <a:off x="784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7" name="Rectangle 1876"/>
          <p:cNvSpPr/>
          <p:nvPr/>
        </p:nvSpPr>
        <p:spPr bwMode="auto">
          <a:xfrm>
            <a:off x="8001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8" name="Rectangle 1877"/>
          <p:cNvSpPr/>
          <p:nvPr/>
        </p:nvSpPr>
        <p:spPr bwMode="auto">
          <a:xfrm>
            <a:off x="815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9" name="Rectangle 1878"/>
          <p:cNvSpPr/>
          <p:nvPr/>
        </p:nvSpPr>
        <p:spPr bwMode="auto">
          <a:xfrm>
            <a:off x="830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2" name="Rectangle 1881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3" name="Rectangle 1882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4" name="Rectangle 1883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5" name="Rectangle 1884"/>
          <p:cNvSpPr/>
          <p:nvPr/>
        </p:nvSpPr>
        <p:spPr bwMode="auto">
          <a:xfrm>
            <a:off x="830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8" name="Rectangle 1887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9" name="Rectangle 1888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0" name="Rectangle 1889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1" name="Rectangle 1890"/>
          <p:cNvSpPr/>
          <p:nvPr/>
        </p:nvSpPr>
        <p:spPr bwMode="auto">
          <a:xfrm>
            <a:off x="830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5" name="Rectangle 1894"/>
          <p:cNvSpPr/>
          <p:nvPr/>
        </p:nvSpPr>
        <p:spPr bwMode="auto">
          <a:xfrm>
            <a:off x="708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6" name="Rectangle 1895"/>
          <p:cNvSpPr/>
          <p:nvPr/>
        </p:nvSpPr>
        <p:spPr bwMode="auto">
          <a:xfrm>
            <a:off x="723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7" name="Rectangle 1896"/>
          <p:cNvSpPr/>
          <p:nvPr/>
        </p:nvSpPr>
        <p:spPr bwMode="auto">
          <a:xfrm>
            <a:off x="739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8" name="Rectangle 1897"/>
          <p:cNvSpPr/>
          <p:nvPr/>
        </p:nvSpPr>
        <p:spPr bwMode="auto">
          <a:xfrm>
            <a:off x="754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9" name="Rectangle 1898"/>
          <p:cNvSpPr/>
          <p:nvPr/>
        </p:nvSpPr>
        <p:spPr bwMode="auto">
          <a:xfrm>
            <a:off x="647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662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1" name="Rectangle 1900"/>
          <p:cNvSpPr/>
          <p:nvPr/>
        </p:nvSpPr>
        <p:spPr bwMode="auto">
          <a:xfrm>
            <a:off x="678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2" name="Rectangle 1901"/>
          <p:cNvSpPr/>
          <p:nvPr/>
        </p:nvSpPr>
        <p:spPr bwMode="auto">
          <a:xfrm>
            <a:off x="6934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3" name="Rectangle 1902"/>
          <p:cNvSpPr/>
          <p:nvPr/>
        </p:nvSpPr>
        <p:spPr bwMode="auto">
          <a:xfrm>
            <a:off x="525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4" name="Rectangle 1903"/>
          <p:cNvSpPr/>
          <p:nvPr/>
        </p:nvSpPr>
        <p:spPr bwMode="auto">
          <a:xfrm>
            <a:off x="541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5" name="Rectangle 1904"/>
          <p:cNvSpPr/>
          <p:nvPr/>
        </p:nvSpPr>
        <p:spPr bwMode="auto">
          <a:xfrm>
            <a:off x="556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6" name="Rectangle 1905"/>
          <p:cNvSpPr/>
          <p:nvPr/>
        </p:nvSpPr>
        <p:spPr bwMode="auto">
          <a:xfrm>
            <a:off x="571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434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449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464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480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358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373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3886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403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297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236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251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8" name="Rectangle 1917"/>
          <p:cNvSpPr/>
          <p:nvPr/>
        </p:nvSpPr>
        <p:spPr bwMode="auto">
          <a:xfrm>
            <a:off x="266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9" name="Rectangle 1918"/>
          <p:cNvSpPr/>
          <p:nvPr/>
        </p:nvSpPr>
        <p:spPr bwMode="auto">
          <a:xfrm>
            <a:off x="281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0" name="Rectangle 1919"/>
          <p:cNvSpPr/>
          <p:nvPr/>
        </p:nvSpPr>
        <p:spPr bwMode="auto">
          <a:xfrm>
            <a:off x="2057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1" name="Rectangle 1920"/>
          <p:cNvSpPr/>
          <p:nvPr/>
        </p:nvSpPr>
        <p:spPr bwMode="auto">
          <a:xfrm>
            <a:off x="144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2" name="Rectangle 1921"/>
          <p:cNvSpPr/>
          <p:nvPr/>
        </p:nvSpPr>
        <p:spPr bwMode="auto">
          <a:xfrm>
            <a:off x="160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175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190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99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129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53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68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9" name="Rectangle 1928"/>
          <p:cNvSpPr/>
          <p:nvPr/>
        </p:nvSpPr>
        <p:spPr bwMode="auto">
          <a:xfrm>
            <a:off x="83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0" name="Rectangle 1929"/>
          <p:cNvSpPr/>
          <p:nvPr/>
        </p:nvSpPr>
        <p:spPr bwMode="auto">
          <a:xfrm>
            <a:off x="99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1" name="Rectangle 1930"/>
          <p:cNvSpPr/>
          <p:nvPr/>
        </p:nvSpPr>
        <p:spPr bwMode="auto">
          <a:xfrm>
            <a:off x="53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2" name="Rectangle 1931"/>
          <p:cNvSpPr/>
          <p:nvPr/>
        </p:nvSpPr>
        <p:spPr bwMode="auto">
          <a:xfrm>
            <a:off x="68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3" name="Rectangle 1932"/>
          <p:cNvSpPr/>
          <p:nvPr/>
        </p:nvSpPr>
        <p:spPr bwMode="auto">
          <a:xfrm>
            <a:off x="83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4" name="Rectangle 1933"/>
          <p:cNvSpPr/>
          <p:nvPr/>
        </p:nvSpPr>
        <p:spPr bwMode="auto">
          <a:xfrm>
            <a:off x="99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5" name="Rectangle 1934"/>
          <p:cNvSpPr/>
          <p:nvPr/>
        </p:nvSpPr>
        <p:spPr bwMode="auto">
          <a:xfrm>
            <a:off x="53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6" name="Rectangle 1935"/>
          <p:cNvSpPr/>
          <p:nvPr/>
        </p:nvSpPr>
        <p:spPr bwMode="auto">
          <a:xfrm>
            <a:off x="68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7" name="Rectangle 1936"/>
          <p:cNvSpPr/>
          <p:nvPr/>
        </p:nvSpPr>
        <p:spPr bwMode="auto">
          <a:xfrm>
            <a:off x="83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8" name="Rectangle 1937"/>
          <p:cNvSpPr/>
          <p:nvPr/>
        </p:nvSpPr>
        <p:spPr bwMode="auto">
          <a:xfrm>
            <a:off x="2057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9" name="Rectangle 1938"/>
          <p:cNvSpPr/>
          <p:nvPr/>
        </p:nvSpPr>
        <p:spPr bwMode="auto">
          <a:xfrm>
            <a:off x="144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0" name="Rectangle 1939"/>
          <p:cNvSpPr/>
          <p:nvPr/>
        </p:nvSpPr>
        <p:spPr bwMode="auto">
          <a:xfrm>
            <a:off x="160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1" name="Rectangle 1940"/>
          <p:cNvSpPr/>
          <p:nvPr/>
        </p:nvSpPr>
        <p:spPr bwMode="auto">
          <a:xfrm>
            <a:off x="175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2" name="Rectangle 1941"/>
          <p:cNvSpPr/>
          <p:nvPr/>
        </p:nvSpPr>
        <p:spPr bwMode="auto">
          <a:xfrm>
            <a:off x="190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3" name="Rectangle 1942"/>
          <p:cNvSpPr/>
          <p:nvPr/>
        </p:nvSpPr>
        <p:spPr bwMode="auto">
          <a:xfrm>
            <a:off x="129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4" name="Rectangle 1943"/>
          <p:cNvSpPr/>
          <p:nvPr/>
        </p:nvSpPr>
        <p:spPr bwMode="auto">
          <a:xfrm>
            <a:off x="297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5" name="Rectangle 1944"/>
          <p:cNvSpPr/>
          <p:nvPr/>
        </p:nvSpPr>
        <p:spPr bwMode="auto">
          <a:xfrm>
            <a:off x="236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251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266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281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9" name="Rectangle 1948"/>
          <p:cNvSpPr/>
          <p:nvPr/>
        </p:nvSpPr>
        <p:spPr bwMode="auto">
          <a:xfrm>
            <a:off x="327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0" name="Rectangle 1949"/>
          <p:cNvSpPr/>
          <p:nvPr/>
        </p:nvSpPr>
        <p:spPr bwMode="auto">
          <a:xfrm>
            <a:off x="342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1" name="Rectangle 1950"/>
          <p:cNvSpPr/>
          <p:nvPr/>
        </p:nvSpPr>
        <p:spPr bwMode="auto">
          <a:xfrm>
            <a:off x="510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2" name="Rectangle 1951"/>
          <p:cNvSpPr/>
          <p:nvPr/>
        </p:nvSpPr>
        <p:spPr bwMode="auto">
          <a:xfrm>
            <a:off x="6019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3" name="Rectangle 1952"/>
          <p:cNvSpPr/>
          <p:nvPr/>
        </p:nvSpPr>
        <p:spPr bwMode="auto">
          <a:xfrm>
            <a:off x="617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4" name="Rectangle 1953"/>
          <p:cNvSpPr/>
          <p:nvPr/>
        </p:nvSpPr>
        <p:spPr bwMode="auto">
          <a:xfrm>
            <a:off x="632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6" name="Rectangle 1965"/>
          <p:cNvSpPr/>
          <p:nvPr/>
        </p:nvSpPr>
        <p:spPr bwMode="auto">
          <a:xfrm>
            <a:off x="129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7" name="Rectangle 1966"/>
          <p:cNvSpPr/>
          <p:nvPr/>
        </p:nvSpPr>
        <p:spPr bwMode="auto">
          <a:xfrm>
            <a:off x="144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8" name="Rectangle 1967"/>
          <p:cNvSpPr/>
          <p:nvPr/>
        </p:nvSpPr>
        <p:spPr bwMode="auto">
          <a:xfrm>
            <a:off x="160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9" name="Rectangle 1968"/>
          <p:cNvSpPr/>
          <p:nvPr/>
        </p:nvSpPr>
        <p:spPr bwMode="auto">
          <a:xfrm>
            <a:off x="175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0" name="Rectangle 1969"/>
          <p:cNvSpPr/>
          <p:nvPr/>
        </p:nvSpPr>
        <p:spPr bwMode="auto">
          <a:xfrm>
            <a:off x="281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1" name="Rectangle 1970"/>
          <p:cNvSpPr/>
          <p:nvPr/>
        </p:nvSpPr>
        <p:spPr bwMode="auto">
          <a:xfrm>
            <a:off x="2971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2" name="Rectangle 1971"/>
          <p:cNvSpPr/>
          <p:nvPr/>
        </p:nvSpPr>
        <p:spPr bwMode="auto">
          <a:xfrm>
            <a:off x="312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3" name="Rectangle 1972"/>
          <p:cNvSpPr/>
          <p:nvPr/>
        </p:nvSpPr>
        <p:spPr bwMode="auto">
          <a:xfrm>
            <a:off x="327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4" name="Rectangle 1973"/>
          <p:cNvSpPr/>
          <p:nvPr/>
        </p:nvSpPr>
        <p:spPr bwMode="auto">
          <a:xfrm>
            <a:off x="342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6" name="Rectangle 1975"/>
          <p:cNvSpPr/>
          <p:nvPr/>
        </p:nvSpPr>
        <p:spPr bwMode="auto">
          <a:xfrm>
            <a:off x="281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7" name="Rectangle 1976"/>
          <p:cNvSpPr/>
          <p:nvPr/>
        </p:nvSpPr>
        <p:spPr bwMode="auto">
          <a:xfrm>
            <a:off x="2971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8" name="Rectangle 1977"/>
          <p:cNvSpPr/>
          <p:nvPr/>
        </p:nvSpPr>
        <p:spPr bwMode="auto">
          <a:xfrm>
            <a:off x="312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9" name="Rectangle 1978"/>
          <p:cNvSpPr/>
          <p:nvPr/>
        </p:nvSpPr>
        <p:spPr bwMode="auto">
          <a:xfrm>
            <a:off x="327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0" name="Rectangle 1979"/>
          <p:cNvSpPr/>
          <p:nvPr/>
        </p:nvSpPr>
        <p:spPr bwMode="auto">
          <a:xfrm>
            <a:off x="342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2" name="Rectangle 1981"/>
          <p:cNvSpPr/>
          <p:nvPr/>
        </p:nvSpPr>
        <p:spPr bwMode="auto">
          <a:xfrm>
            <a:off x="373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3886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4038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4191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4343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373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3886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4038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4191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4343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4648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4800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4953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10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25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541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4648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4800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4953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10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25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541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4648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4800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4953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10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25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41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693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708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723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7391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693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708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723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7391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93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708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723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7391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5" name="Rectangle 2114"/>
          <p:cNvSpPr/>
          <p:nvPr/>
        </p:nvSpPr>
        <p:spPr bwMode="auto">
          <a:xfrm>
            <a:off x="693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6" name="Rectangle 2115"/>
          <p:cNvSpPr/>
          <p:nvPr/>
        </p:nvSpPr>
        <p:spPr bwMode="auto">
          <a:xfrm>
            <a:off x="708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7" name="Rectangle 2116"/>
          <p:cNvSpPr/>
          <p:nvPr/>
        </p:nvSpPr>
        <p:spPr bwMode="auto">
          <a:xfrm>
            <a:off x="723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8" name="Rectangle 2117"/>
          <p:cNvSpPr/>
          <p:nvPr/>
        </p:nvSpPr>
        <p:spPr bwMode="auto">
          <a:xfrm>
            <a:off x="7391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9" name="Rectangle 2118"/>
          <p:cNvSpPr/>
          <p:nvPr/>
        </p:nvSpPr>
        <p:spPr bwMode="auto">
          <a:xfrm>
            <a:off x="4953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0" name="Rectangle 2119"/>
          <p:cNvSpPr/>
          <p:nvPr/>
        </p:nvSpPr>
        <p:spPr bwMode="auto">
          <a:xfrm>
            <a:off x="510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1" name="Rectangle 2120"/>
          <p:cNvSpPr/>
          <p:nvPr/>
        </p:nvSpPr>
        <p:spPr bwMode="auto">
          <a:xfrm>
            <a:off x="525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2" name="Rectangle 2121"/>
          <p:cNvSpPr/>
          <p:nvPr/>
        </p:nvSpPr>
        <p:spPr bwMode="auto">
          <a:xfrm>
            <a:off x="541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3" name="Rectangle 2122"/>
          <p:cNvSpPr/>
          <p:nvPr/>
        </p:nvSpPr>
        <p:spPr bwMode="auto">
          <a:xfrm>
            <a:off x="4343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4" name="Rectangle 2123"/>
          <p:cNvSpPr/>
          <p:nvPr/>
        </p:nvSpPr>
        <p:spPr bwMode="auto">
          <a:xfrm>
            <a:off x="373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5" name="Rectangle 2124"/>
          <p:cNvSpPr/>
          <p:nvPr/>
        </p:nvSpPr>
        <p:spPr bwMode="auto">
          <a:xfrm>
            <a:off x="3886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6" name="Rectangle 2125"/>
          <p:cNvSpPr/>
          <p:nvPr/>
        </p:nvSpPr>
        <p:spPr bwMode="auto">
          <a:xfrm>
            <a:off x="4038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7" name="Rectangle 2126"/>
          <p:cNvSpPr/>
          <p:nvPr/>
        </p:nvSpPr>
        <p:spPr bwMode="auto">
          <a:xfrm>
            <a:off x="4191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9" name="Rectangle 2128"/>
          <p:cNvSpPr/>
          <p:nvPr/>
        </p:nvSpPr>
        <p:spPr bwMode="auto">
          <a:xfrm>
            <a:off x="2971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0" name="Rectangle 2129"/>
          <p:cNvSpPr/>
          <p:nvPr/>
        </p:nvSpPr>
        <p:spPr bwMode="auto">
          <a:xfrm>
            <a:off x="312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1" name="Rectangle 2130"/>
          <p:cNvSpPr/>
          <p:nvPr/>
        </p:nvSpPr>
        <p:spPr bwMode="auto">
          <a:xfrm>
            <a:off x="327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2" name="Rectangle 2131"/>
          <p:cNvSpPr/>
          <p:nvPr/>
        </p:nvSpPr>
        <p:spPr bwMode="auto">
          <a:xfrm>
            <a:off x="342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3" name="Rectangle 2132"/>
          <p:cNvSpPr/>
          <p:nvPr/>
        </p:nvSpPr>
        <p:spPr bwMode="auto">
          <a:xfrm>
            <a:off x="175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4" name="Rectangle 2133"/>
          <p:cNvSpPr/>
          <p:nvPr/>
        </p:nvSpPr>
        <p:spPr bwMode="auto">
          <a:xfrm>
            <a:off x="281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5" name="Rectangle 2134"/>
          <p:cNvSpPr/>
          <p:nvPr/>
        </p:nvSpPr>
        <p:spPr bwMode="auto">
          <a:xfrm>
            <a:off x="129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6" name="Rectangle 2135"/>
          <p:cNvSpPr/>
          <p:nvPr/>
        </p:nvSpPr>
        <p:spPr bwMode="auto">
          <a:xfrm>
            <a:off x="144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7" name="Rectangle 2136"/>
          <p:cNvSpPr/>
          <p:nvPr/>
        </p:nvSpPr>
        <p:spPr bwMode="auto">
          <a:xfrm>
            <a:off x="160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8" name="Rectangle 2137"/>
          <p:cNvSpPr/>
          <p:nvPr/>
        </p:nvSpPr>
        <p:spPr bwMode="auto">
          <a:xfrm>
            <a:off x="175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9" name="Rectangle 2138"/>
          <p:cNvSpPr/>
          <p:nvPr/>
        </p:nvSpPr>
        <p:spPr bwMode="auto">
          <a:xfrm>
            <a:off x="129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0" name="Rectangle 2139"/>
          <p:cNvSpPr/>
          <p:nvPr/>
        </p:nvSpPr>
        <p:spPr bwMode="auto">
          <a:xfrm>
            <a:off x="144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1" name="Rectangle 2140"/>
          <p:cNvSpPr/>
          <p:nvPr/>
        </p:nvSpPr>
        <p:spPr bwMode="auto">
          <a:xfrm>
            <a:off x="160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2" name="Rectangle 2141"/>
          <p:cNvSpPr/>
          <p:nvPr/>
        </p:nvSpPr>
        <p:spPr bwMode="auto">
          <a:xfrm>
            <a:off x="175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3" name="Rectangle 2142"/>
          <p:cNvSpPr/>
          <p:nvPr/>
        </p:nvSpPr>
        <p:spPr bwMode="auto">
          <a:xfrm>
            <a:off x="129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4" name="Rectangle 2143"/>
          <p:cNvSpPr/>
          <p:nvPr/>
        </p:nvSpPr>
        <p:spPr bwMode="auto">
          <a:xfrm>
            <a:off x="144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5" name="Rectangle 2144"/>
          <p:cNvSpPr/>
          <p:nvPr/>
        </p:nvSpPr>
        <p:spPr bwMode="auto">
          <a:xfrm>
            <a:off x="160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7" name="Rectangle 2146"/>
          <p:cNvSpPr/>
          <p:nvPr/>
        </p:nvSpPr>
        <p:spPr bwMode="auto">
          <a:xfrm>
            <a:off x="2971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8" name="Rectangle 2147"/>
          <p:cNvSpPr/>
          <p:nvPr/>
        </p:nvSpPr>
        <p:spPr bwMode="auto">
          <a:xfrm>
            <a:off x="312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9" name="Rectangle 2148"/>
          <p:cNvSpPr/>
          <p:nvPr/>
        </p:nvSpPr>
        <p:spPr bwMode="auto">
          <a:xfrm>
            <a:off x="327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0" name="Rectangle 2149"/>
          <p:cNvSpPr/>
          <p:nvPr/>
        </p:nvSpPr>
        <p:spPr bwMode="auto">
          <a:xfrm>
            <a:off x="342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1" name="Rectangle 2150"/>
          <p:cNvSpPr/>
          <p:nvPr/>
        </p:nvSpPr>
        <p:spPr bwMode="auto">
          <a:xfrm>
            <a:off x="281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2" name="Rectangle 2151"/>
          <p:cNvSpPr/>
          <p:nvPr/>
        </p:nvSpPr>
        <p:spPr bwMode="auto">
          <a:xfrm>
            <a:off x="4343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3" name="Rectangle 2152"/>
          <p:cNvSpPr/>
          <p:nvPr/>
        </p:nvSpPr>
        <p:spPr bwMode="auto">
          <a:xfrm>
            <a:off x="373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4" name="Rectangle 2153"/>
          <p:cNvSpPr/>
          <p:nvPr/>
        </p:nvSpPr>
        <p:spPr bwMode="auto">
          <a:xfrm>
            <a:off x="3886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5" name="Rectangle 2154"/>
          <p:cNvSpPr/>
          <p:nvPr/>
        </p:nvSpPr>
        <p:spPr bwMode="auto">
          <a:xfrm>
            <a:off x="4038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6" name="Rectangle 2155"/>
          <p:cNvSpPr/>
          <p:nvPr/>
        </p:nvSpPr>
        <p:spPr bwMode="auto">
          <a:xfrm>
            <a:off x="4191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7" name="Rectangle 2156"/>
          <p:cNvSpPr/>
          <p:nvPr/>
        </p:nvSpPr>
        <p:spPr bwMode="auto">
          <a:xfrm>
            <a:off x="4648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8" name="Rectangle 2157"/>
          <p:cNvSpPr/>
          <p:nvPr/>
        </p:nvSpPr>
        <p:spPr bwMode="auto">
          <a:xfrm>
            <a:off x="4800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4" name="Rectangle 2173"/>
          <p:cNvSpPr/>
          <p:nvPr/>
        </p:nvSpPr>
        <p:spPr bwMode="auto">
          <a:xfrm>
            <a:off x="754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5" name="Rectangle 2174"/>
          <p:cNvSpPr/>
          <p:nvPr/>
        </p:nvSpPr>
        <p:spPr bwMode="auto">
          <a:xfrm>
            <a:off x="754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6" name="Rectangle 2175"/>
          <p:cNvSpPr/>
          <p:nvPr/>
        </p:nvSpPr>
        <p:spPr bwMode="auto">
          <a:xfrm>
            <a:off x="754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7" name="Rectangle 2176"/>
          <p:cNvSpPr/>
          <p:nvPr/>
        </p:nvSpPr>
        <p:spPr bwMode="auto">
          <a:xfrm>
            <a:off x="754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8" name="Rectangle 2177"/>
          <p:cNvSpPr/>
          <p:nvPr/>
        </p:nvSpPr>
        <p:spPr bwMode="auto">
          <a:xfrm>
            <a:off x="556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9" name="Rectangle 2178"/>
          <p:cNvSpPr/>
          <p:nvPr/>
        </p:nvSpPr>
        <p:spPr bwMode="auto">
          <a:xfrm>
            <a:off x="571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0" name="Rectangle 2179"/>
          <p:cNvSpPr/>
          <p:nvPr/>
        </p:nvSpPr>
        <p:spPr bwMode="auto">
          <a:xfrm>
            <a:off x="586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1" name="Rectangle 2180"/>
          <p:cNvSpPr/>
          <p:nvPr/>
        </p:nvSpPr>
        <p:spPr bwMode="auto">
          <a:xfrm>
            <a:off x="601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617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632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556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5" name="Rectangle 2184"/>
          <p:cNvSpPr/>
          <p:nvPr/>
        </p:nvSpPr>
        <p:spPr bwMode="auto">
          <a:xfrm>
            <a:off x="571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6" name="Rectangle 2185"/>
          <p:cNvSpPr/>
          <p:nvPr/>
        </p:nvSpPr>
        <p:spPr bwMode="auto">
          <a:xfrm>
            <a:off x="586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7" name="Rectangle 2186"/>
          <p:cNvSpPr/>
          <p:nvPr/>
        </p:nvSpPr>
        <p:spPr bwMode="auto">
          <a:xfrm>
            <a:off x="601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8" name="Rectangle 2187"/>
          <p:cNvSpPr/>
          <p:nvPr/>
        </p:nvSpPr>
        <p:spPr bwMode="auto">
          <a:xfrm>
            <a:off x="617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9" name="Rectangle 2188"/>
          <p:cNvSpPr/>
          <p:nvPr/>
        </p:nvSpPr>
        <p:spPr bwMode="auto">
          <a:xfrm>
            <a:off x="632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0" name="Rectangle 2189"/>
          <p:cNvSpPr/>
          <p:nvPr/>
        </p:nvSpPr>
        <p:spPr bwMode="auto">
          <a:xfrm>
            <a:off x="556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1" name="Rectangle 2190"/>
          <p:cNvSpPr/>
          <p:nvPr/>
        </p:nvSpPr>
        <p:spPr bwMode="auto">
          <a:xfrm>
            <a:off x="571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2" name="Rectangle 2191"/>
          <p:cNvSpPr/>
          <p:nvPr/>
        </p:nvSpPr>
        <p:spPr bwMode="auto">
          <a:xfrm>
            <a:off x="586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3" name="Rectangle 2192"/>
          <p:cNvSpPr/>
          <p:nvPr/>
        </p:nvSpPr>
        <p:spPr bwMode="auto">
          <a:xfrm>
            <a:off x="601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4" name="Rectangle 2193"/>
          <p:cNvSpPr/>
          <p:nvPr/>
        </p:nvSpPr>
        <p:spPr bwMode="auto">
          <a:xfrm>
            <a:off x="617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5" name="Rectangle 2194"/>
          <p:cNvSpPr/>
          <p:nvPr/>
        </p:nvSpPr>
        <p:spPr bwMode="auto">
          <a:xfrm>
            <a:off x="632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6" name="Rectangle 2195"/>
          <p:cNvSpPr/>
          <p:nvPr/>
        </p:nvSpPr>
        <p:spPr bwMode="auto">
          <a:xfrm>
            <a:off x="586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7" name="Rectangle 2196"/>
          <p:cNvSpPr/>
          <p:nvPr/>
        </p:nvSpPr>
        <p:spPr bwMode="auto">
          <a:xfrm>
            <a:off x="601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8" name="Rectangle 2197"/>
          <p:cNvSpPr/>
          <p:nvPr/>
        </p:nvSpPr>
        <p:spPr bwMode="auto">
          <a:xfrm>
            <a:off x="617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9" name="Rectangle 2198"/>
          <p:cNvSpPr/>
          <p:nvPr/>
        </p:nvSpPr>
        <p:spPr bwMode="auto">
          <a:xfrm>
            <a:off x="632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0" name="Rectangle 2199"/>
          <p:cNvSpPr/>
          <p:nvPr/>
        </p:nvSpPr>
        <p:spPr bwMode="auto">
          <a:xfrm>
            <a:off x="556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1" name="Rectangle 2200"/>
          <p:cNvSpPr/>
          <p:nvPr/>
        </p:nvSpPr>
        <p:spPr bwMode="auto">
          <a:xfrm>
            <a:off x="571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2" name="Rectangle 2201"/>
          <p:cNvSpPr/>
          <p:nvPr/>
        </p:nvSpPr>
        <p:spPr bwMode="auto">
          <a:xfrm>
            <a:off x="6477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3" name="Rectangle 2202"/>
          <p:cNvSpPr/>
          <p:nvPr/>
        </p:nvSpPr>
        <p:spPr bwMode="auto">
          <a:xfrm>
            <a:off x="662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4" name="Rectangle 2203"/>
          <p:cNvSpPr/>
          <p:nvPr/>
        </p:nvSpPr>
        <p:spPr bwMode="auto">
          <a:xfrm>
            <a:off x="6477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5" name="Rectangle 2204"/>
          <p:cNvSpPr/>
          <p:nvPr/>
        </p:nvSpPr>
        <p:spPr bwMode="auto">
          <a:xfrm>
            <a:off x="662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6" name="Rectangle 2205"/>
          <p:cNvSpPr/>
          <p:nvPr/>
        </p:nvSpPr>
        <p:spPr bwMode="auto">
          <a:xfrm>
            <a:off x="6477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7" name="Rectangle 2206"/>
          <p:cNvSpPr/>
          <p:nvPr/>
        </p:nvSpPr>
        <p:spPr bwMode="auto">
          <a:xfrm>
            <a:off x="662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8" name="Rectangle 2207"/>
          <p:cNvSpPr/>
          <p:nvPr/>
        </p:nvSpPr>
        <p:spPr bwMode="auto">
          <a:xfrm>
            <a:off x="6477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9" name="Rectangle 2208"/>
          <p:cNvSpPr/>
          <p:nvPr/>
        </p:nvSpPr>
        <p:spPr bwMode="auto">
          <a:xfrm>
            <a:off x="662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0" name="Rectangle 2209"/>
          <p:cNvSpPr/>
          <p:nvPr/>
        </p:nvSpPr>
        <p:spPr bwMode="auto">
          <a:xfrm>
            <a:off x="190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1" name="Rectangle 2210"/>
          <p:cNvSpPr/>
          <p:nvPr/>
        </p:nvSpPr>
        <p:spPr bwMode="auto">
          <a:xfrm>
            <a:off x="205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2" name="Rectangle 2211"/>
          <p:cNvSpPr/>
          <p:nvPr/>
        </p:nvSpPr>
        <p:spPr bwMode="auto">
          <a:xfrm>
            <a:off x="220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3" name="Rectangle 2212"/>
          <p:cNvSpPr/>
          <p:nvPr/>
        </p:nvSpPr>
        <p:spPr bwMode="auto">
          <a:xfrm>
            <a:off x="236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4" name="Rectangle 2213"/>
          <p:cNvSpPr/>
          <p:nvPr/>
        </p:nvSpPr>
        <p:spPr bwMode="auto">
          <a:xfrm>
            <a:off x="236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5" name="Rectangle 2214"/>
          <p:cNvSpPr/>
          <p:nvPr/>
        </p:nvSpPr>
        <p:spPr bwMode="auto">
          <a:xfrm>
            <a:off x="190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6" name="Rectangle 2215"/>
          <p:cNvSpPr/>
          <p:nvPr/>
        </p:nvSpPr>
        <p:spPr bwMode="auto">
          <a:xfrm>
            <a:off x="205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7" name="Rectangle 2216"/>
          <p:cNvSpPr/>
          <p:nvPr/>
        </p:nvSpPr>
        <p:spPr bwMode="auto">
          <a:xfrm>
            <a:off x="220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8" name="Rectangle 2217"/>
          <p:cNvSpPr/>
          <p:nvPr/>
        </p:nvSpPr>
        <p:spPr bwMode="auto">
          <a:xfrm>
            <a:off x="236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9" name="Rectangle 2218"/>
          <p:cNvSpPr/>
          <p:nvPr/>
        </p:nvSpPr>
        <p:spPr bwMode="auto">
          <a:xfrm>
            <a:off x="190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0" name="Rectangle 2219"/>
          <p:cNvSpPr/>
          <p:nvPr/>
        </p:nvSpPr>
        <p:spPr bwMode="auto">
          <a:xfrm>
            <a:off x="205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1" name="Rectangle 2220"/>
          <p:cNvSpPr/>
          <p:nvPr/>
        </p:nvSpPr>
        <p:spPr bwMode="auto">
          <a:xfrm>
            <a:off x="220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2" name="Rectangle 2221"/>
          <p:cNvSpPr/>
          <p:nvPr/>
        </p:nvSpPr>
        <p:spPr bwMode="auto">
          <a:xfrm>
            <a:off x="236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3" name="Rectangle 2222"/>
          <p:cNvSpPr/>
          <p:nvPr/>
        </p:nvSpPr>
        <p:spPr bwMode="auto">
          <a:xfrm>
            <a:off x="190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4" name="Rectangle 2223"/>
          <p:cNvSpPr/>
          <p:nvPr/>
        </p:nvSpPr>
        <p:spPr bwMode="auto">
          <a:xfrm>
            <a:off x="205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5" name="Rectangle 2224"/>
          <p:cNvSpPr/>
          <p:nvPr/>
        </p:nvSpPr>
        <p:spPr bwMode="auto">
          <a:xfrm>
            <a:off x="220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6" name="Rectangle 2225"/>
          <p:cNvSpPr/>
          <p:nvPr/>
        </p:nvSpPr>
        <p:spPr bwMode="auto">
          <a:xfrm>
            <a:off x="251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7" name="Rectangle 2226"/>
          <p:cNvSpPr/>
          <p:nvPr/>
        </p:nvSpPr>
        <p:spPr bwMode="auto">
          <a:xfrm>
            <a:off x="251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8" name="Rectangle 2227"/>
          <p:cNvSpPr/>
          <p:nvPr/>
        </p:nvSpPr>
        <p:spPr bwMode="auto">
          <a:xfrm>
            <a:off x="251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9" name="Rectangle 2228"/>
          <p:cNvSpPr/>
          <p:nvPr/>
        </p:nvSpPr>
        <p:spPr bwMode="auto">
          <a:xfrm>
            <a:off x="251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457200" y="914400"/>
            <a:ext cx="21499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4: Enzyme.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1323" name="Group 1322"/>
          <p:cNvGrpSpPr/>
          <p:nvPr/>
        </p:nvGrpSpPr>
        <p:grpSpPr>
          <a:xfrm>
            <a:off x="609600" y="2133600"/>
            <a:ext cx="1219200" cy="3048000"/>
            <a:chOff x="2286000" y="3048000"/>
            <a:chExt cx="609600" cy="1524000"/>
          </a:xfrm>
        </p:grpSpPr>
        <p:sp>
          <p:nvSpPr>
            <p:cNvPr id="1210" name="Rectangle 1209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1" name="Rectangle 1210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2" name="Rectangle 1211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3" name="Rectangle 1212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5" name="Rectangle 1214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6" name="Rectangle 1215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7" name="Rectangle 1216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8" name="Rectangle 1217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0" name="Rectangle 1249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1" name="Rectangle 1250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2" name="Rectangle 1251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3" name="Rectangle 1252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5" name="Rectangle 1254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6" name="Rectangle 1255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7" name="Rectangle 1256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8" name="Rectangle 1257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0" name="Rectangle 1269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1" name="Rectangle 1270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2" name="Rectangle 1271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3" name="Rectangle 1272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5" name="Rectangle 1274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6" name="Rectangle 1275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7" name="Rectangle 1276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8" name="Rectangle 1277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3" name="Rectangle 1672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4" name="Rectangle 1673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5" name="Rectangle 1674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6" name="Rectangle 1675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9" name="Rectangle 1678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0" name="Rectangle 1679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1" name="Rectangle 1680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2" name="Rectangle 1681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5" name="Rectangle 1684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6" name="Rectangle 1685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7" name="Rectangle 1686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8" name="Rectangle 1687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7" name="Rectangle 1906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8" name="Rectangle 1907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9" name="Rectangle 1908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0" name="Rectangle 1909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1557" name="Rectangle 1556"/>
          <p:cNvSpPr/>
          <p:nvPr/>
        </p:nvSpPr>
        <p:spPr bwMode="auto">
          <a:xfrm>
            <a:off x="304800" y="5181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565" name="Rectangle 1564"/>
          <p:cNvSpPr/>
          <p:nvPr/>
        </p:nvSpPr>
        <p:spPr bwMode="auto">
          <a:xfrm>
            <a:off x="609600" y="51816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573" name="Straight Connector 1572"/>
          <p:cNvCxnSpPr/>
          <p:nvPr/>
        </p:nvCxnSpPr>
        <p:spPr bwMode="auto">
          <a:xfrm>
            <a:off x="609600" y="5408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81" name="Straight Connector 1580"/>
          <p:cNvCxnSpPr/>
          <p:nvPr/>
        </p:nvCxnSpPr>
        <p:spPr bwMode="auto">
          <a:xfrm>
            <a:off x="609600" y="5332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89" name="Straight Connector 1588"/>
          <p:cNvCxnSpPr/>
          <p:nvPr/>
        </p:nvCxnSpPr>
        <p:spPr bwMode="auto">
          <a:xfrm>
            <a:off x="533400" y="54086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97" name="Straight Connector 1596"/>
          <p:cNvCxnSpPr/>
          <p:nvPr/>
        </p:nvCxnSpPr>
        <p:spPr bwMode="auto">
          <a:xfrm>
            <a:off x="533400" y="53324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05" name="Rectangle 1604"/>
          <p:cNvSpPr/>
          <p:nvPr/>
        </p:nvSpPr>
        <p:spPr bwMode="auto">
          <a:xfrm>
            <a:off x="304800" y="48768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4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13" name="Straight Connector 1612"/>
          <p:cNvCxnSpPr/>
          <p:nvPr/>
        </p:nvCxnSpPr>
        <p:spPr bwMode="auto">
          <a:xfrm rot="5400000">
            <a:off x="342900" y="51435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21" name="Straight Connector 1620"/>
          <p:cNvCxnSpPr/>
          <p:nvPr/>
        </p:nvCxnSpPr>
        <p:spPr bwMode="auto">
          <a:xfrm rot="5400000">
            <a:off x="419894" y="51427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44" name="Straight Connector 1643"/>
          <p:cNvCxnSpPr/>
          <p:nvPr/>
        </p:nvCxnSpPr>
        <p:spPr bwMode="auto">
          <a:xfrm rot="5400000">
            <a:off x="343694" y="52197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45" name="Straight Connector 1644"/>
          <p:cNvCxnSpPr/>
          <p:nvPr/>
        </p:nvCxnSpPr>
        <p:spPr bwMode="auto">
          <a:xfrm rot="5400000">
            <a:off x="419894" y="52189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47" name="Rectangle 1646"/>
          <p:cNvSpPr/>
          <p:nvPr/>
        </p:nvSpPr>
        <p:spPr bwMode="auto">
          <a:xfrm>
            <a:off x="914400" y="51808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53" name="Rectangle 1652"/>
          <p:cNvSpPr/>
          <p:nvPr/>
        </p:nvSpPr>
        <p:spPr bwMode="auto">
          <a:xfrm>
            <a:off x="914400" y="54864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661" name="Straight Connector 1660"/>
          <p:cNvCxnSpPr/>
          <p:nvPr/>
        </p:nvCxnSpPr>
        <p:spPr bwMode="auto">
          <a:xfrm rot="5400000">
            <a:off x="953294" y="54475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69" name="Straight Connector 1668"/>
          <p:cNvCxnSpPr/>
          <p:nvPr/>
        </p:nvCxnSpPr>
        <p:spPr bwMode="auto">
          <a:xfrm rot="5400000">
            <a:off x="1030288" y="5446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77" name="Straight Connector 1676"/>
          <p:cNvCxnSpPr/>
          <p:nvPr/>
        </p:nvCxnSpPr>
        <p:spPr bwMode="auto">
          <a:xfrm rot="5400000">
            <a:off x="954088" y="55229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78" name="Straight Connector 1677"/>
          <p:cNvCxnSpPr/>
          <p:nvPr/>
        </p:nvCxnSpPr>
        <p:spPr bwMode="auto">
          <a:xfrm rot="5400000">
            <a:off x="1030288" y="55221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83" name="Rectangle 1682"/>
          <p:cNvSpPr/>
          <p:nvPr/>
        </p:nvSpPr>
        <p:spPr bwMode="auto">
          <a:xfrm>
            <a:off x="12192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84" name="Rectangle 1683"/>
          <p:cNvSpPr/>
          <p:nvPr/>
        </p:nvSpPr>
        <p:spPr bwMode="auto">
          <a:xfrm>
            <a:off x="1219200" y="5485606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699" name="Rectangle 1698"/>
          <p:cNvSpPr/>
          <p:nvPr/>
        </p:nvSpPr>
        <p:spPr bwMode="auto">
          <a:xfrm>
            <a:off x="1219200" y="5791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744" name="Straight Connector 1743"/>
          <p:cNvCxnSpPr/>
          <p:nvPr/>
        </p:nvCxnSpPr>
        <p:spPr bwMode="auto">
          <a:xfrm rot="5400000">
            <a:off x="1258094" y="5752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792" name="Straight Connector 1791"/>
          <p:cNvCxnSpPr/>
          <p:nvPr/>
        </p:nvCxnSpPr>
        <p:spPr bwMode="auto">
          <a:xfrm rot="5400000">
            <a:off x="1335088" y="5751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793" name="Straight Connector 1792"/>
          <p:cNvCxnSpPr/>
          <p:nvPr/>
        </p:nvCxnSpPr>
        <p:spPr bwMode="auto">
          <a:xfrm rot="5400000">
            <a:off x="1258888" y="58277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22" name="Straight Connector 1821"/>
          <p:cNvCxnSpPr/>
          <p:nvPr/>
        </p:nvCxnSpPr>
        <p:spPr bwMode="auto">
          <a:xfrm rot="5400000">
            <a:off x="1335088" y="5826918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837" name="Rectangle 1836"/>
          <p:cNvSpPr/>
          <p:nvPr/>
        </p:nvSpPr>
        <p:spPr bwMode="auto">
          <a:xfrm>
            <a:off x="15240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8" name="Rectangle 1837"/>
          <p:cNvSpPr/>
          <p:nvPr/>
        </p:nvSpPr>
        <p:spPr bwMode="auto">
          <a:xfrm>
            <a:off x="15240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39" name="Rectangle 1838"/>
          <p:cNvSpPr/>
          <p:nvPr/>
        </p:nvSpPr>
        <p:spPr bwMode="auto">
          <a:xfrm>
            <a:off x="1524000" y="57912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40" name="Rectangle 1839"/>
          <p:cNvSpPr/>
          <p:nvPr/>
        </p:nvSpPr>
        <p:spPr bwMode="auto">
          <a:xfrm>
            <a:off x="1524000" y="6096794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cxnSp>
        <p:nvCxnSpPr>
          <p:cNvPr id="1874" name="Straight Connector 1873"/>
          <p:cNvCxnSpPr/>
          <p:nvPr/>
        </p:nvCxnSpPr>
        <p:spPr bwMode="auto">
          <a:xfrm rot="5400000">
            <a:off x="1562894" y="6057900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75" name="Straight Connector 1874"/>
          <p:cNvCxnSpPr/>
          <p:nvPr/>
        </p:nvCxnSpPr>
        <p:spPr bwMode="auto">
          <a:xfrm rot="5400000">
            <a:off x="1639888" y="60571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80" name="Straight Connector 1879"/>
          <p:cNvCxnSpPr/>
          <p:nvPr/>
        </p:nvCxnSpPr>
        <p:spPr bwMode="auto">
          <a:xfrm rot="5400000">
            <a:off x="1563688" y="6133306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81" name="Straight Connector 1880"/>
          <p:cNvCxnSpPr/>
          <p:nvPr/>
        </p:nvCxnSpPr>
        <p:spPr bwMode="auto">
          <a:xfrm rot="5400000">
            <a:off x="1639888" y="6132512"/>
            <a:ext cx="76200" cy="1588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886" name="Rectangle 1885"/>
          <p:cNvSpPr/>
          <p:nvPr/>
        </p:nvSpPr>
        <p:spPr bwMode="auto">
          <a:xfrm>
            <a:off x="18288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87" name="Rectangle 1886"/>
          <p:cNvSpPr/>
          <p:nvPr/>
        </p:nvSpPr>
        <p:spPr bwMode="auto">
          <a:xfrm>
            <a:off x="21336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92" name="Rectangle 1891"/>
          <p:cNvSpPr/>
          <p:nvPr/>
        </p:nvSpPr>
        <p:spPr bwMode="auto">
          <a:xfrm>
            <a:off x="21336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93" name="Rectangle 1892"/>
          <p:cNvSpPr/>
          <p:nvPr/>
        </p:nvSpPr>
        <p:spPr bwMode="auto">
          <a:xfrm>
            <a:off x="24384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894" name="Rectangle 1893"/>
          <p:cNvSpPr/>
          <p:nvPr/>
        </p:nvSpPr>
        <p:spPr bwMode="auto">
          <a:xfrm>
            <a:off x="24384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5" name="Rectangle 1954"/>
          <p:cNvSpPr/>
          <p:nvPr/>
        </p:nvSpPr>
        <p:spPr bwMode="auto">
          <a:xfrm>
            <a:off x="27432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6" name="Rectangle 1955"/>
          <p:cNvSpPr/>
          <p:nvPr/>
        </p:nvSpPr>
        <p:spPr bwMode="auto">
          <a:xfrm>
            <a:off x="27432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7" name="Rectangle 1956"/>
          <p:cNvSpPr/>
          <p:nvPr/>
        </p:nvSpPr>
        <p:spPr bwMode="auto">
          <a:xfrm>
            <a:off x="30480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8" name="Rectangle 1957"/>
          <p:cNvSpPr/>
          <p:nvPr/>
        </p:nvSpPr>
        <p:spPr bwMode="auto">
          <a:xfrm>
            <a:off x="18288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59" name="Rectangle 1958"/>
          <p:cNvSpPr/>
          <p:nvPr/>
        </p:nvSpPr>
        <p:spPr bwMode="auto">
          <a:xfrm>
            <a:off x="18288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0" name="Rectangle 1959"/>
          <p:cNvSpPr/>
          <p:nvPr/>
        </p:nvSpPr>
        <p:spPr bwMode="auto">
          <a:xfrm>
            <a:off x="21336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1" name="Rectangle 1960"/>
          <p:cNvSpPr/>
          <p:nvPr/>
        </p:nvSpPr>
        <p:spPr bwMode="auto">
          <a:xfrm>
            <a:off x="21336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2" name="Rectangle 1961"/>
          <p:cNvSpPr/>
          <p:nvPr/>
        </p:nvSpPr>
        <p:spPr bwMode="auto">
          <a:xfrm>
            <a:off x="24384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1963" name="Rectangle 1962"/>
          <p:cNvSpPr/>
          <p:nvPr/>
        </p:nvSpPr>
        <p:spPr bwMode="auto">
          <a:xfrm>
            <a:off x="18288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48" name="Rectangle 2047"/>
          <p:cNvSpPr/>
          <p:nvPr/>
        </p:nvSpPr>
        <p:spPr bwMode="auto">
          <a:xfrm>
            <a:off x="24384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49" name="Rectangle 2048"/>
          <p:cNvSpPr/>
          <p:nvPr/>
        </p:nvSpPr>
        <p:spPr bwMode="auto">
          <a:xfrm>
            <a:off x="30480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0" name="Rectangle 2049"/>
          <p:cNvSpPr/>
          <p:nvPr/>
        </p:nvSpPr>
        <p:spPr bwMode="auto">
          <a:xfrm>
            <a:off x="27432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1" name="Rectangle 2050"/>
          <p:cNvSpPr/>
          <p:nvPr/>
        </p:nvSpPr>
        <p:spPr bwMode="auto">
          <a:xfrm>
            <a:off x="30480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2" name="Rectangle 2051"/>
          <p:cNvSpPr/>
          <p:nvPr/>
        </p:nvSpPr>
        <p:spPr bwMode="auto">
          <a:xfrm>
            <a:off x="27432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3" name="Rectangle 2052"/>
          <p:cNvSpPr/>
          <p:nvPr/>
        </p:nvSpPr>
        <p:spPr bwMode="auto">
          <a:xfrm>
            <a:off x="3048000" y="6096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4" name="Rectangle 2053"/>
          <p:cNvSpPr/>
          <p:nvPr/>
        </p:nvSpPr>
        <p:spPr bwMode="auto">
          <a:xfrm>
            <a:off x="33528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5" name="Rectangle 2054"/>
          <p:cNvSpPr/>
          <p:nvPr/>
        </p:nvSpPr>
        <p:spPr bwMode="auto">
          <a:xfrm>
            <a:off x="36576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6" name="Rectangle 2055"/>
          <p:cNvSpPr/>
          <p:nvPr/>
        </p:nvSpPr>
        <p:spPr bwMode="auto">
          <a:xfrm>
            <a:off x="36576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7" name="Rectangle 2056"/>
          <p:cNvSpPr/>
          <p:nvPr/>
        </p:nvSpPr>
        <p:spPr bwMode="auto">
          <a:xfrm>
            <a:off x="39624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8" name="Rectangle 2057"/>
          <p:cNvSpPr/>
          <p:nvPr/>
        </p:nvSpPr>
        <p:spPr bwMode="auto">
          <a:xfrm>
            <a:off x="39624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59" name="Rectangle 2058"/>
          <p:cNvSpPr/>
          <p:nvPr/>
        </p:nvSpPr>
        <p:spPr bwMode="auto">
          <a:xfrm>
            <a:off x="42672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0" name="Rectangle 2059"/>
          <p:cNvSpPr/>
          <p:nvPr/>
        </p:nvSpPr>
        <p:spPr bwMode="auto">
          <a:xfrm>
            <a:off x="42672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1" name="Rectangle 2060"/>
          <p:cNvSpPr/>
          <p:nvPr/>
        </p:nvSpPr>
        <p:spPr bwMode="auto">
          <a:xfrm>
            <a:off x="45720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2" name="Rectangle 2061"/>
          <p:cNvSpPr/>
          <p:nvPr/>
        </p:nvSpPr>
        <p:spPr bwMode="auto">
          <a:xfrm>
            <a:off x="33528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3" name="Rectangle 2062"/>
          <p:cNvSpPr/>
          <p:nvPr/>
        </p:nvSpPr>
        <p:spPr bwMode="auto">
          <a:xfrm>
            <a:off x="33528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4" name="Rectangle 2063"/>
          <p:cNvSpPr/>
          <p:nvPr/>
        </p:nvSpPr>
        <p:spPr bwMode="auto">
          <a:xfrm>
            <a:off x="36576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5" name="Rectangle 2064"/>
          <p:cNvSpPr/>
          <p:nvPr/>
        </p:nvSpPr>
        <p:spPr bwMode="auto">
          <a:xfrm>
            <a:off x="36576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6" name="Rectangle 2065"/>
          <p:cNvSpPr/>
          <p:nvPr/>
        </p:nvSpPr>
        <p:spPr bwMode="auto">
          <a:xfrm>
            <a:off x="39624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67" name="Rectangle 2066"/>
          <p:cNvSpPr/>
          <p:nvPr/>
        </p:nvSpPr>
        <p:spPr bwMode="auto">
          <a:xfrm>
            <a:off x="33528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98" name="Rectangle 2097"/>
          <p:cNvSpPr/>
          <p:nvPr/>
        </p:nvSpPr>
        <p:spPr bwMode="auto">
          <a:xfrm>
            <a:off x="39624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099" name="Rectangle 2098"/>
          <p:cNvSpPr/>
          <p:nvPr/>
        </p:nvSpPr>
        <p:spPr bwMode="auto">
          <a:xfrm>
            <a:off x="45720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0" name="Rectangle 2099"/>
          <p:cNvSpPr/>
          <p:nvPr/>
        </p:nvSpPr>
        <p:spPr bwMode="auto">
          <a:xfrm>
            <a:off x="42672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1" name="Rectangle 2100"/>
          <p:cNvSpPr/>
          <p:nvPr/>
        </p:nvSpPr>
        <p:spPr bwMode="auto">
          <a:xfrm>
            <a:off x="45720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2" name="Rectangle 2101"/>
          <p:cNvSpPr/>
          <p:nvPr/>
        </p:nvSpPr>
        <p:spPr bwMode="auto">
          <a:xfrm>
            <a:off x="42672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3" name="Rectangle 2102"/>
          <p:cNvSpPr/>
          <p:nvPr/>
        </p:nvSpPr>
        <p:spPr bwMode="auto">
          <a:xfrm>
            <a:off x="4572000" y="6096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4" name="Rectangle 2103"/>
          <p:cNvSpPr/>
          <p:nvPr/>
        </p:nvSpPr>
        <p:spPr bwMode="auto">
          <a:xfrm>
            <a:off x="48768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5" name="Rectangle 2104"/>
          <p:cNvSpPr/>
          <p:nvPr/>
        </p:nvSpPr>
        <p:spPr bwMode="auto">
          <a:xfrm>
            <a:off x="51816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6" name="Rectangle 2105"/>
          <p:cNvSpPr/>
          <p:nvPr/>
        </p:nvSpPr>
        <p:spPr bwMode="auto">
          <a:xfrm>
            <a:off x="51816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7" name="Rectangle 2106"/>
          <p:cNvSpPr/>
          <p:nvPr/>
        </p:nvSpPr>
        <p:spPr bwMode="auto">
          <a:xfrm>
            <a:off x="54864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8" name="Rectangle 2107"/>
          <p:cNvSpPr/>
          <p:nvPr/>
        </p:nvSpPr>
        <p:spPr bwMode="auto">
          <a:xfrm>
            <a:off x="54864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09" name="Rectangle 2108"/>
          <p:cNvSpPr/>
          <p:nvPr/>
        </p:nvSpPr>
        <p:spPr bwMode="auto">
          <a:xfrm>
            <a:off x="57912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0" name="Rectangle 2109"/>
          <p:cNvSpPr/>
          <p:nvPr/>
        </p:nvSpPr>
        <p:spPr bwMode="auto">
          <a:xfrm>
            <a:off x="57912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1" name="Rectangle 2110"/>
          <p:cNvSpPr/>
          <p:nvPr/>
        </p:nvSpPr>
        <p:spPr bwMode="auto">
          <a:xfrm>
            <a:off x="60960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2" name="Rectangle 2111"/>
          <p:cNvSpPr/>
          <p:nvPr/>
        </p:nvSpPr>
        <p:spPr bwMode="auto">
          <a:xfrm>
            <a:off x="48768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3" name="Rectangle 2112"/>
          <p:cNvSpPr/>
          <p:nvPr/>
        </p:nvSpPr>
        <p:spPr bwMode="auto">
          <a:xfrm>
            <a:off x="48768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14" name="Rectangle 2113"/>
          <p:cNvSpPr/>
          <p:nvPr/>
        </p:nvSpPr>
        <p:spPr bwMode="auto">
          <a:xfrm>
            <a:off x="51816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28" name="Rectangle 2127"/>
          <p:cNvSpPr/>
          <p:nvPr/>
        </p:nvSpPr>
        <p:spPr bwMode="auto">
          <a:xfrm>
            <a:off x="51816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46" name="Rectangle 2145"/>
          <p:cNvSpPr/>
          <p:nvPr/>
        </p:nvSpPr>
        <p:spPr bwMode="auto">
          <a:xfrm>
            <a:off x="54864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159" name="Rectangle 2158"/>
          <p:cNvSpPr/>
          <p:nvPr/>
        </p:nvSpPr>
        <p:spPr bwMode="auto">
          <a:xfrm>
            <a:off x="48768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6" name="Rectangle 2245"/>
          <p:cNvSpPr/>
          <p:nvPr/>
        </p:nvSpPr>
        <p:spPr bwMode="auto">
          <a:xfrm>
            <a:off x="54864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7" name="Rectangle 2246"/>
          <p:cNvSpPr/>
          <p:nvPr/>
        </p:nvSpPr>
        <p:spPr bwMode="auto">
          <a:xfrm>
            <a:off x="60960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8" name="Rectangle 2247"/>
          <p:cNvSpPr/>
          <p:nvPr/>
        </p:nvSpPr>
        <p:spPr bwMode="auto">
          <a:xfrm>
            <a:off x="57912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49" name="Rectangle 2248"/>
          <p:cNvSpPr/>
          <p:nvPr/>
        </p:nvSpPr>
        <p:spPr bwMode="auto">
          <a:xfrm>
            <a:off x="60960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0" name="Rectangle 2249"/>
          <p:cNvSpPr/>
          <p:nvPr/>
        </p:nvSpPr>
        <p:spPr bwMode="auto">
          <a:xfrm>
            <a:off x="57912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1" name="Rectangle 2250"/>
          <p:cNvSpPr/>
          <p:nvPr/>
        </p:nvSpPr>
        <p:spPr bwMode="auto">
          <a:xfrm>
            <a:off x="6096000" y="6096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2" name="Rectangle 2251"/>
          <p:cNvSpPr/>
          <p:nvPr/>
        </p:nvSpPr>
        <p:spPr bwMode="auto">
          <a:xfrm>
            <a:off x="64008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3" name="Rectangle 2252"/>
          <p:cNvSpPr/>
          <p:nvPr/>
        </p:nvSpPr>
        <p:spPr bwMode="auto">
          <a:xfrm>
            <a:off x="6705600" y="60960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4" name="Rectangle 2253"/>
          <p:cNvSpPr/>
          <p:nvPr/>
        </p:nvSpPr>
        <p:spPr bwMode="auto">
          <a:xfrm>
            <a:off x="67056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5" name="Rectangle 2254"/>
          <p:cNvSpPr/>
          <p:nvPr/>
        </p:nvSpPr>
        <p:spPr bwMode="auto">
          <a:xfrm>
            <a:off x="7010400" y="57912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6" name="Rectangle 2255"/>
          <p:cNvSpPr/>
          <p:nvPr/>
        </p:nvSpPr>
        <p:spPr bwMode="auto">
          <a:xfrm>
            <a:off x="70104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7" name="Rectangle 2256"/>
          <p:cNvSpPr/>
          <p:nvPr/>
        </p:nvSpPr>
        <p:spPr bwMode="auto">
          <a:xfrm>
            <a:off x="7315200" y="54864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8" name="Rectangle 2257"/>
          <p:cNvSpPr/>
          <p:nvPr/>
        </p:nvSpPr>
        <p:spPr bwMode="auto">
          <a:xfrm>
            <a:off x="73152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59" name="Rectangle 2258"/>
          <p:cNvSpPr/>
          <p:nvPr/>
        </p:nvSpPr>
        <p:spPr bwMode="auto">
          <a:xfrm>
            <a:off x="7620000" y="5181600"/>
            <a:ext cx="304800" cy="304800"/>
          </a:xfrm>
          <a:prstGeom prst="rect">
            <a:avLst/>
          </a:prstGeom>
          <a:solidFill>
            <a:srgbClr val="CC00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0" name="Rectangle 2259"/>
          <p:cNvSpPr/>
          <p:nvPr/>
        </p:nvSpPr>
        <p:spPr bwMode="auto">
          <a:xfrm>
            <a:off x="64008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1" name="Rectangle 2260"/>
          <p:cNvSpPr/>
          <p:nvPr/>
        </p:nvSpPr>
        <p:spPr bwMode="auto">
          <a:xfrm>
            <a:off x="64008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2" name="Rectangle 2261"/>
          <p:cNvSpPr/>
          <p:nvPr/>
        </p:nvSpPr>
        <p:spPr bwMode="auto">
          <a:xfrm>
            <a:off x="67056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3" name="Rectangle 2262"/>
          <p:cNvSpPr/>
          <p:nvPr/>
        </p:nvSpPr>
        <p:spPr bwMode="auto">
          <a:xfrm>
            <a:off x="67056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4" name="Rectangle 2263"/>
          <p:cNvSpPr/>
          <p:nvPr/>
        </p:nvSpPr>
        <p:spPr bwMode="auto">
          <a:xfrm>
            <a:off x="70104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65" name="Rectangle 2264"/>
          <p:cNvSpPr/>
          <p:nvPr/>
        </p:nvSpPr>
        <p:spPr bwMode="auto">
          <a:xfrm>
            <a:off x="6400800" y="5181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6" name="Rectangle 2295"/>
          <p:cNvSpPr/>
          <p:nvPr/>
        </p:nvSpPr>
        <p:spPr bwMode="auto">
          <a:xfrm>
            <a:off x="70104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7" name="Rectangle 2296"/>
          <p:cNvSpPr/>
          <p:nvPr/>
        </p:nvSpPr>
        <p:spPr bwMode="auto">
          <a:xfrm>
            <a:off x="7620000" y="5486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8" name="Rectangle 2297"/>
          <p:cNvSpPr/>
          <p:nvPr/>
        </p:nvSpPr>
        <p:spPr bwMode="auto">
          <a:xfrm>
            <a:off x="73152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299" name="Rectangle 2298"/>
          <p:cNvSpPr/>
          <p:nvPr/>
        </p:nvSpPr>
        <p:spPr bwMode="auto">
          <a:xfrm>
            <a:off x="7620000" y="5791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0" name="Rectangle 2299"/>
          <p:cNvSpPr/>
          <p:nvPr/>
        </p:nvSpPr>
        <p:spPr bwMode="auto">
          <a:xfrm>
            <a:off x="7315200" y="6096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1" name="Rectangle 2300"/>
          <p:cNvSpPr/>
          <p:nvPr/>
        </p:nvSpPr>
        <p:spPr bwMode="auto">
          <a:xfrm>
            <a:off x="7620000" y="6096000"/>
            <a:ext cx="304800" cy="304800"/>
          </a:xfrm>
          <a:prstGeom prst="rect">
            <a:avLst/>
          </a:prstGeom>
          <a:solidFill>
            <a:srgbClr val="FF33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302" name="TextBox 2301"/>
          <p:cNvSpPr txBox="1"/>
          <p:nvPr/>
        </p:nvSpPr>
        <p:spPr>
          <a:xfrm>
            <a:off x="8229600" y="4038600"/>
            <a:ext cx="4619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latin typeface="Comic Sans MS" pitchFamily="66" charset="0"/>
              </a:rPr>
              <a:t>…</a:t>
            </a:r>
            <a:endParaRPr lang="en-US" sz="3200" dirty="0">
              <a:latin typeface="Comic Sans MS" pitchFamily="66" charset="0"/>
            </a:endParaRPr>
          </a:p>
        </p:txBody>
      </p:sp>
      <p:grpSp>
        <p:nvGrpSpPr>
          <p:cNvPr id="2303" name="Group 2302"/>
          <p:cNvGrpSpPr/>
          <p:nvPr/>
        </p:nvGrpSpPr>
        <p:grpSpPr>
          <a:xfrm>
            <a:off x="2133600" y="2133600"/>
            <a:ext cx="1219200" cy="3048000"/>
            <a:chOff x="2286000" y="3048000"/>
            <a:chExt cx="609600" cy="1524000"/>
          </a:xfrm>
        </p:grpSpPr>
        <p:sp>
          <p:nvSpPr>
            <p:cNvPr id="2304" name="Rectangle 2303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5" name="Rectangle 2304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6" name="Rectangle 2305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7" name="Rectangle 2306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8" name="Rectangle 2307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09" name="Rectangle 2308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0" name="Rectangle 2309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1" name="Rectangle 2310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2" name="Rectangle 2311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3" name="Rectangle 2312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4" name="Rectangle 2313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5" name="Rectangle 2314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6" name="Rectangle 2315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7" name="Rectangle 2316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8" name="Rectangle 2317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19" name="Rectangle 2318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0" name="Rectangle 2319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1" name="Rectangle 2320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2" name="Rectangle 2321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3" name="Rectangle 2322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4" name="Rectangle 2323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5" name="Rectangle 2324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6" name="Rectangle 2325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7" name="Rectangle 2326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8" name="Rectangle 2327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29" name="Rectangle 2328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0" name="Rectangle 2329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1" name="Rectangle 2330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2" name="Rectangle 2331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3" name="Rectangle 2332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4" name="Rectangle 2333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5" name="Rectangle 2334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6" name="Rectangle 2335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7" name="Rectangle 2336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8" name="Rectangle 2337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39" name="Rectangle 2338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0" name="Rectangle 2339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1" name="Rectangle 2340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2" name="Rectangle 2341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3" name="Rectangle 2342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344" name="Group 2343"/>
          <p:cNvGrpSpPr/>
          <p:nvPr/>
        </p:nvGrpSpPr>
        <p:grpSpPr>
          <a:xfrm>
            <a:off x="3657600" y="2133600"/>
            <a:ext cx="1219200" cy="3048000"/>
            <a:chOff x="2286000" y="3048000"/>
            <a:chExt cx="609600" cy="1524000"/>
          </a:xfrm>
        </p:grpSpPr>
        <p:sp>
          <p:nvSpPr>
            <p:cNvPr id="2345" name="Rectangle 2344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6" name="Rectangle 2345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7" name="Rectangle 2346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8" name="Rectangle 2347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49" name="Rectangle 2348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0" name="Rectangle 2349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1" name="Rectangle 2350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2" name="Rectangle 2351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3" name="Rectangle 2352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4" name="Rectangle 2353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5" name="Rectangle 2354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6" name="Rectangle 2355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7" name="Rectangle 2356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8" name="Rectangle 2357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59" name="Rectangle 2358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0" name="Rectangle 2359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1" name="Rectangle 2360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2" name="Rectangle 2361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3" name="Rectangle 2362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4" name="Rectangle 2363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5" name="Rectangle 2364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6" name="Rectangle 2365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7" name="Rectangle 2366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8" name="Rectangle 2367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69" name="Rectangle 2368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0" name="Rectangle 2369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1" name="Rectangle 2370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2" name="Rectangle 2371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3" name="Rectangle 2372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4" name="Rectangle 2373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5" name="Rectangle 2374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6" name="Rectangle 2375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7" name="Rectangle 2376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8" name="Rectangle 2377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79" name="Rectangle 2378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0" name="Rectangle 2379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1" name="Rectangle 2380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2" name="Rectangle 2381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3" name="Rectangle 2382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4" name="Rectangle 2383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385" name="Group 2384"/>
          <p:cNvGrpSpPr/>
          <p:nvPr/>
        </p:nvGrpSpPr>
        <p:grpSpPr>
          <a:xfrm>
            <a:off x="5181600" y="2133600"/>
            <a:ext cx="1219200" cy="3048000"/>
            <a:chOff x="2286000" y="3048000"/>
            <a:chExt cx="609600" cy="1524000"/>
          </a:xfrm>
        </p:grpSpPr>
        <p:sp>
          <p:nvSpPr>
            <p:cNvPr id="2386" name="Rectangle 2385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7" name="Rectangle 2386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8" name="Rectangle 2387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89" name="Rectangle 2388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0" name="Rectangle 2389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1" name="Rectangle 2390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2" name="Rectangle 2391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3" name="Rectangle 2392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4" name="Rectangle 2393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5" name="Rectangle 2394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6" name="Rectangle 2395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7" name="Rectangle 2396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8" name="Rectangle 2397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99" name="Rectangle 2398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0" name="Rectangle 2399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1" name="Rectangle 2400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2" name="Rectangle 2401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3" name="Rectangle 2402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4" name="Rectangle 2403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5" name="Rectangle 2404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6" name="Rectangle 2405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7" name="Rectangle 2406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8" name="Rectangle 2407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09" name="Rectangle 2408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0" name="Rectangle 2409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1" name="Rectangle 2410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2" name="Rectangle 2411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3" name="Rectangle 2412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4" name="Rectangle 2413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5" name="Rectangle 2414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6" name="Rectangle 2415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7" name="Rectangle 2416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8" name="Rectangle 2417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19" name="Rectangle 2418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0" name="Rectangle 2419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1" name="Rectangle 2420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2" name="Rectangle 2421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3" name="Rectangle 2422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4" name="Rectangle 2423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5" name="Rectangle 2424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2426" name="Group 2425"/>
          <p:cNvGrpSpPr/>
          <p:nvPr/>
        </p:nvGrpSpPr>
        <p:grpSpPr>
          <a:xfrm>
            <a:off x="6705600" y="2133600"/>
            <a:ext cx="1219200" cy="3048000"/>
            <a:chOff x="2286000" y="3048000"/>
            <a:chExt cx="609600" cy="1524000"/>
          </a:xfrm>
        </p:grpSpPr>
        <p:sp>
          <p:nvSpPr>
            <p:cNvPr id="2427" name="Rectangle 2426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8" name="Rectangle 2427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29" name="Rectangle 2428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0" name="Rectangle 2429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1" name="Rectangle 2430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2" name="Rectangle 2431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3" name="Rectangle 2432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4" name="Rectangle 2433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5" name="Rectangle 2434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6" name="Rectangle 2435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7" name="Rectangle 2436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8" name="Rectangle 2437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39" name="Rectangle 2438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0" name="Rectangle 2439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1" name="Rectangle 2440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2" name="Rectangle 2441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3" name="Rectangle 2442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4" name="Rectangle 2443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5" name="Rectangle 2444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6" name="Rectangle 2445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7" name="Rectangle 2446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8" name="Rectangle 2447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49" name="Rectangle 2448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0" name="Rectangle 2449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1" name="Rectangle 2450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2" name="Rectangle 2451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3" name="Rectangle 2452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4" name="Rectangle 2453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5" name="Rectangle 2454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6" name="Rectangle 2455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7" name="Rectangle 2456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8" name="Rectangle 2457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59" name="Rectangle 2458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0" name="Rectangle 2459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1" name="Rectangle 2460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2" name="Rectangle 2461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3" name="Rectangle 2462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4" name="Rectangle 2463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5" name="Rectangle 2464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466" name="Rectangle 2465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2467" name="Rectangle 2466"/>
          <p:cNvSpPr/>
          <p:nvPr/>
        </p:nvSpPr>
        <p:spPr bwMode="auto">
          <a:xfrm>
            <a:off x="1828800" y="4572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8" name="Rectangle 2467"/>
          <p:cNvSpPr/>
          <p:nvPr/>
        </p:nvSpPr>
        <p:spPr bwMode="auto">
          <a:xfrm>
            <a:off x="1828800" y="4876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69" name="Rectangle 2468"/>
          <p:cNvSpPr/>
          <p:nvPr/>
        </p:nvSpPr>
        <p:spPr bwMode="auto">
          <a:xfrm>
            <a:off x="18288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0" name="Rectangle 2469"/>
          <p:cNvSpPr/>
          <p:nvPr/>
        </p:nvSpPr>
        <p:spPr bwMode="auto">
          <a:xfrm>
            <a:off x="1828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1" name="Rectangle 2470"/>
          <p:cNvSpPr/>
          <p:nvPr/>
        </p:nvSpPr>
        <p:spPr bwMode="auto">
          <a:xfrm>
            <a:off x="1828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2" name="Rectangle 2471"/>
          <p:cNvSpPr/>
          <p:nvPr/>
        </p:nvSpPr>
        <p:spPr bwMode="auto">
          <a:xfrm>
            <a:off x="1828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3" name="Rectangle 2472"/>
          <p:cNvSpPr/>
          <p:nvPr/>
        </p:nvSpPr>
        <p:spPr bwMode="auto">
          <a:xfrm>
            <a:off x="18288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4" name="Rectangle 2473"/>
          <p:cNvSpPr/>
          <p:nvPr/>
        </p:nvSpPr>
        <p:spPr bwMode="auto">
          <a:xfrm>
            <a:off x="18288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5" name="Rectangle 2474"/>
          <p:cNvSpPr/>
          <p:nvPr/>
        </p:nvSpPr>
        <p:spPr bwMode="auto">
          <a:xfrm>
            <a:off x="18288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6" name="Rectangle 2475"/>
          <p:cNvSpPr/>
          <p:nvPr/>
        </p:nvSpPr>
        <p:spPr bwMode="auto">
          <a:xfrm>
            <a:off x="18288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7" name="Rectangle 2476"/>
          <p:cNvSpPr/>
          <p:nvPr/>
        </p:nvSpPr>
        <p:spPr bwMode="auto">
          <a:xfrm>
            <a:off x="3352800" y="4572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8" name="Rectangle 2477"/>
          <p:cNvSpPr/>
          <p:nvPr/>
        </p:nvSpPr>
        <p:spPr bwMode="auto">
          <a:xfrm>
            <a:off x="3352800" y="4876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79" name="Rectangle 2478"/>
          <p:cNvSpPr/>
          <p:nvPr/>
        </p:nvSpPr>
        <p:spPr bwMode="auto">
          <a:xfrm>
            <a:off x="33528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0" name="Rectangle 2479"/>
          <p:cNvSpPr/>
          <p:nvPr/>
        </p:nvSpPr>
        <p:spPr bwMode="auto">
          <a:xfrm>
            <a:off x="3352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1" name="Rectangle 2480"/>
          <p:cNvSpPr/>
          <p:nvPr/>
        </p:nvSpPr>
        <p:spPr bwMode="auto">
          <a:xfrm>
            <a:off x="3352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2" name="Rectangle 2481"/>
          <p:cNvSpPr/>
          <p:nvPr/>
        </p:nvSpPr>
        <p:spPr bwMode="auto">
          <a:xfrm>
            <a:off x="3352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3" name="Rectangle 2482"/>
          <p:cNvSpPr/>
          <p:nvPr/>
        </p:nvSpPr>
        <p:spPr bwMode="auto">
          <a:xfrm>
            <a:off x="33528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4" name="Rectangle 2483"/>
          <p:cNvSpPr/>
          <p:nvPr/>
        </p:nvSpPr>
        <p:spPr bwMode="auto">
          <a:xfrm>
            <a:off x="33528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5" name="Rectangle 2484"/>
          <p:cNvSpPr/>
          <p:nvPr/>
        </p:nvSpPr>
        <p:spPr bwMode="auto">
          <a:xfrm>
            <a:off x="33528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6" name="Rectangle 2485"/>
          <p:cNvSpPr/>
          <p:nvPr/>
        </p:nvSpPr>
        <p:spPr bwMode="auto">
          <a:xfrm>
            <a:off x="33528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7" name="Rectangle 2486"/>
          <p:cNvSpPr/>
          <p:nvPr/>
        </p:nvSpPr>
        <p:spPr bwMode="auto">
          <a:xfrm>
            <a:off x="4876800" y="4572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8" name="Rectangle 2487"/>
          <p:cNvSpPr/>
          <p:nvPr/>
        </p:nvSpPr>
        <p:spPr bwMode="auto">
          <a:xfrm>
            <a:off x="4876800" y="4876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89" name="Rectangle 2488"/>
          <p:cNvSpPr/>
          <p:nvPr/>
        </p:nvSpPr>
        <p:spPr bwMode="auto">
          <a:xfrm>
            <a:off x="48768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0" name="Rectangle 2489"/>
          <p:cNvSpPr/>
          <p:nvPr/>
        </p:nvSpPr>
        <p:spPr bwMode="auto">
          <a:xfrm>
            <a:off x="4876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1" name="Rectangle 2490"/>
          <p:cNvSpPr/>
          <p:nvPr/>
        </p:nvSpPr>
        <p:spPr bwMode="auto">
          <a:xfrm>
            <a:off x="4876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2" name="Rectangle 2491"/>
          <p:cNvSpPr/>
          <p:nvPr/>
        </p:nvSpPr>
        <p:spPr bwMode="auto">
          <a:xfrm>
            <a:off x="4876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3" name="Rectangle 2492"/>
          <p:cNvSpPr/>
          <p:nvPr/>
        </p:nvSpPr>
        <p:spPr bwMode="auto">
          <a:xfrm>
            <a:off x="48768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4" name="Rectangle 2493"/>
          <p:cNvSpPr/>
          <p:nvPr/>
        </p:nvSpPr>
        <p:spPr bwMode="auto">
          <a:xfrm>
            <a:off x="48768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5" name="Rectangle 2494"/>
          <p:cNvSpPr/>
          <p:nvPr/>
        </p:nvSpPr>
        <p:spPr bwMode="auto">
          <a:xfrm>
            <a:off x="48768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6" name="Rectangle 2495"/>
          <p:cNvSpPr/>
          <p:nvPr/>
        </p:nvSpPr>
        <p:spPr bwMode="auto">
          <a:xfrm>
            <a:off x="48768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7" name="Rectangle 2496"/>
          <p:cNvSpPr/>
          <p:nvPr/>
        </p:nvSpPr>
        <p:spPr bwMode="auto">
          <a:xfrm>
            <a:off x="6400800" y="4572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8" name="Rectangle 2497"/>
          <p:cNvSpPr/>
          <p:nvPr/>
        </p:nvSpPr>
        <p:spPr bwMode="auto">
          <a:xfrm>
            <a:off x="6400800" y="4876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499" name="Rectangle 2498"/>
          <p:cNvSpPr/>
          <p:nvPr/>
        </p:nvSpPr>
        <p:spPr bwMode="auto">
          <a:xfrm>
            <a:off x="6400800" y="4267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0" name="Rectangle 2499"/>
          <p:cNvSpPr/>
          <p:nvPr/>
        </p:nvSpPr>
        <p:spPr bwMode="auto">
          <a:xfrm>
            <a:off x="6400800" y="3657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1" name="Rectangle 2500"/>
          <p:cNvSpPr/>
          <p:nvPr/>
        </p:nvSpPr>
        <p:spPr bwMode="auto">
          <a:xfrm>
            <a:off x="6400800" y="3962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2" name="Rectangle 2501"/>
          <p:cNvSpPr/>
          <p:nvPr/>
        </p:nvSpPr>
        <p:spPr bwMode="auto">
          <a:xfrm>
            <a:off x="6400800" y="33528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3" name="Rectangle 2502"/>
          <p:cNvSpPr/>
          <p:nvPr/>
        </p:nvSpPr>
        <p:spPr bwMode="auto">
          <a:xfrm>
            <a:off x="6400800" y="30480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4" name="Rectangle 2503"/>
          <p:cNvSpPr/>
          <p:nvPr/>
        </p:nvSpPr>
        <p:spPr bwMode="auto">
          <a:xfrm>
            <a:off x="6400800" y="24384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5" name="Rectangle 2504"/>
          <p:cNvSpPr/>
          <p:nvPr/>
        </p:nvSpPr>
        <p:spPr bwMode="auto">
          <a:xfrm>
            <a:off x="6400800" y="27432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6" name="Rectangle 2505"/>
          <p:cNvSpPr/>
          <p:nvPr/>
        </p:nvSpPr>
        <p:spPr bwMode="auto">
          <a:xfrm>
            <a:off x="6400800" y="2133600"/>
            <a:ext cx="304800" cy="304800"/>
          </a:xfrm>
          <a:prstGeom prst="rect">
            <a:avLst/>
          </a:prstGeom>
          <a:solidFill>
            <a:srgbClr val="F7B7EE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2507" name="TextBox 2506"/>
          <p:cNvSpPr txBox="1"/>
          <p:nvPr/>
        </p:nvSpPr>
        <p:spPr>
          <a:xfrm>
            <a:off x="457200" y="914400"/>
            <a:ext cx="60163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5: Infinitely replicate all labeled rectangles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44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29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75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60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90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44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29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75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60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90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514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362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819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667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97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514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362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819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667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97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49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34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64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49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34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64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257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5105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562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410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715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257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5105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562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410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715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601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32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17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47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78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62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7086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934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239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601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32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17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47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78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62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7086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934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239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391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391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27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58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42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73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88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990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838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295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600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447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68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752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295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600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447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68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752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2057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905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362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209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514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2057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905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362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209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514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29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60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44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75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205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90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36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20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51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800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648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510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953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41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25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56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86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71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17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601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32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819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312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971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42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27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886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73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19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403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34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81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312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971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42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27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886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73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191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4038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343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886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73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19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403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34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23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708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54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391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93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23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708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54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391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84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93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800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239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7086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391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84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934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800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62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477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30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30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30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30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30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30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30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30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30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30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30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30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15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30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15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30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30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30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30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30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30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30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30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30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53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53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1" name="Rectangle 1340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2" name="Rectangle 1341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3" name="Rectangle 1342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4" name="Rectangle 1343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5" name="Rectangle 1344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6" name="Rectangle 1345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7" name="Rectangle 1346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8" name="Rectangle 1347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9" name="Rectangle 1348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8" name="Rectangle 1487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9" name="Rectangle 1488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0" name="Rectangle 1489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3" name="Rectangle 1492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4" name="Rectangle 1493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6" name="Rectangle 1495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7" name="Rectangle 1496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8" name="Rectangle 1497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9" name="Rectangle 1498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0" name="Rectangle 1499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0" name="Rectangle 15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4" name="Rectangle 1623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5" name="Rectangle 1624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6" name="Rectangle 1625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7" name="Rectangle 1626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8" name="Rectangle 1627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9" name="Rectangle 1628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0" name="Rectangle 1629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27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342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358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373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3886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" name="Rectangle 1688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0" name="Rectangle 1689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1" name="Rectangle 1690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2" name="Rectangle 1691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3" name="Rectangle 1692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4" name="Rectangle 1693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5" name="Rectangle 1694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6" name="Rectangle 1695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7" name="Rectangle 1696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8" name="Rectangle 1697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2" name="Rectangle 1701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3" name="Rectangle 1702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4" name="Rectangle 1703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8" name="Rectangle 1737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1" name="Rectangle 174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7" name="Rectangle 1746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9" name="Rectangle 1758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2" name="Rectangle 1761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5" name="Rectangle 1764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Rectangle 1840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2" name="Rectangle 1841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3" name="Rectangle 1842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4" name="Rectangle 184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5" name="Rectangle 1844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6" name="Rectangle 1845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7" name="Rectangle 1846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8" name="Rectangle 1847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9" name="Rectangle 184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0" name="Rectangle 1849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1" name="Rectangle 1850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2" name="Rectangle 1851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3" name="Rectangle 1852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4" name="Rectangle 185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5" name="Rectangle 1854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6" name="Rectangle 1855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7" name="Rectangle 1856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8" name="Rectangle 1857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9" name="Rectangle 1858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0" name="Rectangle 1859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1" name="Rectangle 1860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2" name="Rectangle 1861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3" name="Rectangle 1862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4" name="Rectangle 1863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5" name="Rectangle 1864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6" name="Rectangle 1865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7" name="Rectangle 1866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8" name="Rectangle 1867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9" name="Rectangle 1868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0" name="Rectangle 1869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1" name="Rectangle 1870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2" name="Rectangle 1871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3" name="Rectangle 1872"/>
          <p:cNvSpPr/>
          <p:nvPr/>
        </p:nvSpPr>
        <p:spPr bwMode="auto">
          <a:xfrm>
            <a:off x="830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6" name="Rectangle 1875"/>
          <p:cNvSpPr/>
          <p:nvPr/>
        </p:nvSpPr>
        <p:spPr bwMode="auto">
          <a:xfrm>
            <a:off x="784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7" name="Rectangle 1876"/>
          <p:cNvSpPr/>
          <p:nvPr/>
        </p:nvSpPr>
        <p:spPr bwMode="auto">
          <a:xfrm>
            <a:off x="8001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8" name="Rectangle 1877"/>
          <p:cNvSpPr/>
          <p:nvPr/>
        </p:nvSpPr>
        <p:spPr bwMode="auto">
          <a:xfrm>
            <a:off x="815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9" name="Rectangle 1878"/>
          <p:cNvSpPr/>
          <p:nvPr/>
        </p:nvSpPr>
        <p:spPr bwMode="auto">
          <a:xfrm>
            <a:off x="830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2" name="Rectangle 1881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3" name="Rectangle 1882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4" name="Rectangle 1883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5" name="Rectangle 1884"/>
          <p:cNvSpPr/>
          <p:nvPr/>
        </p:nvSpPr>
        <p:spPr bwMode="auto">
          <a:xfrm>
            <a:off x="830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8" name="Rectangle 1887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9" name="Rectangle 1888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0" name="Rectangle 1889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1" name="Rectangle 1890"/>
          <p:cNvSpPr/>
          <p:nvPr/>
        </p:nvSpPr>
        <p:spPr bwMode="auto">
          <a:xfrm>
            <a:off x="830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5" name="Rectangle 1894"/>
          <p:cNvSpPr/>
          <p:nvPr/>
        </p:nvSpPr>
        <p:spPr bwMode="auto">
          <a:xfrm>
            <a:off x="708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6" name="Rectangle 1895"/>
          <p:cNvSpPr/>
          <p:nvPr/>
        </p:nvSpPr>
        <p:spPr bwMode="auto">
          <a:xfrm>
            <a:off x="723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7" name="Rectangle 1896"/>
          <p:cNvSpPr/>
          <p:nvPr/>
        </p:nvSpPr>
        <p:spPr bwMode="auto">
          <a:xfrm>
            <a:off x="739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8" name="Rectangle 1897"/>
          <p:cNvSpPr/>
          <p:nvPr/>
        </p:nvSpPr>
        <p:spPr bwMode="auto">
          <a:xfrm>
            <a:off x="754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9" name="Rectangle 1898"/>
          <p:cNvSpPr/>
          <p:nvPr/>
        </p:nvSpPr>
        <p:spPr bwMode="auto">
          <a:xfrm>
            <a:off x="647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662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1" name="Rectangle 1900"/>
          <p:cNvSpPr/>
          <p:nvPr/>
        </p:nvSpPr>
        <p:spPr bwMode="auto">
          <a:xfrm>
            <a:off x="678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2" name="Rectangle 1901"/>
          <p:cNvSpPr/>
          <p:nvPr/>
        </p:nvSpPr>
        <p:spPr bwMode="auto">
          <a:xfrm>
            <a:off x="6934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3" name="Rectangle 1902"/>
          <p:cNvSpPr/>
          <p:nvPr/>
        </p:nvSpPr>
        <p:spPr bwMode="auto">
          <a:xfrm>
            <a:off x="525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4" name="Rectangle 1903"/>
          <p:cNvSpPr/>
          <p:nvPr/>
        </p:nvSpPr>
        <p:spPr bwMode="auto">
          <a:xfrm>
            <a:off x="541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5" name="Rectangle 1904"/>
          <p:cNvSpPr/>
          <p:nvPr/>
        </p:nvSpPr>
        <p:spPr bwMode="auto">
          <a:xfrm>
            <a:off x="556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6" name="Rectangle 1905"/>
          <p:cNvSpPr/>
          <p:nvPr/>
        </p:nvSpPr>
        <p:spPr bwMode="auto">
          <a:xfrm>
            <a:off x="571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434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449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464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480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358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373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3886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403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297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236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251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8" name="Rectangle 1917"/>
          <p:cNvSpPr/>
          <p:nvPr/>
        </p:nvSpPr>
        <p:spPr bwMode="auto">
          <a:xfrm>
            <a:off x="266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9" name="Rectangle 1918"/>
          <p:cNvSpPr/>
          <p:nvPr/>
        </p:nvSpPr>
        <p:spPr bwMode="auto">
          <a:xfrm>
            <a:off x="281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0" name="Rectangle 1919"/>
          <p:cNvSpPr/>
          <p:nvPr/>
        </p:nvSpPr>
        <p:spPr bwMode="auto">
          <a:xfrm>
            <a:off x="2057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1" name="Rectangle 1920"/>
          <p:cNvSpPr/>
          <p:nvPr/>
        </p:nvSpPr>
        <p:spPr bwMode="auto">
          <a:xfrm>
            <a:off x="144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2" name="Rectangle 1921"/>
          <p:cNvSpPr/>
          <p:nvPr/>
        </p:nvSpPr>
        <p:spPr bwMode="auto">
          <a:xfrm>
            <a:off x="160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175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190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99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129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53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68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9" name="Rectangle 1928"/>
          <p:cNvSpPr/>
          <p:nvPr/>
        </p:nvSpPr>
        <p:spPr bwMode="auto">
          <a:xfrm>
            <a:off x="83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0" name="Rectangle 1929"/>
          <p:cNvSpPr/>
          <p:nvPr/>
        </p:nvSpPr>
        <p:spPr bwMode="auto">
          <a:xfrm>
            <a:off x="99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1" name="Rectangle 1930"/>
          <p:cNvSpPr/>
          <p:nvPr/>
        </p:nvSpPr>
        <p:spPr bwMode="auto">
          <a:xfrm>
            <a:off x="53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2" name="Rectangle 1931"/>
          <p:cNvSpPr/>
          <p:nvPr/>
        </p:nvSpPr>
        <p:spPr bwMode="auto">
          <a:xfrm>
            <a:off x="68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3" name="Rectangle 1932"/>
          <p:cNvSpPr/>
          <p:nvPr/>
        </p:nvSpPr>
        <p:spPr bwMode="auto">
          <a:xfrm>
            <a:off x="83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4" name="Rectangle 1933"/>
          <p:cNvSpPr/>
          <p:nvPr/>
        </p:nvSpPr>
        <p:spPr bwMode="auto">
          <a:xfrm>
            <a:off x="99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5" name="Rectangle 1934"/>
          <p:cNvSpPr/>
          <p:nvPr/>
        </p:nvSpPr>
        <p:spPr bwMode="auto">
          <a:xfrm>
            <a:off x="53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6" name="Rectangle 1935"/>
          <p:cNvSpPr/>
          <p:nvPr/>
        </p:nvSpPr>
        <p:spPr bwMode="auto">
          <a:xfrm>
            <a:off x="68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7" name="Rectangle 1936"/>
          <p:cNvSpPr/>
          <p:nvPr/>
        </p:nvSpPr>
        <p:spPr bwMode="auto">
          <a:xfrm>
            <a:off x="83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8" name="Rectangle 1937"/>
          <p:cNvSpPr/>
          <p:nvPr/>
        </p:nvSpPr>
        <p:spPr bwMode="auto">
          <a:xfrm>
            <a:off x="2057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9" name="Rectangle 1938"/>
          <p:cNvSpPr/>
          <p:nvPr/>
        </p:nvSpPr>
        <p:spPr bwMode="auto">
          <a:xfrm>
            <a:off x="144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0" name="Rectangle 1939"/>
          <p:cNvSpPr/>
          <p:nvPr/>
        </p:nvSpPr>
        <p:spPr bwMode="auto">
          <a:xfrm>
            <a:off x="160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1" name="Rectangle 1940"/>
          <p:cNvSpPr/>
          <p:nvPr/>
        </p:nvSpPr>
        <p:spPr bwMode="auto">
          <a:xfrm>
            <a:off x="175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2" name="Rectangle 1941"/>
          <p:cNvSpPr/>
          <p:nvPr/>
        </p:nvSpPr>
        <p:spPr bwMode="auto">
          <a:xfrm>
            <a:off x="190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3" name="Rectangle 1942"/>
          <p:cNvSpPr/>
          <p:nvPr/>
        </p:nvSpPr>
        <p:spPr bwMode="auto">
          <a:xfrm>
            <a:off x="129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4" name="Rectangle 1943"/>
          <p:cNvSpPr/>
          <p:nvPr/>
        </p:nvSpPr>
        <p:spPr bwMode="auto">
          <a:xfrm>
            <a:off x="297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5" name="Rectangle 1944"/>
          <p:cNvSpPr/>
          <p:nvPr/>
        </p:nvSpPr>
        <p:spPr bwMode="auto">
          <a:xfrm>
            <a:off x="236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251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266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281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9" name="Rectangle 1948"/>
          <p:cNvSpPr/>
          <p:nvPr/>
        </p:nvSpPr>
        <p:spPr bwMode="auto">
          <a:xfrm>
            <a:off x="327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0" name="Rectangle 1949"/>
          <p:cNvSpPr/>
          <p:nvPr/>
        </p:nvSpPr>
        <p:spPr bwMode="auto">
          <a:xfrm>
            <a:off x="342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1" name="Rectangle 1950"/>
          <p:cNvSpPr/>
          <p:nvPr/>
        </p:nvSpPr>
        <p:spPr bwMode="auto">
          <a:xfrm>
            <a:off x="510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2" name="Rectangle 1951"/>
          <p:cNvSpPr/>
          <p:nvPr/>
        </p:nvSpPr>
        <p:spPr bwMode="auto">
          <a:xfrm>
            <a:off x="6019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3" name="Rectangle 1952"/>
          <p:cNvSpPr/>
          <p:nvPr/>
        </p:nvSpPr>
        <p:spPr bwMode="auto">
          <a:xfrm>
            <a:off x="617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4" name="Rectangle 1953"/>
          <p:cNvSpPr/>
          <p:nvPr/>
        </p:nvSpPr>
        <p:spPr bwMode="auto">
          <a:xfrm>
            <a:off x="632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6" name="Rectangle 1965"/>
          <p:cNvSpPr/>
          <p:nvPr/>
        </p:nvSpPr>
        <p:spPr bwMode="auto">
          <a:xfrm>
            <a:off x="129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7" name="Rectangle 1966"/>
          <p:cNvSpPr/>
          <p:nvPr/>
        </p:nvSpPr>
        <p:spPr bwMode="auto">
          <a:xfrm>
            <a:off x="144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8" name="Rectangle 1967"/>
          <p:cNvSpPr/>
          <p:nvPr/>
        </p:nvSpPr>
        <p:spPr bwMode="auto">
          <a:xfrm>
            <a:off x="160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9" name="Rectangle 1968"/>
          <p:cNvSpPr/>
          <p:nvPr/>
        </p:nvSpPr>
        <p:spPr bwMode="auto">
          <a:xfrm>
            <a:off x="175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0" name="Rectangle 1969"/>
          <p:cNvSpPr/>
          <p:nvPr/>
        </p:nvSpPr>
        <p:spPr bwMode="auto">
          <a:xfrm>
            <a:off x="281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1" name="Rectangle 1970"/>
          <p:cNvSpPr/>
          <p:nvPr/>
        </p:nvSpPr>
        <p:spPr bwMode="auto">
          <a:xfrm>
            <a:off x="2971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2" name="Rectangle 1971"/>
          <p:cNvSpPr/>
          <p:nvPr/>
        </p:nvSpPr>
        <p:spPr bwMode="auto">
          <a:xfrm>
            <a:off x="312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3" name="Rectangle 1972"/>
          <p:cNvSpPr/>
          <p:nvPr/>
        </p:nvSpPr>
        <p:spPr bwMode="auto">
          <a:xfrm>
            <a:off x="327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4" name="Rectangle 1973"/>
          <p:cNvSpPr/>
          <p:nvPr/>
        </p:nvSpPr>
        <p:spPr bwMode="auto">
          <a:xfrm>
            <a:off x="342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6" name="Rectangle 1975"/>
          <p:cNvSpPr/>
          <p:nvPr/>
        </p:nvSpPr>
        <p:spPr bwMode="auto">
          <a:xfrm>
            <a:off x="281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7" name="Rectangle 1976"/>
          <p:cNvSpPr/>
          <p:nvPr/>
        </p:nvSpPr>
        <p:spPr bwMode="auto">
          <a:xfrm>
            <a:off x="2971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8" name="Rectangle 1977"/>
          <p:cNvSpPr/>
          <p:nvPr/>
        </p:nvSpPr>
        <p:spPr bwMode="auto">
          <a:xfrm>
            <a:off x="312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9" name="Rectangle 1978"/>
          <p:cNvSpPr/>
          <p:nvPr/>
        </p:nvSpPr>
        <p:spPr bwMode="auto">
          <a:xfrm>
            <a:off x="327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0" name="Rectangle 1979"/>
          <p:cNvSpPr/>
          <p:nvPr/>
        </p:nvSpPr>
        <p:spPr bwMode="auto">
          <a:xfrm>
            <a:off x="342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2" name="Rectangle 1981"/>
          <p:cNvSpPr/>
          <p:nvPr/>
        </p:nvSpPr>
        <p:spPr bwMode="auto">
          <a:xfrm>
            <a:off x="373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3886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4038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4191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4343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373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3886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4038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4191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4343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4648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4800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4953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10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25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541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4648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4800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4953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10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25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541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4648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4800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4953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10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25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41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693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708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723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7391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693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708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723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7391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93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708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723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7391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5" name="Rectangle 2114"/>
          <p:cNvSpPr/>
          <p:nvPr/>
        </p:nvSpPr>
        <p:spPr bwMode="auto">
          <a:xfrm>
            <a:off x="693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6" name="Rectangle 2115"/>
          <p:cNvSpPr/>
          <p:nvPr/>
        </p:nvSpPr>
        <p:spPr bwMode="auto">
          <a:xfrm>
            <a:off x="708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7" name="Rectangle 2116"/>
          <p:cNvSpPr/>
          <p:nvPr/>
        </p:nvSpPr>
        <p:spPr bwMode="auto">
          <a:xfrm>
            <a:off x="723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8" name="Rectangle 2117"/>
          <p:cNvSpPr/>
          <p:nvPr/>
        </p:nvSpPr>
        <p:spPr bwMode="auto">
          <a:xfrm>
            <a:off x="7391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9" name="Rectangle 2118"/>
          <p:cNvSpPr/>
          <p:nvPr/>
        </p:nvSpPr>
        <p:spPr bwMode="auto">
          <a:xfrm>
            <a:off x="4953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0" name="Rectangle 2119"/>
          <p:cNvSpPr/>
          <p:nvPr/>
        </p:nvSpPr>
        <p:spPr bwMode="auto">
          <a:xfrm>
            <a:off x="510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1" name="Rectangle 2120"/>
          <p:cNvSpPr/>
          <p:nvPr/>
        </p:nvSpPr>
        <p:spPr bwMode="auto">
          <a:xfrm>
            <a:off x="525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2" name="Rectangle 2121"/>
          <p:cNvSpPr/>
          <p:nvPr/>
        </p:nvSpPr>
        <p:spPr bwMode="auto">
          <a:xfrm>
            <a:off x="541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3" name="Rectangle 2122"/>
          <p:cNvSpPr/>
          <p:nvPr/>
        </p:nvSpPr>
        <p:spPr bwMode="auto">
          <a:xfrm>
            <a:off x="4343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4" name="Rectangle 2123"/>
          <p:cNvSpPr/>
          <p:nvPr/>
        </p:nvSpPr>
        <p:spPr bwMode="auto">
          <a:xfrm>
            <a:off x="373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5" name="Rectangle 2124"/>
          <p:cNvSpPr/>
          <p:nvPr/>
        </p:nvSpPr>
        <p:spPr bwMode="auto">
          <a:xfrm>
            <a:off x="3886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6" name="Rectangle 2125"/>
          <p:cNvSpPr/>
          <p:nvPr/>
        </p:nvSpPr>
        <p:spPr bwMode="auto">
          <a:xfrm>
            <a:off x="4038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7" name="Rectangle 2126"/>
          <p:cNvSpPr/>
          <p:nvPr/>
        </p:nvSpPr>
        <p:spPr bwMode="auto">
          <a:xfrm>
            <a:off x="4191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9" name="Rectangle 2128"/>
          <p:cNvSpPr/>
          <p:nvPr/>
        </p:nvSpPr>
        <p:spPr bwMode="auto">
          <a:xfrm>
            <a:off x="2971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0" name="Rectangle 2129"/>
          <p:cNvSpPr/>
          <p:nvPr/>
        </p:nvSpPr>
        <p:spPr bwMode="auto">
          <a:xfrm>
            <a:off x="312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1" name="Rectangle 2130"/>
          <p:cNvSpPr/>
          <p:nvPr/>
        </p:nvSpPr>
        <p:spPr bwMode="auto">
          <a:xfrm>
            <a:off x="327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2" name="Rectangle 2131"/>
          <p:cNvSpPr/>
          <p:nvPr/>
        </p:nvSpPr>
        <p:spPr bwMode="auto">
          <a:xfrm>
            <a:off x="342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3" name="Rectangle 2132"/>
          <p:cNvSpPr/>
          <p:nvPr/>
        </p:nvSpPr>
        <p:spPr bwMode="auto">
          <a:xfrm>
            <a:off x="175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4" name="Rectangle 2133"/>
          <p:cNvSpPr/>
          <p:nvPr/>
        </p:nvSpPr>
        <p:spPr bwMode="auto">
          <a:xfrm>
            <a:off x="281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5" name="Rectangle 2134"/>
          <p:cNvSpPr/>
          <p:nvPr/>
        </p:nvSpPr>
        <p:spPr bwMode="auto">
          <a:xfrm>
            <a:off x="129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6" name="Rectangle 2135"/>
          <p:cNvSpPr/>
          <p:nvPr/>
        </p:nvSpPr>
        <p:spPr bwMode="auto">
          <a:xfrm>
            <a:off x="144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7" name="Rectangle 2136"/>
          <p:cNvSpPr/>
          <p:nvPr/>
        </p:nvSpPr>
        <p:spPr bwMode="auto">
          <a:xfrm>
            <a:off x="160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8" name="Rectangle 2137"/>
          <p:cNvSpPr/>
          <p:nvPr/>
        </p:nvSpPr>
        <p:spPr bwMode="auto">
          <a:xfrm>
            <a:off x="175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9" name="Rectangle 2138"/>
          <p:cNvSpPr/>
          <p:nvPr/>
        </p:nvSpPr>
        <p:spPr bwMode="auto">
          <a:xfrm>
            <a:off x="129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0" name="Rectangle 2139"/>
          <p:cNvSpPr/>
          <p:nvPr/>
        </p:nvSpPr>
        <p:spPr bwMode="auto">
          <a:xfrm>
            <a:off x="144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1" name="Rectangle 2140"/>
          <p:cNvSpPr/>
          <p:nvPr/>
        </p:nvSpPr>
        <p:spPr bwMode="auto">
          <a:xfrm>
            <a:off x="160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2" name="Rectangle 2141"/>
          <p:cNvSpPr/>
          <p:nvPr/>
        </p:nvSpPr>
        <p:spPr bwMode="auto">
          <a:xfrm>
            <a:off x="175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3" name="Rectangle 2142"/>
          <p:cNvSpPr/>
          <p:nvPr/>
        </p:nvSpPr>
        <p:spPr bwMode="auto">
          <a:xfrm>
            <a:off x="129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4" name="Rectangle 2143"/>
          <p:cNvSpPr/>
          <p:nvPr/>
        </p:nvSpPr>
        <p:spPr bwMode="auto">
          <a:xfrm>
            <a:off x="144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5" name="Rectangle 2144"/>
          <p:cNvSpPr/>
          <p:nvPr/>
        </p:nvSpPr>
        <p:spPr bwMode="auto">
          <a:xfrm>
            <a:off x="160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7" name="Rectangle 2146"/>
          <p:cNvSpPr/>
          <p:nvPr/>
        </p:nvSpPr>
        <p:spPr bwMode="auto">
          <a:xfrm>
            <a:off x="2971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8" name="Rectangle 2147"/>
          <p:cNvSpPr/>
          <p:nvPr/>
        </p:nvSpPr>
        <p:spPr bwMode="auto">
          <a:xfrm>
            <a:off x="312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9" name="Rectangle 2148"/>
          <p:cNvSpPr/>
          <p:nvPr/>
        </p:nvSpPr>
        <p:spPr bwMode="auto">
          <a:xfrm>
            <a:off x="327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0" name="Rectangle 2149"/>
          <p:cNvSpPr/>
          <p:nvPr/>
        </p:nvSpPr>
        <p:spPr bwMode="auto">
          <a:xfrm>
            <a:off x="342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1" name="Rectangle 2150"/>
          <p:cNvSpPr/>
          <p:nvPr/>
        </p:nvSpPr>
        <p:spPr bwMode="auto">
          <a:xfrm>
            <a:off x="281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2" name="Rectangle 2151"/>
          <p:cNvSpPr/>
          <p:nvPr/>
        </p:nvSpPr>
        <p:spPr bwMode="auto">
          <a:xfrm>
            <a:off x="4343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3" name="Rectangle 2152"/>
          <p:cNvSpPr/>
          <p:nvPr/>
        </p:nvSpPr>
        <p:spPr bwMode="auto">
          <a:xfrm>
            <a:off x="373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4" name="Rectangle 2153"/>
          <p:cNvSpPr/>
          <p:nvPr/>
        </p:nvSpPr>
        <p:spPr bwMode="auto">
          <a:xfrm>
            <a:off x="3886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5" name="Rectangle 2154"/>
          <p:cNvSpPr/>
          <p:nvPr/>
        </p:nvSpPr>
        <p:spPr bwMode="auto">
          <a:xfrm>
            <a:off x="4038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6" name="Rectangle 2155"/>
          <p:cNvSpPr/>
          <p:nvPr/>
        </p:nvSpPr>
        <p:spPr bwMode="auto">
          <a:xfrm>
            <a:off x="4191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7" name="Rectangle 2156"/>
          <p:cNvSpPr/>
          <p:nvPr/>
        </p:nvSpPr>
        <p:spPr bwMode="auto">
          <a:xfrm>
            <a:off x="4648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8" name="Rectangle 2157"/>
          <p:cNvSpPr/>
          <p:nvPr/>
        </p:nvSpPr>
        <p:spPr bwMode="auto">
          <a:xfrm>
            <a:off x="4800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4" name="Rectangle 2173"/>
          <p:cNvSpPr/>
          <p:nvPr/>
        </p:nvSpPr>
        <p:spPr bwMode="auto">
          <a:xfrm>
            <a:off x="754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5" name="Rectangle 2174"/>
          <p:cNvSpPr/>
          <p:nvPr/>
        </p:nvSpPr>
        <p:spPr bwMode="auto">
          <a:xfrm>
            <a:off x="754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6" name="Rectangle 2175"/>
          <p:cNvSpPr/>
          <p:nvPr/>
        </p:nvSpPr>
        <p:spPr bwMode="auto">
          <a:xfrm>
            <a:off x="754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7" name="Rectangle 2176"/>
          <p:cNvSpPr/>
          <p:nvPr/>
        </p:nvSpPr>
        <p:spPr bwMode="auto">
          <a:xfrm>
            <a:off x="754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8" name="Rectangle 2177"/>
          <p:cNvSpPr/>
          <p:nvPr/>
        </p:nvSpPr>
        <p:spPr bwMode="auto">
          <a:xfrm>
            <a:off x="556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9" name="Rectangle 2178"/>
          <p:cNvSpPr/>
          <p:nvPr/>
        </p:nvSpPr>
        <p:spPr bwMode="auto">
          <a:xfrm>
            <a:off x="571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0" name="Rectangle 2179"/>
          <p:cNvSpPr/>
          <p:nvPr/>
        </p:nvSpPr>
        <p:spPr bwMode="auto">
          <a:xfrm>
            <a:off x="586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1" name="Rectangle 2180"/>
          <p:cNvSpPr/>
          <p:nvPr/>
        </p:nvSpPr>
        <p:spPr bwMode="auto">
          <a:xfrm>
            <a:off x="601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617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632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556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5" name="Rectangle 2184"/>
          <p:cNvSpPr/>
          <p:nvPr/>
        </p:nvSpPr>
        <p:spPr bwMode="auto">
          <a:xfrm>
            <a:off x="571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6" name="Rectangle 2185"/>
          <p:cNvSpPr/>
          <p:nvPr/>
        </p:nvSpPr>
        <p:spPr bwMode="auto">
          <a:xfrm>
            <a:off x="586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7" name="Rectangle 2186"/>
          <p:cNvSpPr/>
          <p:nvPr/>
        </p:nvSpPr>
        <p:spPr bwMode="auto">
          <a:xfrm>
            <a:off x="601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8" name="Rectangle 2187"/>
          <p:cNvSpPr/>
          <p:nvPr/>
        </p:nvSpPr>
        <p:spPr bwMode="auto">
          <a:xfrm>
            <a:off x="617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9" name="Rectangle 2188"/>
          <p:cNvSpPr/>
          <p:nvPr/>
        </p:nvSpPr>
        <p:spPr bwMode="auto">
          <a:xfrm>
            <a:off x="632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0" name="Rectangle 2189"/>
          <p:cNvSpPr/>
          <p:nvPr/>
        </p:nvSpPr>
        <p:spPr bwMode="auto">
          <a:xfrm>
            <a:off x="556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1" name="Rectangle 2190"/>
          <p:cNvSpPr/>
          <p:nvPr/>
        </p:nvSpPr>
        <p:spPr bwMode="auto">
          <a:xfrm>
            <a:off x="571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2" name="Rectangle 2191"/>
          <p:cNvSpPr/>
          <p:nvPr/>
        </p:nvSpPr>
        <p:spPr bwMode="auto">
          <a:xfrm>
            <a:off x="586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3" name="Rectangle 2192"/>
          <p:cNvSpPr/>
          <p:nvPr/>
        </p:nvSpPr>
        <p:spPr bwMode="auto">
          <a:xfrm>
            <a:off x="601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4" name="Rectangle 2193"/>
          <p:cNvSpPr/>
          <p:nvPr/>
        </p:nvSpPr>
        <p:spPr bwMode="auto">
          <a:xfrm>
            <a:off x="617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5" name="Rectangle 2194"/>
          <p:cNvSpPr/>
          <p:nvPr/>
        </p:nvSpPr>
        <p:spPr bwMode="auto">
          <a:xfrm>
            <a:off x="632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6" name="Rectangle 2195"/>
          <p:cNvSpPr/>
          <p:nvPr/>
        </p:nvSpPr>
        <p:spPr bwMode="auto">
          <a:xfrm>
            <a:off x="586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7" name="Rectangle 2196"/>
          <p:cNvSpPr/>
          <p:nvPr/>
        </p:nvSpPr>
        <p:spPr bwMode="auto">
          <a:xfrm>
            <a:off x="601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8" name="Rectangle 2197"/>
          <p:cNvSpPr/>
          <p:nvPr/>
        </p:nvSpPr>
        <p:spPr bwMode="auto">
          <a:xfrm>
            <a:off x="617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9" name="Rectangle 2198"/>
          <p:cNvSpPr/>
          <p:nvPr/>
        </p:nvSpPr>
        <p:spPr bwMode="auto">
          <a:xfrm>
            <a:off x="632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0" name="Rectangle 2199"/>
          <p:cNvSpPr/>
          <p:nvPr/>
        </p:nvSpPr>
        <p:spPr bwMode="auto">
          <a:xfrm>
            <a:off x="556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1" name="Rectangle 2200"/>
          <p:cNvSpPr/>
          <p:nvPr/>
        </p:nvSpPr>
        <p:spPr bwMode="auto">
          <a:xfrm>
            <a:off x="571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2" name="Rectangle 2201"/>
          <p:cNvSpPr/>
          <p:nvPr/>
        </p:nvSpPr>
        <p:spPr bwMode="auto">
          <a:xfrm>
            <a:off x="6477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3" name="Rectangle 2202"/>
          <p:cNvSpPr/>
          <p:nvPr/>
        </p:nvSpPr>
        <p:spPr bwMode="auto">
          <a:xfrm>
            <a:off x="662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4" name="Rectangle 2203"/>
          <p:cNvSpPr/>
          <p:nvPr/>
        </p:nvSpPr>
        <p:spPr bwMode="auto">
          <a:xfrm>
            <a:off x="6477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5" name="Rectangle 2204"/>
          <p:cNvSpPr/>
          <p:nvPr/>
        </p:nvSpPr>
        <p:spPr bwMode="auto">
          <a:xfrm>
            <a:off x="662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6" name="Rectangle 2205"/>
          <p:cNvSpPr/>
          <p:nvPr/>
        </p:nvSpPr>
        <p:spPr bwMode="auto">
          <a:xfrm>
            <a:off x="6477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7" name="Rectangle 2206"/>
          <p:cNvSpPr/>
          <p:nvPr/>
        </p:nvSpPr>
        <p:spPr bwMode="auto">
          <a:xfrm>
            <a:off x="662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8" name="Rectangle 2207"/>
          <p:cNvSpPr/>
          <p:nvPr/>
        </p:nvSpPr>
        <p:spPr bwMode="auto">
          <a:xfrm>
            <a:off x="6477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9" name="Rectangle 2208"/>
          <p:cNvSpPr/>
          <p:nvPr/>
        </p:nvSpPr>
        <p:spPr bwMode="auto">
          <a:xfrm>
            <a:off x="662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0" name="Rectangle 2209"/>
          <p:cNvSpPr/>
          <p:nvPr/>
        </p:nvSpPr>
        <p:spPr bwMode="auto">
          <a:xfrm>
            <a:off x="190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1" name="Rectangle 2210"/>
          <p:cNvSpPr/>
          <p:nvPr/>
        </p:nvSpPr>
        <p:spPr bwMode="auto">
          <a:xfrm>
            <a:off x="205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2" name="Rectangle 2211"/>
          <p:cNvSpPr/>
          <p:nvPr/>
        </p:nvSpPr>
        <p:spPr bwMode="auto">
          <a:xfrm>
            <a:off x="220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3" name="Rectangle 2212"/>
          <p:cNvSpPr/>
          <p:nvPr/>
        </p:nvSpPr>
        <p:spPr bwMode="auto">
          <a:xfrm>
            <a:off x="236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4" name="Rectangle 2213"/>
          <p:cNvSpPr/>
          <p:nvPr/>
        </p:nvSpPr>
        <p:spPr bwMode="auto">
          <a:xfrm>
            <a:off x="236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5" name="Rectangle 2214"/>
          <p:cNvSpPr/>
          <p:nvPr/>
        </p:nvSpPr>
        <p:spPr bwMode="auto">
          <a:xfrm>
            <a:off x="190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6" name="Rectangle 2215"/>
          <p:cNvSpPr/>
          <p:nvPr/>
        </p:nvSpPr>
        <p:spPr bwMode="auto">
          <a:xfrm>
            <a:off x="205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7" name="Rectangle 2216"/>
          <p:cNvSpPr/>
          <p:nvPr/>
        </p:nvSpPr>
        <p:spPr bwMode="auto">
          <a:xfrm>
            <a:off x="220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8" name="Rectangle 2217"/>
          <p:cNvSpPr/>
          <p:nvPr/>
        </p:nvSpPr>
        <p:spPr bwMode="auto">
          <a:xfrm>
            <a:off x="236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9" name="Rectangle 2218"/>
          <p:cNvSpPr/>
          <p:nvPr/>
        </p:nvSpPr>
        <p:spPr bwMode="auto">
          <a:xfrm>
            <a:off x="190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0" name="Rectangle 2219"/>
          <p:cNvSpPr/>
          <p:nvPr/>
        </p:nvSpPr>
        <p:spPr bwMode="auto">
          <a:xfrm>
            <a:off x="205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1" name="Rectangle 2220"/>
          <p:cNvSpPr/>
          <p:nvPr/>
        </p:nvSpPr>
        <p:spPr bwMode="auto">
          <a:xfrm>
            <a:off x="220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2" name="Rectangle 2221"/>
          <p:cNvSpPr/>
          <p:nvPr/>
        </p:nvSpPr>
        <p:spPr bwMode="auto">
          <a:xfrm>
            <a:off x="236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3" name="Rectangle 2222"/>
          <p:cNvSpPr/>
          <p:nvPr/>
        </p:nvSpPr>
        <p:spPr bwMode="auto">
          <a:xfrm>
            <a:off x="190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4" name="Rectangle 2223"/>
          <p:cNvSpPr/>
          <p:nvPr/>
        </p:nvSpPr>
        <p:spPr bwMode="auto">
          <a:xfrm>
            <a:off x="205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5" name="Rectangle 2224"/>
          <p:cNvSpPr/>
          <p:nvPr/>
        </p:nvSpPr>
        <p:spPr bwMode="auto">
          <a:xfrm>
            <a:off x="220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6" name="Rectangle 2225"/>
          <p:cNvSpPr/>
          <p:nvPr/>
        </p:nvSpPr>
        <p:spPr bwMode="auto">
          <a:xfrm>
            <a:off x="251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7" name="Rectangle 2226"/>
          <p:cNvSpPr/>
          <p:nvPr/>
        </p:nvSpPr>
        <p:spPr bwMode="auto">
          <a:xfrm>
            <a:off x="251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8" name="Rectangle 2227"/>
          <p:cNvSpPr/>
          <p:nvPr/>
        </p:nvSpPr>
        <p:spPr bwMode="auto">
          <a:xfrm>
            <a:off x="251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9" name="Rectangle 2228"/>
          <p:cNvSpPr/>
          <p:nvPr/>
        </p:nvSpPr>
        <p:spPr bwMode="auto">
          <a:xfrm>
            <a:off x="251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</a:p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Reassembly?</a:t>
            </a:r>
            <a:endParaRPr lang="en-US" sz="28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2" name="Group 1322"/>
          <p:cNvGrpSpPr/>
          <p:nvPr/>
        </p:nvGrpSpPr>
        <p:grpSpPr>
          <a:xfrm>
            <a:off x="5486400" y="2133600"/>
            <a:ext cx="1219200" cy="3048000"/>
            <a:chOff x="2286000" y="3048000"/>
            <a:chExt cx="609600" cy="1524000"/>
          </a:xfrm>
        </p:grpSpPr>
        <p:sp>
          <p:nvSpPr>
            <p:cNvPr id="1210" name="Rectangle 1209"/>
            <p:cNvSpPr/>
            <p:nvPr/>
          </p:nvSpPr>
          <p:spPr bwMode="auto">
            <a:xfrm>
              <a:off x="24384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1" name="Rectangle 1210"/>
            <p:cNvSpPr/>
            <p:nvPr/>
          </p:nvSpPr>
          <p:spPr bwMode="auto">
            <a:xfrm>
              <a:off x="22860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2" name="Rectangle 1211"/>
            <p:cNvSpPr/>
            <p:nvPr/>
          </p:nvSpPr>
          <p:spPr bwMode="auto">
            <a:xfrm>
              <a:off x="27432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3" name="Rectangle 1212"/>
            <p:cNvSpPr/>
            <p:nvPr/>
          </p:nvSpPr>
          <p:spPr bwMode="auto">
            <a:xfrm>
              <a:off x="2590800" y="4419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5" name="Rectangle 1214"/>
            <p:cNvSpPr/>
            <p:nvPr/>
          </p:nvSpPr>
          <p:spPr bwMode="auto">
            <a:xfrm>
              <a:off x="24384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6" name="Rectangle 1215"/>
            <p:cNvSpPr/>
            <p:nvPr/>
          </p:nvSpPr>
          <p:spPr bwMode="auto">
            <a:xfrm>
              <a:off x="22860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7" name="Rectangle 1216"/>
            <p:cNvSpPr/>
            <p:nvPr/>
          </p:nvSpPr>
          <p:spPr bwMode="auto">
            <a:xfrm>
              <a:off x="27432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8" name="Rectangle 1217"/>
            <p:cNvSpPr/>
            <p:nvPr/>
          </p:nvSpPr>
          <p:spPr bwMode="auto">
            <a:xfrm>
              <a:off x="2590800" y="4267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0" name="Rectangle 1249"/>
            <p:cNvSpPr/>
            <p:nvPr/>
          </p:nvSpPr>
          <p:spPr bwMode="auto">
            <a:xfrm>
              <a:off x="24384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1" name="Rectangle 1250"/>
            <p:cNvSpPr/>
            <p:nvPr/>
          </p:nvSpPr>
          <p:spPr bwMode="auto">
            <a:xfrm>
              <a:off x="22860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2" name="Rectangle 1251"/>
            <p:cNvSpPr/>
            <p:nvPr/>
          </p:nvSpPr>
          <p:spPr bwMode="auto">
            <a:xfrm>
              <a:off x="27432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3" name="Rectangle 1252"/>
            <p:cNvSpPr/>
            <p:nvPr/>
          </p:nvSpPr>
          <p:spPr bwMode="auto">
            <a:xfrm>
              <a:off x="2590800" y="4114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5" name="Rectangle 1254"/>
            <p:cNvSpPr/>
            <p:nvPr/>
          </p:nvSpPr>
          <p:spPr bwMode="auto">
            <a:xfrm>
              <a:off x="24384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6" name="Rectangle 1255"/>
            <p:cNvSpPr/>
            <p:nvPr/>
          </p:nvSpPr>
          <p:spPr bwMode="auto">
            <a:xfrm>
              <a:off x="22860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7" name="Rectangle 1256"/>
            <p:cNvSpPr/>
            <p:nvPr/>
          </p:nvSpPr>
          <p:spPr bwMode="auto">
            <a:xfrm>
              <a:off x="27432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8" name="Rectangle 1257"/>
            <p:cNvSpPr/>
            <p:nvPr/>
          </p:nvSpPr>
          <p:spPr bwMode="auto">
            <a:xfrm>
              <a:off x="2590800" y="3962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0" name="Rectangle 1269"/>
            <p:cNvSpPr/>
            <p:nvPr/>
          </p:nvSpPr>
          <p:spPr bwMode="auto">
            <a:xfrm>
              <a:off x="24384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1" name="Rectangle 1270"/>
            <p:cNvSpPr/>
            <p:nvPr/>
          </p:nvSpPr>
          <p:spPr bwMode="auto">
            <a:xfrm>
              <a:off x="22860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2" name="Rectangle 1271"/>
            <p:cNvSpPr/>
            <p:nvPr/>
          </p:nvSpPr>
          <p:spPr bwMode="auto">
            <a:xfrm>
              <a:off x="27432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3" name="Rectangle 1272"/>
            <p:cNvSpPr/>
            <p:nvPr/>
          </p:nvSpPr>
          <p:spPr bwMode="auto">
            <a:xfrm>
              <a:off x="2590800" y="3810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5" name="Rectangle 1274"/>
            <p:cNvSpPr/>
            <p:nvPr/>
          </p:nvSpPr>
          <p:spPr bwMode="auto">
            <a:xfrm>
              <a:off x="24384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6" name="Rectangle 1275"/>
            <p:cNvSpPr/>
            <p:nvPr/>
          </p:nvSpPr>
          <p:spPr bwMode="auto">
            <a:xfrm>
              <a:off x="22860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7" name="Rectangle 1276"/>
            <p:cNvSpPr/>
            <p:nvPr/>
          </p:nvSpPr>
          <p:spPr bwMode="auto">
            <a:xfrm>
              <a:off x="27432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8" name="Rectangle 1277"/>
            <p:cNvSpPr/>
            <p:nvPr/>
          </p:nvSpPr>
          <p:spPr bwMode="auto">
            <a:xfrm>
              <a:off x="2590800" y="3657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3" name="Rectangle 1672"/>
            <p:cNvSpPr/>
            <p:nvPr/>
          </p:nvSpPr>
          <p:spPr bwMode="auto">
            <a:xfrm>
              <a:off x="22860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4" name="Rectangle 1673"/>
            <p:cNvSpPr/>
            <p:nvPr/>
          </p:nvSpPr>
          <p:spPr bwMode="auto">
            <a:xfrm>
              <a:off x="24384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5" name="Rectangle 1674"/>
            <p:cNvSpPr/>
            <p:nvPr/>
          </p:nvSpPr>
          <p:spPr bwMode="auto">
            <a:xfrm>
              <a:off x="25908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6" name="Rectangle 1675"/>
            <p:cNvSpPr/>
            <p:nvPr/>
          </p:nvSpPr>
          <p:spPr bwMode="auto">
            <a:xfrm>
              <a:off x="2743200" y="3352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9" name="Rectangle 1678"/>
            <p:cNvSpPr/>
            <p:nvPr/>
          </p:nvSpPr>
          <p:spPr bwMode="auto">
            <a:xfrm>
              <a:off x="22860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0" name="Rectangle 1679"/>
            <p:cNvSpPr/>
            <p:nvPr/>
          </p:nvSpPr>
          <p:spPr bwMode="auto">
            <a:xfrm>
              <a:off x="24384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1" name="Rectangle 1680"/>
            <p:cNvSpPr/>
            <p:nvPr/>
          </p:nvSpPr>
          <p:spPr bwMode="auto">
            <a:xfrm>
              <a:off x="25908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2" name="Rectangle 1681"/>
            <p:cNvSpPr/>
            <p:nvPr/>
          </p:nvSpPr>
          <p:spPr bwMode="auto">
            <a:xfrm>
              <a:off x="2743200" y="3200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5" name="Rectangle 1684"/>
            <p:cNvSpPr/>
            <p:nvPr/>
          </p:nvSpPr>
          <p:spPr bwMode="auto">
            <a:xfrm>
              <a:off x="22860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6" name="Rectangle 1685"/>
            <p:cNvSpPr/>
            <p:nvPr/>
          </p:nvSpPr>
          <p:spPr bwMode="auto">
            <a:xfrm>
              <a:off x="24384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7" name="Rectangle 1686"/>
            <p:cNvSpPr/>
            <p:nvPr/>
          </p:nvSpPr>
          <p:spPr bwMode="auto">
            <a:xfrm>
              <a:off x="25908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8" name="Rectangle 1687"/>
            <p:cNvSpPr/>
            <p:nvPr/>
          </p:nvSpPr>
          <p:spPr bwMode="auto">
            <a:xfrm>
              <a:off x="2743200" y="3505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7" name="Rectangle 1906"/>
            <p:cNvSpPr/>
            <p:nvPr/>
          </p:nvSpPr>
          <p:spPr bwMode="auto">
            <a:xfrm>
              <a:off x="22860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8" name="Rectangle 1907"/>
            <p:cNvSpPr/>
            <p:nvPr/>
          </p:nvSpPr>
          <p:spPr bwMode="auto">
            <a:xfrm>
              <a:off x="24384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9" name="Rectangle 1908"/>
            <p:cNvSpPr/>
            <p:nvPr/>
          </p:nvSpPr>
          <p:spPr bwMode="auto">
            <a:xfrm>
              <a:off x="25908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0" name="Rectangle 1909"/>
            <p:cNvSpPr/>
            <p:nvPr/>
          </p:nvSpPr>
          <p:spPr bwMode="auto">
            <a:xfrm>
              <a:off x="2743200" y="3048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3" name="Group 390"/>
          <p:cNvGrpSpPr/>
          <p:nvPr/>
        </p:nvGrpSpPr>
        <p:grpSpPr>
          <a:xfrm>
            <a:off x="1905000" y="2133600"/>
            <a:ext cx="1828800" cy="1524000"/>
            <a:chOff x="3276600" y="1447800"/>
            <a:chExt cx="914400" cy="762000"/>
          </a:xfrm>
        </p:grpSpPr>
        <p:sp>
          <p:nvSpPr>
            <p:cNvPr id="361" name="Rectangle 360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2" name="Rectangle 361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3" name="Rectangle 362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4" name="Rectangle 363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5" name="Rectangle 364"/>
            <p:cNvSpPr/>
            <p:nvPr/>
          </p:nvSpPr>
          <p:spPr bwMode="auto">
            <a:xfrm>
              <a:off x="4038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6" name="Rectangle 365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7" name="Rectangle 366"/>
            <p:cNvSpPr/>
            <p:nvPr/>
          </p:nvSpPr>
          <p:spPr bwMode="auto">
            <a:xfrm>
              <a:off x="3276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8" name="Rectangle 367"/>
            <p:cNvSpPr/>
            <p:nvPr/>
          </p:nvSpPr>
          <p:spPr bwMode="auto">
            <a:xfrm>
              <a:off x="3429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3581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0" name="Rectangle 369"/>
            <p:cNvSpPr/>
            <p:nvPr/>
          </p:nvSpPr>
          <p:spPr bwMode="auto">
            <a:xfrm>
              <a:off x="3733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1" name="Rectangle 370"/>
            <p:cNvSpPr/>
            <p:nvPr/>
          </p:nvSpPr>
          <p:spPr bwMode="auto">
            <a:xfrm>
              <a:off x="3886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2" name="Rectangle 371"/>
            <p:cNvSpPr/>
            <p:nvPr/>
          </p:nvSpPr>
          <p:spPr bwMode="auto">
            <a:xfrm>
              <a:off x="4038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3" name="Rectangle 372"/>
            <p:cNvSpPr/>
            <p:nvPr/>
          </p:nvSpPr>
          <p:spPr bwMode="auto">
            <a:xfrm>
              <a:off x="3276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4" name="Rectangle 373"/>
            <p:cNvSpPr/>
            <p:nvPr/>
          </p:nvSpPr>
          <p:spPr bwMode="auto">
            <a:xfrm>
              <a:off x="3429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5" name="Rectangle 374"/>
            <p:cNvSpPr/>
            <p:nvPr/>
          </p:nvSpPr>
          <p:spPr bwMode="auto">
            <a:xfrm>
              <a:off x="3581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6" name="Rectangle 375"/>
            <p:cNvSpPr/>
            <p:nvPr/>
          </p:nvSpPr>
          <p:spPr bwMode="auto">
            <a:xfrm>
              <a:off x="3733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7" name="Rectangle 376"/>
            <p:cNvSpPr/>
            <p:nvPr/>
          </p:nvSpPr>
          <p:spPr bwMode="auto">
            <a:xfrm>
              <a:off x="3886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4038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/>
                <a:t>1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9" name="Rectangle 378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0" name="Rectangle 379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1" name="Rectangle 380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2" name="Rectangle 381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3" name="Rectangle 382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4" name="Rectangle 383"/>
            <p:cNvSpPr/>
            <p:nvPr/>
          </p:nvSpPr>
          <p:spPr bwMode="auto">
            <a:xfrm>
              <a:off x="4038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5" name="Rectangle 384"/>
            <p:cNvSpPr/>
            <p:nvPr/>
          </p:nvSpPr>
          <p:spPr bwMode="auto">
            <a:xfrm>
              <a:off x="3581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6" name="Rectangle 385"/>
            <p:cNvSpPr/>
            <p:nvPr/>
          </p:nvSpPr>
          <p:spPr bwMode="auto">
            <a:xfrm>
              <a:off x="3733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3886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8" name="Rectangle 387"/>
            <p:cNvSpPr/>
            <p:nvPr/>
          </p:nvSpPr>
          <p:spPr bwMode="auto">
            <a:xfrm>
              <a:off x="4038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9" name="Rectangle 388"/>
            <p:cNvSpPr/>
            <p:nvPr/>
          </p:nvSpPr>
          <p:spPr bwMode="auto">
            <a:xfrm>
              <a:off x="3276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0" name="Rectangle 389"/>
            <p:cNvSpPr/>
            <p:nvPr/>
          </p:nvSpPr>
          <p:spPr bwMode="auto">
            <a:xfrm>
              <a:off x="3429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800" dirty="0" smtClean="0"/>
                <a:t>0</a:t>
              </a:r>
              <a:endPara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</a:p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Reassembly?</a:t>
            </a:r>
            <a:endParaRPr lang="en-US" sz="28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5791200" y="4876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5486400" y="4876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6400800" y="4876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6096000" y="4876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5791200" y="4572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5486400" y="4572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6400800" y="4572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6096000" y="4572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5791200" y="4267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5486400" y="4267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6400800" y="4267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6096000" y="4267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5791200" y="3962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5486400" y="3962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6400800" y="3962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6096000" y="3962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5791200" y="3657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5486400" y="3657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6400800" y="3657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6096000" y="3657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57912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54864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64008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60960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54864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57912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60960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64008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>
                <a:solidFill>
                  <a:srgbClr val="C00000"/>
                </a:solidFill>
              </a:rPr>
              <a:t>1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54864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57912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60960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64008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>
                <a:solidFill>
                  <a:srgbClr val="C00000"/>
                </a:solidFill>
              </a:rPr>
              <a:t>1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54864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57912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60960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64008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>
                <a:solidFill>
                  <a:srgbClr val="C00000"/>
                </a:solidFill>
              </a:rPr>
              <a:t>0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54864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57912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60960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64008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 smtClean="0">
                <a:solidFill>
                  <a:srgbClr val="C00000"/>
                </a:solidFill>
              </a:rPr>
              <a:t>0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61" name="Rectangle 360"/>
          <p:cNvSpPr/>
          <p:nvPr/>
        </p:nvSpPr>
        <p:spPr bwMode="auto">
          <a:xfrm>
            <a:off x="19050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2" name="Rectangle 361"/>
          <p:cNvSpPr/>
          <p:nvPr/>
        </p:nvSpPr>
        <p:spPr bwMode="auto">
          <a:xfrm>
            <a:off x="25146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3" name="Rectangle 362"/>
          <p:cNvSpPr/>
          <p:nvPr/>
        </p:nvSpPr>
        <p:spPr bwMode="auto">
          <a:xfrm>
            <a:off x="22098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4" name="Rectangle 363"/>
          <p:cNvSpPr/>
          <p:nvPr/>
        </p:nvSpPr>
        <p:spPr bwMode="auto">
          <a:xfrm>
            <a:off x="28194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5" name="Rectangle 364"/>
          <p:cNvSpPr/>
          <p:nvPr/>
        </p:nvSpPr>
        <p:spPr bwMode="auto">
          <a:xfrm>
            <a:off x="34290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6" name="Rectangle 365"/>
          <p:cNvSpPr/>
          <p:nvPr/>
        </p:nvSpPr>
        <p:spPr bwMode="auto">
          <a:xfrm>
            <a:off x="3124200" y="3352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7" name="Rectangle 366"/>
          <p:cNvSpPr/>
          <p:nvPr/>
        </p:nvSpPr>
        <p:spPr bwMode="auto">
          <a:xfrm>
            <a:off x="19050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8" name="Rectangle 367"/>
          <p:cNvSpPr/>
          <p:nvPr/>
        </p:nvSpPr>
        <p:spPr bwMode="auto">
          <a:xfrm>
            <a:off x="22098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9" name="Rectangle 368"/>
          <p:cNvSpPr/>
          <p:nvPr/>
        </p:nvSpPr>
        <p:spPr bwMode="auto">
          <a:xfrm>
            <a:off x="25146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0" name="Rectangle 369"/>
          <p:cNvSpPr/>
          <p:nvPr/>
        </p:nvSpPr>
        <p:spPr bwMode="auto">
          <a:xfrm>
            <a:off x="28194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1" name="Rectangle 370"/>
          <p:cNvSpPr/>
          <p:nvPr/>
        </p:nvSpPr>
        <p:spPr bwMode="auto">
          <a:xfrm>
            <a:off x="31242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2" name="Rectangle 371"/>
          <p:cNvSpPr/>
          <p:nvPr/>
        </p:nvSpPr>
        <p:spPr bwMode="auto">
          <a:xfrm>
            <a:off x="3429000" y="2743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 smtClean="0">
                <a:solidFill>
                  <a:srgbClr val="C00000"/>
                </a:solidFill>
              </a:rPr>
              <a:t>0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3" name="Rectangle 372"/>
          <p:cNvSpPr/>
          <p:nvPr/>
        </p:nvSpPr>
        <p:spPr bwMode="auto">
          <a:xfrm>
            <a:off x="19050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4" name="Rectangle 373"/>
          <p:cNvSpPr/>
          <p:nvPr/>
        </p:nvSpPr>
        <p:spPr bwMode="auto">
          <a:xfrm>
            <a:off x="22098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5" name="Rectangle 374"/>
          <p:cNvSpPr/>
          <p:nvPr/>
        </p:nvSpPr>
        <p:spPr bwMode="auto">
          <a:xfrm>
            <a:off x="25146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6" name="Rectangle 375"/>
          <p:cNvSpPr/>
          <p:nvPr/>
        </p:nvSpPr>
        <p:spPr bwMode="auto">
          <a:xfrm>
            <a:off x="28194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7" name="Rectangle 376"/>
          <p:cNvSpPr/>
          <p:nvPr/>
        </p:nvSpPr>
        <p:spPr bwMode="auto">
          <a:xfrm>
            <a:off x="31242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8" name="Rectangle 377"/>
          <p:cNvSpPr/>
          <p:nvPr/>
        </p:nvSpPr>
        <p:spPr bwMode="auto">
          <a:xfrm>
            <a:off x="3429000" y="2438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>
                <a:solidFill>
                  <a:srgbClr val="C00000"/>
                </a:solidFill>
              </a:rPr>
              <a:t>1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>
            <a:off x="19050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ectangle 379"/>
          <p:cNvSpPr/>
          <p:nvPr/>
        </p:nvSpPr>
        <p:spPr bwMode="auto">
          <a:xfrm>
            <a:off x="22098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1" name="Rectangle 380"/>
          <p:cNvSpPr/>
          <p:nvPr/>
        </p:nvSpPr>
        <p:spPr bwMode="auto">
          <a:xfrm>
            <a:off x="25146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2" name="Rectangle 381"/>
          <p:cNvSpPr/>
          <p:nvPr/>
        </p:nvSpPr>
        <p:spPr bwMode="auto">
          <a:xfrm>
            <a:off x="28194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3" name="Rectangle 382"/>
          <p:cNvSpPr/>
          <p:nvPr/>
        </p:nvSpPr>
        <p:spPr bwMode="auto">
          <a:xfrm>
            <a:off x="31242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4" name="Rectangle 383"/>
          <p:cNvSpPr/>
          <p:nvPr/>
        </p:nvSpPr>
        <p:spPr bwMode="auto">
          <a:xfrm>
            <a:off x="3429000" y="3048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>
                <a:solidFill>
                  <a:srgbClr val="C00000"/>
                </a:solidFill>
              </a:rPr>
              <a:t>1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5" name="Rectangle 384"/>
          <p:cNvSpPr/>
          <p:nvPr/>
        </p:nvSpPr>
        <p:spPr bwMode="auto">
          <a:xfrm>
            <a:off x="25146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6" name="Rectangle 385"/>
          <p:cNvSpPr/>
          <p:nvPr/>
        </p:nvSpPr>
        <p:spPr bwMode="auto">
          <a:xfrm>
            <a:off x="28194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7" name="Rectangle 386"/>
          <p:cNvSpPr/>
          <p:nvPr/>
        </p:nvSpPr>
        <p:spPr bwMode="auto">
          <a:xfrm>
            <a:off x="31242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8" name="Rectangle 387"/>
          <p:cNvSpPr/>
          <p:nvPr/>
        </p:nvSpPr>
        <p:spPr bwMode="auto">
          <a:xfrm>
            <a:off x="34290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2400" dirty="0" smtClean="0">
                <a:solidFill>
                  <a:srgbClr val="C00000"/>
                </a:solidFill>
              </a:rPr>
              <a:t>0</a:t>
            </a:r>
            <a:endParaRPr kumimoji="0" lang="en-US" sz="24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9" name="Rectangle 388"/>
          <p:cNvSpPr/>
          <p:nvPr/>
        </p:nvSpPr>
        <p:spPr bwMode="auto">
          <a:xfrm>
            <a:off x="19050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90" name="Rectangle 389"/>
          <p:cNvSpPr/>
          <p:nvPr/>
        </p:nvSpPr>
        <p:spPr bwMode="auto">
          <a:xfrm>
            <a:off x="2209800" y="2133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</a:p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Reassembly?</a:t>
            </a:r>
            <a:endParaRPr lang="en-US" sz="28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55626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52578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61722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58674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55626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52578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61722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58674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55626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52578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61722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58674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55626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52578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61722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58674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55626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52578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61722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5867400" y="3886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55626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52578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61722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58674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52578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55626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58674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61722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52578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55626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58674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61722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52578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55626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58674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61722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52578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55626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58674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61722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61" name="Rectangle 360"/>
          <p:cNvSpPr/>
          <p:nvPr/>
        </p:nvSpPr>
        <p:spPr bwMode="auto">
          <a:xfrm>
            <a:off x="23622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2" name="Rectangle 361"/>
          <p:cNvSpPr/>
          <p:nvPr/>
        </p:nvSpPr>
        <p:spPr bwMode="auto">
          <a:xfrm>
            <a:off x="29718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3" name="Rectangle 362"/>
          <p:cNvSpPr/>
          <p:nvPr/>
        </p:nvSpPr>
        <p:spPr bwMode="auto">
          <a:xfrm>
            <a:off x="26670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4" name="Rectangle 363"/>
          <p:cNvSpPr/>
          <p:nvPr/>
        </p:nvSpPr>
        <p:spPr bwMode="auto">
          <a:xfrm>
            <a:off x="32766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5" name="Rectangle 364"/>
          <p:cNvSpPr/>
          <p:nvPr/>
        </p:nvSpPr>
        <p:spPr bwMode="auto">
          <a:xfrm>
            <a:off x="38862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6" name="Rectangle 365"/>
          <p:cNvSpPr/>
          <p:nvPr/>
        </p:nvSpPr>
        <p:spPr bwMode="auto">
          <a:xfrm>
            <a:off x="3581400" y="3581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7" name="Rectangle 366"/>
          <p:cNvSpPr/>
          <p:nvPr/>
        </p:nvSpPr>
        <p:spPr bwMode="auto">
          <a:xfrm>
            <a:off x="23622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8" name="Rectangle 367"/>
          <p:cNvSpPr/>
          <p:nvPr/>
        </p:nvSpPr>
        <p:spPr bwMode="auto">
          <a:xfrm>
            <a:off x="26670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9" name="Rectangle 368"/>
          <p:cNvSpPr/>
          <p:nvPr/>
        </p:nvSpPr>
        <p:spPr bwMode="auto">
          <a:xfrm>
            <a:off x="29718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0" name="Rectangle 369"/>
          <p:cNvSpPr/>
          <p:nvPr/>
        </p:nvSpPr>
        <p:spPr bwMode="auto">
          <a:xfrm>
            <a:off x="32766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1" name="Rectangle 370"/>
          <p:cNvSpPr/>
          <p:nvPr/>
        </p:nvSpPr>
        <p:spPr bwMode="auto">
          <a:xfrm>
            <a:off x="35814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2" name="Rectangle 371"/>
          <p:cNvSpPr/>
          <p:nvPr/>
        </p:nvSpPr>
        <p:spPr bwMode="auto">
          <a:xfrm>
            <a:off x="38862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3" name="Rectangle 372"/>
          <p:cNvSpPr/>
          <p:nvPr/>
        </p:nvSpPr>
        <p:spPr bwMode="auto">
          <a:xfrm>
            <a:off x="23622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4" name="Rectangle 373"/>
          <p:cNvSpPr/>
          <p:nvPr/>
        </p:nvSpPr>
        <p:spPr bwMode="auto">
          <a:xfrm>
            <a:off x="26670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5" name="Rectangle 374"/>
          <p:cNvSpPr/>
          <p:nvPr/>
        </p:nvSpPr>
        <p:spPr bwMode="auto">
          <a:xfrm>
            <a:off x="29718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6" name="Rectangle 375"/>
          <p:cNvSpPr/>
          <p:nvPr/>
        </p:nvSpPr>
        <p:spPr bwMode="auto">
          <a:xfrm>
            <a:off x="32766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7" name="Rectangle 376"/>
          <p:cNvSpPr/>
          <p:nvPr/>
        </p:nvSpPr>
        <p:spPr bwMode="auto">
          <a:xfrm>
            <a:off x="35814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8" name="Rectangle 377"/>
          <p:cNvSpPr/>
          <p:nvPr/>
        </p:nvSpPr>
        <p:spPr bwMode="auto">
          <a:xfrm>
            <a:off x="38862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>
            <a:off x="23622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ectangle 379"/>
          <p:cNvSpPr/>
          <p:nvPr/>
        </p:nvSpPr>
        <p:spPr bwMode="auto">
          <a:xfrm>
            <a:off x="26670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1" name="Rectangle 380"/>
          <p:cNvSpPr/>
          <p:nvPr/>
        </p:nvSpPr>
        <p:spPr bwMode="auto">
          <a:xfrm>
            <a:off x="29718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2" name="Rectangle 381"/>
          <p:cNvSpPr/>
          <p:nvPr/>
        </p:nvSpPr>
        <p:spPr bwMode="auto">
          <a:xfrm>
            <a:off x="32766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3" name="Rectangle 382"/>
          <p:cNvSpPr/>
          <p:nvPr/>
        </p:nvSpPr>
        <p:spPr bwMode="auto">
          <a:xfrm>
            <a:off x="35814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4" name="Rectangle 383"/>
          <p:cNvSpPr/>
          <p:nvPr/>
        </p:nvSpPr>
        <p:spPr bwMode="auto">
          <a:xfrm>
            <a:off x="38862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5" name="Rectangle 384"/>
          <p:cNvSpPr/>
          <p:nvPr/>
        </p:nvSpPr>
        <p:spPr bwMode="auto">
          <a:xfrm>
            <a:off x="29718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6" name="Rectangle 385"/>
          <p:cNvSpPr/>
          <p:nvPr/>
        </p:nvSpPr>
        <p:spPr bwMode="auto">
          <a:xfrm>
            <a:off x="32766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7" name="Rectangle 386"/>
          <p:cNvSpPr/>
          <p:nvPr/>
        </p:nvSpPr>
        <p:spPr bwMode="auto">
          <a:xfrm>
            <a:off x="35814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8" name="Rectangle 387"/>
          <p:cNvSpPr/>
          <p:nvPr/>
        </p:nvSpPr>
        <p:spPr bwMode="auto">
          <a:xfrm>
            <a:off x="38862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9" name="Rectangle 388"/>
          <p:cNvSpPr/>
          <p:nvPr/>
        </p:nvSpPr>
        <p:spPr bwMode="auto">
          <a:xfrm>
            <a:off x="23622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90" name="Rectangle 389"/>
          <p:cNvSpPr/>
          <p:nvPr/>
        </p:nvSpPr>
        <p:spPr bwMode="auto">
          <a:xfrm>
            <a:off x="26670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5" name="Rectangle 74"/>
          <p:cNvSpPr/>
          <p:nvPr/>
        </p:nvSpPr>
        <p:spPr bwMode="auto">
          <a:xfrm>
            <a:off x="4191000" y="3276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6" name="Rectangle 75"/>
          <p:cNvSpPr/>
          <p:nvPr/>
        </p:nvSpPr>
        <p:spPr bwMode="auto">
          <a:xfrm>
            <a:off x="4191000" y="26670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9" name="Rectangle 78"/>
          <p:cNvSpPr/>
          <p:nvPr/>
        </p:nvSpPr>
        <p:spPr bwMode="auto">
          <a:xfrm>
            <a:off x="4953000" y="29718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4953000" y="23622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2057400" y="3276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2057400" y="29718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2057400" y="23622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6477000" y="26670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477000" y="29718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</a:p>
          <a:p>
            <a:pPr algn="ctr"/>
            <a:r>
              <a:rPr lang="en-US" sz="2400" b="0" dirty="0" smtClean="0">
                <a:solidFill>
                  <a:schemeClr val="tx2"/>
                </a:solidFill>
                <a:latin typeface="Comic Sans MS" pitchFamily="66" charset="0"/>
              </a:rPr>
              <a:t>Reassembly?</a:t>
            </a:r>
            <a:endParaRPr lang="en-US" sz="28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5410200" y="5715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5105400" y="5715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6019800" y="5715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5715000" y="5715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5410200" y="5410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5105400" y="5410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6019800" y="5410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5715000" y="54102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54102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51054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60198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5715000" y="51054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54102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51054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60198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5715000" y="48006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54102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51054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60198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5715000" y="44958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54102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51054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60198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57150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51054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54102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57150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60198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51054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54102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57150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60198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51054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54102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57150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60198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51054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54102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57150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60198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61" name="Rectangle 360"/>
          <p:cNvSpPr/>
          <p:nvPr/>
        </p:nvSpPr>
        <p:spPr bwMode="auto">
          <a:xfrm>
            <a:off x="22098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2" name="Rectangle 361"/>
          <p:cNvSpPr/>
          <p:nvPr/>
        </p:nvSpPr>
        <p:spPr bwMode="auto">
          <a:xfrm>
            <a:off x="28194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3" name="Rectangle 362"/>
          <p:cNvSpPr/>
          <p:nvPr/>
        </p:nvSpPr>
        <p:spPr bwMode="auto">
          <a:xfrm>
            <a:off x="25146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4" name="Rectangle 363"/>
          <p:cNvSpPr/>
          <p:nvPr/>
        </p:nvSpPr>
        <p:spPr bwMode="auto">
          <a:xfrm>
            <a:off x="31242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5" name="Rectangle 364"/>
          <p:cNvSpPr/>
          <p:nvPr/>
        </p:nvSpPr>
        <p:spPr bwMode="auto">
          <a:xfrm>
            <a:off x="37338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6" name="Rectangle 365"/>
          <p:cNvSpPr/>
          <p:nvPr/>
        </p:nvSpPr>
        <p:spPr bwMode="auto">
          <a:xfrm>
            <a:off x="3429000" y="4191000"/>
            <a:ext cx="304800" cy="3048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7" name="Rectangle 366"/>
          <p:cNvSpPr/>
          <p:nvPr/>
        </p:nvSpPr>
        <p:spPr bwMode="auto">
          <a:xfrm>
            <a:off x="22098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8" name="Rectangle 367"/>
          <p:cNvSpPr/>
          <p:nvPr/>
        </p:nvSpPr>
        <p:spPr bwMode="auto">
          <a:xfrm>
            <a:off x="25146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69" name="Rectangle 368"/>
          <p:cNvSpPr/>
          <p:nvPr/>
        </p:nvSpPr>
        <p:spPr bwMode="auto">
          <a:xfrm>
            <a:off x="28194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0" name="Rectangle 369"/>
          <p:cNvSpPr/>
          <p:nvPr/>
        </p:nvSpPr>
        <p:spPr bwMode="auto">
          <a:xfrm>
            <a:off x="31242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1" name="Rectangle 370"/>
          <p:cNvSpPr/>
          <p:nvPr/>
        </p:nvSpPr>
        <p:spPr bwMode="auto">
          <a:xfrm>
            <a:off x="34290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2" name="Rectangle 371"/>
          <p:cNvSpPr/>
          <p:nvPr/>
        </p:nvSpPr>
        <p:spPr bwMode="auto">
          <a:xfrm>
            <a:off x="3733800" y="3581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3" name="Rectangle 372"/>
          <p:cNvSpPr/>
          <p:nvPr/>
        </p:nvSpPr>
        <p:spPr bwMode="auto">
          <a:xfrm>
            <a:off x="22098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4" name="Rectangle 373"/>
          <p:cNvSpPr/>
          <p:nvPr/>
        </p:nvSpPr>
        <p:spPr bwMode="auto">
          <a:xfrm>
            <a:off x="25146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5" name="Rectangle 374"/>
          <p:cNvSpPr/>
          <p:nvPr/>
        </p:nvSpPr>
        <p:spPr bwMode="auto">
          <a:xfrm>
            <a:off x="28194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6" name="Rectangle 375"/>
          <p:cNvSpPr/>
          <p:nvPr/>
        </p:nvSpPr>
        <p:spPr bwMode="auto">
          <a:xfrm>
            <a:off x="31242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7" name="Rectangle 376"/>
          <p:cNvSpPr/>
          <p:nvPr/>
        </p:nvSpPr>
        <p:spPr bwMode="auto">
          <a:xfrm>
            <a:off x="34290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78" name="Rectangle 377"/>
          <p:cNvSpPr/>
          <p:nvPr/>
        </p:nvSpPr>
        <p:spPr bwMode="auto">
          <a:xfrm>
            <a:off x="3733800" y="3276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>
            <a:off x="22098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ectangle 379"/>
          <p:cNvSpPr/>
          <p:nvPr/>
        </p:nvSpPr>
        <p:spPr bwMode="auto">
          <a:xfrm>
            <a:off x="25146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1" name="Rectangle 380"/>
          <p:cNvSpPr/>
          <p:nvPr/>
        </p:nvSpPr>
        <p:spPr bwMode="auto">
          <a:xfrm>
            <a:off x="28194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2" name="Rectangle 381"/>
          <p:cNvSpPr/>
          <p:nvPr/>
        </p:nvSpPr>
        <p:spPr bwMode="auto">
          <a:xfrm>
            <a:off x="31242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3" name="Rectangle 382"/>
          <p:cNvSpPr/>
          <p:nvPr/>
        </p:nvSpPr>
        <p:spPr bwMode="auto">
          <a:xfrm>
            <a:off x="34290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4" name="Rectangle 383"/>
          <p:cNvSpPr/>
          <p:nvPr/>
        </p:nvSpPr>
        <p:spPr bwMode="auto">
          <a:xfrm>
            <a:off x="3733800" y="3886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>
                <a:solidFill>
                  <a:srgbClr val="C00000"/>
                </a:solidFill>
              </a:rPr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5" name="Rectangle 384"/>
          <p:cNvSpPr/>
          <p:nvPr/>
        </p:nvSpPr>
        <p:spPr bwMode="auto">
          <a:xfrm>
            <a:off x="28194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6" name="Rectangle 385"/>
          <p:cNvSpPr/>
          <p:nvPr/>
        </p:nvSpPr>
        <p:spPr bwMode="auto">
          <a:xfrm>
            <a:off x="31242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7" name="Rectangle 386"/>
          <p:cNvSpPr/>
          <p:nvPr/>
        </p:nvSpPr>
        <p:spPr bwMode="auto">
          <a:xfrm>
            <a:off x="34290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8" name="Rectangle 387"/>
          <p:cNvSpPr/>
          <p:nvPr/>
        </p:nvSpPr>
        <p:spPr bwMode="auto">
          <a:xfrm>
            <a:off x="37338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>
                <a:solidFill>
                  <a:srgbClr val="C00000"/>
                </a:solidFill>
              </a:rPr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charset="0"/>
            </a:endParaRPr>
          </a:p>
        </p:txBody>
      </p:sp>
      <p:sp>
        <p:nvSpPr>
          <p:cNvPr id="389" name="Rectangle 388"/>
          <p:cNvSpPr/>
          <p:nvPr/>
        </p:nvSpPr>
        <p:spPr bwMode="auto">
          <a:xfrm>
            <a:off x="22098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90" name="Rectangle 389"/>
          <p:cNvSpPr/>
          <p:nvPr/>
        </p:nvSpPr>
        <p:spPr bwMode="auto">
          <a:xfrm>
            <a:off x="2514600" y="29718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5" name="Rectangle 74"/>
          <p:cNvSpPr/>
          <p:nvPr/>
        </p:nvSpPr>
        <p:spPr bwMode="auto">
          <a:xfrm>
            <a:off x="4038600" y="38862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6" name="Rectangle 75"/>
          <p:cNvSpPr/>
          <p:nvPr/>
        </p:nvSpPr>
        <p:spPr bwMode="auto">
          <a:xfrm>
            <a:off x="4038600" y="3276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79" name="Rectangle 78"/>
          <p:cNvSpPr/>
          <p:nvPr/>
        </p:nvSpPr>
        <p:spPr bwMode="auto">
          <a:xfrm>
            <a:off x="4800600" y="35814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" name="Rectangle 79"/>
          <p:cNvSpPr/>
          <p:nvPr/>
        </p:nvSpPr>
        <p:spPr bwMode="auto">
          <a:xfrm>
            <a:off x="4800600" y="29718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2" name="Rectangle 81"/>
          <p:cNvSpPr/>
          <p:nvPr/>
        </p:nvSpPr>
        <p:spPr bwMode="auto">
          <a:xfrm>
            <a:off x="28194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3" name="Rectangle 82"/>
          <p:cNvSpPr/>
          <p:nvPr/>
        </p:nvSpPr>
        <p:spPr bwMode="auto">
          <a:xfrm>
            <a:off x="25146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4" name="Rectangle 83"/>
          <p:cNvSpPr/>
          <p:nvPr/>
        </p:nvSpPr>
        <p:spPr bwMode="auto">
          <a:xfrm>
            <a:off x="31242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5" name="Rectangle 84"/>
          <p:cNvSpPr/>
          <p:nvPr/>
        </p:nvSpPr>
        <p:spPr bwMode="auto">
          <a:xfrm>
            <a:off x="37338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86" name="Rectangle 85"/>
          <p:cNvSpPr/>
          <p:nvPr/>
        </p:nvSpPr>
        <p:spPr bwMode="auto">
          <a:xfrm>
            <a:off x="34290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8" name="Rectangle 87"/>
          <p:cNvSpPr/>
          <p:nvPr/>
        </p:nvSpPr>
        <p:spPr bwMode="auto">
          <a:xfrm>
            <a:off x="28194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9" name="Rectangle 88"/>
          <p:cNvSpPr/>
          <p:nvPr/>
        </p:nvSpPr>
        <p:spPr bwMode="auto">
          <a:xfrm>
            <a:off x="25146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0" name="Rectangle 89"/>
          <p:cNvSpPr/>
          <p:nvPr/>
        </p:nvSpPr>
        <p:spPr bwMode="auto">
          <a:xfrm>
            <a:off x="31242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" name="Rectangle 90"/>
          <p:cNvSpPr/>
          <p:nvPr/>
        </p:nvSpPr>
        <p:spPr bwMode="auto">
          <a:xfrm>
            <a:off x="37338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92" name="Rectangle 91"/>
          <p:cNvSpPr/>
          <p:nvPr/>
        </p:nvSpPr>
        <p:spPr bwMode="auto">
          <a:xfrm>
            <a:off x="34290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" name="Rectangle 93"/>
          <p:cNvSpPr/>
          <p:nvPr/>
        </p:nvSpPr>
        <p:spPr bwMode="auto">
          <a:xfrm>
            <a:off x="28194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" name="Rectangle 94"/>
          <p:cNvSpPr/>
          <p:nvPr/>
        </p:nvSpPr>
        <p:spPr bwMode="auto">
          <a:xfrm>
            <a:off x="25146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" name="Rectangle 95"/>
          <p:cNvSpPr/>
          <p:nvPr/>
        </p:nvSpPr>
        <p:spPr bwMode="auto">
          <a:xfrm>
            <a:off x="31242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" name="Rectangle 96"/>
          <p:cNvSpPr/>
          <p:nvPr/>
        </p:nvSpPr>
        <p:spPr bwMode="auto">
          <a:xfrm>
            <a:off x="37338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98" name="Rectangle 97"/>
          <p:cNvSpPr/>
          <p:nvPr/>
        </p:nvSpPr>
        <p:spPr bwMode="auto">
          <a:xfrm>
            <a:off x="34290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0" name="Rectangle 99"/>
          <p:cNvSpPr/>
          <p:nvPr/>
        </p:nvSpPr>
        <p:spPr bwMode="auto">
          <a:xfrm>
            <a:off x="28194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" name="Rectangle 100"/>
          <p:cNvSpPr/>
          <p:nvPr/>
        </p:nvSpPr>
        <p:spPr bwMode="auto">
          <a:xfrm>
            <a:off x="25146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2" name="Rectangle 101"/>
          <p:cNvSpPr/>
          <p:nvPr/>
        </p:nvSpPr>
        <p:spPr bwMode="auto">
          <a:xfrm>
            <a:off x="31242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3" name="Rectangle 102"/>
          <p:cNvSpPr/>
          <p:nvPr/>
        </p:nvSpPr>
        <p:spPr bwMode="auto">
          <a:xfrm>
            <a:off x="37338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104" name="Rectangle 103"/>
          <p:cNvSpPr/>
          <p:nvPr/>
        </p:nvSpPr>
        <p:spPr bwMode="auto">
          <a:xfrm>
            <a:off x="34290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5" name="Rectangle 104"/>
          <p:cNvSpPr/>
          <p:nvPr/>
        </p:nvSpPr>
        <p:spPr bwMode="auto">
          <a:xfrm>
            <a:off x="54102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6" name="Rectangle 105"/>
          <p:cNvSpPr/>
          <p:nvPr/>
        </p:nvSpPr>
        <p:spPr bwMode="auto">
          <a:xfrm>
            <a:off x="57150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7" name="Rectangle 106"/>
          <p:cNvSpPr/>
          <p:nvPr/>
        </p:nvSpPr>
        <p:spPr bwMode="auto">
          <a:xfrm>
            <a:off x="51054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108" name="Rectangle 107"/>
          <p:cNvSpPr/>
          <p:nvPr/>
        </p:nvSpPr>
        <p:spPr bwMode="auto">
          <a:xfrm>
            <a:off x="60198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 bwMode="auto">
          <a:xfrm>
            <a:off x="54102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0" name="Rectangle 109"/>
          <p:cNvSpPr/>
          <p:nvPr/>
        </p:nvSpPr>
        <p:spPr bwMode="auto">
          <a:xfrm>
            <a:off x="57150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1" name="Rectangle 110"/>
          <p:cNvSpPr/>
          <p:nvPr/>
        </p:nvSpPr>
        <p:spPr bwMode="auto">
          <a:xfrm>
            <a:off x="51054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112" name="Rectangle 111"/>
          <p:cNvSpPr/>
          <p:nvPr/>
        </p:nvSpPr>
        <p:spPr bwMode="auto">
          <a:xfrm>
            <a:off x="60198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113" name="Rectangle 112"/>
          <p:cNvSpPr/>
          <p:nvPr/>
        </p:nvSpPr>
        <p:spPr bwMode="auto">
          <a:xfrm>
            <a:off x="54102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4" name="Rectangle 113"/>
          <p:cNvSpPr/>
          <p:nvPr/>
        </p:nvSpPr>
        <p:spPr bwMode="auto">
          <a:xfrm>
            <a:off x="57150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5" name="Rectangle 114"/>
          <p:cNvSpPr/>
          <p:nvPr/>
        </p:nvSpPr>
        <p:spPr bwMode="auto">
          <a:xfrm>
            <a:off x="51054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116" name="Rectangle 115"/>
          <p:cNvSpPr/>
          <p:nvPr/>
        </p:nvSpPr>
        <p:spPr bwMode="auto">
          <a:xfrm>
            <a:off x="60198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</a:t>
            </a:r>
          </a:p>
        </p:txBody>
      </p:sp>
      <p:sp>
        <p:nvSpPr>
          <p:cNvPr id="117" name="Rectangle 116"/>
          <p:cNvSpPr/>
          <p:nvPr/>
        </p:nvSpPr>
        <p:spPr bwMode="auto">
          <a:xfrm>
            <a:off x="54102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" name="Rectangle 117"/>
          <p:cNvSpPr/>
          <p:nvPr/>
        </p:nvSpPr>
        <p:spPr bwMode="auto">
          <a:xfrm>
            <a:off x="57150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" name="Rectangle 118"/>
          <p:cNvSpPr/>
          <p:nvPr/>
        </p:nvSpPr>
        <p:spPr bwMode="auto">
          <a:xfrm>
            <a:off x="51054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120" name="Rectangle 119"/>
          <p:cNvSpPr/>
          <p:nvPr/>
        </p:nvSpPr>
        <p:spPr bwMode="auto">
          <a:xfrm>
            <a:off x="60198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 bwMode="auto">
          <a:xfrm>
            <a:off x="4800600" y="26670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" name="Rectangle 121"/>
          <p:cNvSpPr/>
          <p:nvPr/>
        </p:nvSpPr>
        <p:spPr bwMode="auto">
          <a:xfrm>
            <a:off x="4800600" y="20574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" name="Rectangle 122"/>
          <p:cNvSpPr/>
          <p:nvPr/>
        </p:nvSpPr>
        <p:spPr bwMode="auto">
          <a:xfrm>
            <a:off x="4038600" y="23622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" name="Rectangle 123"/>
          <p:cNvSpPr/>
          <p:nvPr/>
        </p:nvSpPr>
        <p:spPr bwMode="auto">
          <a:xfrm>
            <a:off x="4038600" y="1752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" name="Rectangle 124"/>
          <p:cNvSpPr/>
          <p:nvPr/>
        </p:nvSpPr>
        <p:spPr bwMode="auto">
          <a:xfrm>
            <a:off x="1905000" y="38862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" name="Rectangle 125"/>
          <p:cNvSpPr/>
          <p:nvPr/>
        </p:nvSpPr>
        <p:spPr bwMode="auto">
          <a:xfrm>
            <a:off x="1905000" y="35814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" name="Rectangle 126"/>
          <p:cNvSpPr/>
          <p:nvPr/>
        </p:nvSpPr>
        <p:spPr bwMode="auto">
          <a:xfrm>
            <a:off x="1905000" y="29718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" name="Rectangle 127"/>
          <p:cNvSpPr/>
          <p:nvPr/>
        </p:nvSpPr>
        <p:spPr bwMode="auto">
          <a:xfrm>
            <a:off x="2209800" y="23622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" name="Rectangle 128"/>
          <p:cNvSpPr/>
          <p:nvPr/>
        </p:nvSpPr>
        <p:spPr bwMode="auto">
          <a:xfrm>
            <a:off x="2209800" y="20574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 smtClean="0"/>
              <a:t>0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" name="Rectangle 129"/>
          <p:cNvSpPr/>
          <p:nvPr/>
        </p:nvSpPr>
        <p:spPr bwMode="auto">
          <a:xfrm>
            <a:off x="2209800" y="26670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" name="Rectangle 130"/>
          <p:cNvSpPr/>
          <p:nvPr/>
        </p:nvSpPr>
        <p:spPr bwMode="auto">
          <a:xfrm>
            <a:off x="2209800" y="1752600"/>
            <a:ext cx="304800" cy="3048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800" dirty="0"/>
              <a:t>1</a:t>
            </a:r>
            <a:endParaRPr kumimoji="0" lang="en-US" sz="18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" name="Rectangle 133"/>
          <p:cNvSpPr/>
          <p:nvPr/>
        </p:nvSpPr>
        <p:spPr bwMode="auto">
          <a:xfrm>
            <a:off x="1905000" y="20574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" name="Rectangle 134"/>
          <p:cNvSpPr/>
          <p:nvPr/>
        </p:nvSpPr>
        <p:spPr bwMode="auto">
          <a:xfrm>
            <a:off x="6324600" y="1752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" name="Rectangle 135"/>
          <p:cNvSpPr/>
          <p:nvPr/>
        </p:nvSpPr>
        <p:spPr bwMode="auto">
          <a:xfrm>
            <a:off x="6324600" y="26670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" name="Rectangle 136"/>
          <p:cNvSpPr/>
          <p:nvPr/>
        </p:nvSpPr>
        <p:spPr bwMode="auto">
          <a:xfrm>
            <a:off x="6324600" y="32766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" name="Rectangle 137"/>
          <p:cNvSpPr/>
          <p:nvPr/>
        </p:nvSpPr>
        <p:spPr bwMode="auto">
          <a:xfrm>
            <a:off x="6324600" y="3581400"/>
            <a:ext cx="304800" cy="304800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558" name="Rectangle 557"/>
          <p:cNvSpPr/>
          <p:nvPr/>
        </p:nvSpPr>
        <p:spPr bwMode="auto">
          <a:xfrm>
            <a:off x="144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9" name="Rectangle 558"/>
          <p:cNvSpPr/>
          <p:nvPr/>
        </p:nvSpPr>
        <p:spPr bwMode="auto">
          <a:xfrm>
            <a:off x="129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0" name="Rectangle 559"/>
          <p:cNvSpPr/>
          <p:nvPr/>
        </p:nvSpPr>
        <p:spPr bwMode="auto">
          <a:xfrm>
            <a:off x="175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1" name="Rectangle 560"/>
          <p:cNvSpPr/>
          <p:nvPr/>
        </p:nvSpPr>
        <p:spPr bwMode="auto">
          <a:xfrm>
            <a:off x="160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2" name="Rectangle 561"/>
          <p:cNvSpPr/>
          <p:nvPr/>
        </p:nvSpPr>
        <p:spPr bwMode="auto">
          <a:xfrm>
            <a:off x="2057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3" name="Rectangle 562"/>
          <p:cNvSpPr/>
          <p:nvPr/>
        </p:nvSpPr>
        <p:spPr bwMode="auto">
          <a:xfrm>
            <a:off x="190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6" name="Rectangle 565"/>
          <p:cNvSpPr/>
          <p:nvPr/>
        </p:nvSpPr>
        <p:spPr bwMode="auto">
          <a:xfrm>
            <a:off x="144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7" name="Rectangle 566"/>
          <p:cNvSpPr/>
          <p:nvPr/>
        </p:nvSpPr>
        <p:spPr bwMode="auto">
          <a:xfrm>
            <a:off x="129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8" name="Rectangle 567"/>
          <p:cNvSpPr/>
          <p:nvPr/>
        </p:nvSpPr>
        <p:spPr bwMode="auto">
          <a:xfrm>
            <a:off x="175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9" name="Rectangle 568"/>
          <p:cNvSpPr/>
          <p:nvPr/>
        </p:nvSpPr>
        <p:spPr bwMode="auto">
          <a:xfrm>
            <a:off x="160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0" name="Rectangle 569"/>
          <p:cNvSpPr/>
          <p:nvPr/>
        </p:nvSpPr>
        <p:spPr bwMode="auto">
          <a:xfrm>
            <a:off x="2057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1" name="Rectangle 570"/>
          <p:cNvSpPr/>
          <p:nvPr/>
        </p:nvSpPr>
        <p:spPr bwMode="auto">
          <a:xfrm>
            <a:off x="190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4" name="Rectangle 573"/>
          <p:cNvSpPr/>
          <p:nvPr/>
        </p:nvSpPr>
        <p:spPr bwMode="auto">
          <a:xfrm>
            <a:off x="144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5" name="Rectangle 574"/>
          <p:cNvSpPr/>
          <p:nvPr/>
        </p:nvSpPr>
        <p:spPr bwMode="auto">
          <a:xfrm>
            <a:off x="129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6" name="Rectangle 575"/>
          <p:cNvSpPr/>
          <p:nvPr/>
        </p:nvSpPr>
        <p:spPr bwMode="auto">
          <a:xfrm>
            <a:off x="175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7" name="Rectangle 576"/>
          <p:cNvSpPr/>
          <p:nvPr/>
        </p:nvSpPr>
        <p:spPr bwMode="auto">
          <a:xfrm>
            <a:off x="160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8" name="Rectangle 577"/>
          <p:cNvSpPr/>
          <p:nvPr/>
        </p:nvSpPr>
        <p:spPr bwMode="auto">
          <a:xfrm>
            <a:off x="2057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9" name="Rectangle 578"/>
          <p:cNvSpPr/>
          <p:nvPr/>
        </p:nvSpPr>
        <p:spPr bwMode="auto">
          <a:xfrm>
            <a:off x="190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2" name="Rectangle 581"/>
          <p:cNvSpPr/>
          <p:nvPr/>
        </p:nvSpPr>
        <p:spPr bwMode="auto">
          <a:xfrm>
            <a:off x="144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8" name="Rectangle 607"/>
          <p:cNvSpPr/>
          <p:nvPr/>
        </p:nvSpPr>
        <p:spPr bwMode="auto">
          <a:xfrm>
            <a:off x="129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9" name="Rectangle 618"/>
          <p:cNvSpPr/>
          <p:nvPr/>
        </p:nvSpPr>
        <p:spPr bwMode="auto">
          <a:xfrm>
            <a:off x="175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0" name="Rectangle 619"/>
          <p:cNvSpPr/>
          <p:nvPr/>
        </p:nvSpPr>
        <p:spPr bwMode="auto">
          <a:xfrm>
            <a:off x="160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1" name="Rectangle 620"/>
          <p:cNvSpPr/>
          <p:nvPr/>
        </p:nvSpPr>
        <p:spPr bwMode="auto">
          <a:xfrm>
            <a:off x="2057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2" name="Rectangle 621"/>
          <p:cNvSpPr/>
          <p:nvPr/>
        </p:nvSpPr>
        <p:spPr bwMode="auto">
          <a:xfrm>
            <a:off x="190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5" name="Rectangle 624"/>
          <p:cNvSpPr/>
          <p:nvPr/>
        </p:nvSpPr>
        <p:spPr bwMode="auto">
          <a:xfrm>
            <a:off x="144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5" name="Rectangle 634"/>
          <p:cNvSpPr/>
          <p:nvPr/>
        </p:nvSpPr>
        <p:spPr bwMode="auto">
          <a:xfrm>
            <a:off x="129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6" name="Rectangle 635"/>
          <p:cNvSpPr/>
          <p:nvPr/>
        </p:nvSpPr>
        <p:spPr bwMode="auto">
          <a:xfrm>
            <a:off x="175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1" name="Rectangle 800"/>
          <p:cNvSpPr/>
          <p:nvPr/>
        </p:nvSpPr>
        <p:spPr bwMode="auto">
          <a:xfrm>
            <a:off x="160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2" name="Rectangle 801"/>
          <p:cNvSpPr/>
          <p:nvPr/>
        </p:nvSpPr>
        <p:spPr bwMode="auto">
          <a:xfrm>
            <a:off x="2057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3" name="Rectangle 802"/>
          <p:cNvSpPr/>
          <p:nvPr/>
        </p:nvSpPr>
        <p:spPr bwMode="auto">
          <a:xfrm>
            <a:off x="190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08" name="Rectangle 807"/>
          <p:cNvSpPr/>
          <p:nvPr/>
        </p:nvSpPr>
        <p:spPr bwMode="auto">
          <a:xfrm>
            <a:off x="144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818" name="Rectangle 817"/>
          <p:cNvSpPr/>
          <p:nvPr/>
        </p:nvSpPr>
        <p:spPr bwMode="auto">
          <a:xfrm>
            <a:off x="129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9" name="Rectangle 918"/>
          <p:cNvSpPr/>
          <p:nvPr/>
        </p:nvSpPr>
        <p:spPr bwMode="auto">
          <a:xfrm>
            <a:off x="175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0" name="Rectangle 919"/>
          <p:cNvSpPr/>
          <p:nvPr/>
        </p:nvSpPr>
        <p:spPr bwMode="auto">
          <a:xfrm>
            <a:off x="160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1" name="Rectangle 920"/>
          <p:cNvSpPr/>
          <p:nvPr/>
        </p:nvSpPr>
        <p:spPr bwMode="auto">
          <a:xfrm>
            <a:off x="2057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2" name="Rectangle 921"/>
          <p:cNvSpPr/>
          <p:nvPr/>
        </p:nvSpPr>
        <p:spPr bwMode="auto">
          <a:xfrm>
            <a:off x="190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1" name="Rectangle 930"/>
          <p:cNvSpPr/>
          <p:nvPr/>
        </p:nvSpPr>
        <p:spPr bwMode="auto">
          <a:xfrm>
            <a:off x="2514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2" name="Rectangle 931"/>
          <p:cNvSpPr/>
          <p:nvPr/>
        </p:nvSpPr>
        <p:spPr bwMode="auto">
          <a:xfrm>
            <a:off x="2362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3" name="Rectangle 932"/>
          <p:cNvSpPr/>
          <p:nvPr/>
        </p:nvSpPr>
        <p:spPr bwMode="auto">
          <a:xfrm>
            <a:off x="2819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4" name="Rectangle 933"/>
          <p:cNvSpPr/>
          <p:nvPr/>
        </p:nvSpPr>
        <p:spPr bwMode="auto">
          <a:xfrm>
            <a:off x="2667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5" name="Rectangle 934"/>
          <p:cNvSpPr/>
          <p:nvPr/>
        </p:nvSpPr>
        <p:spPr bwMode="auto">
          <a:xfrm>
            <a:off x="2971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6" name="Rectangle 935"/>
          <p:cNvSpPr/>
          <p:nvPr/>
        </p:nvSpPr>
        <p:spPr bwMode="auto">
          <a:xfrm>
            <a:off x="2514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7" name="Rectangle 936"/>
          <p:cNvSpPr/>
          <p:nvPr/>
        </p:nvSpPr>
        <p:spPr bwMode="auto">
          <a:xfrm>
            <a:off x="2362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8" name="Rectangle 937"/>
          <p:cNvSpPr/>
          <p:nvPr/>
        </p:nvSpPr>
        <p:spPr bwMode="auto">
          <a:xfrm>
            <a:off x="2819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9" name="Rectangle 938"/>
          <p:cNvSpPr/>
          <p:nvPr/>
        </p:nvSpPr>
        <p:spPr bwMode="auto">
          <a:xfrm>
            <a:off x="2667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1" name="Rectangle 1010"/>
          <p:cNvSpPr/>
          <p:nvPr/>
        </p:nvSpPr>
        <p:spPr bwMode="auto">
          <a:xfrm>
            <a:off x="2971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018" name="Rectangle 1017"/>
          <p:cNvSpPr/>
          <p:nvPr/>
        </p:nvSpPr>
        <p:spPr bwMode="auto">
          <a:xfrm>
            <a:off x="2514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1" name="Rectangle 1170"/>
          <p:cNvSpPr/>
          <p:nvPr/>
        </p:nvSpPr>
        <p:spPr bwMode="auto">
          <a:xfrm>
            <a:off x="2362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2" name="Rectangle 1171"/>
          <p:cNvSpPr/>
          <p:nvPr/>
        </p:nvSpPr>
        <p:spPr bwMode="auto">
          <a:xfrm>
            <a:off x="2819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3" name="Rectangle 1172"/>
          <p:cNvSpPr/>
          <p:nvPr/>
        </p:nvSpPr>
        <p:spPr bwMode="auto">
          <a:xfrm>
            <a:off x="2667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4" name="Rectangle 1173"/>
          <p:cNvSpPr/>
          <p:nvPr/>
        </p:nvSpPr>
        <p:spPr bwMode="auto">
          <a:xfrm>
            <a:off x="2971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5" name="Rectangle 1174"/>
          <p:cNvSpPr/>
          <p:nvPr/>
        </p:nvSpPr>
        <p:spPr bwMode="auto">
          <a:xfrm>
            <a:off x="2514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6" name="Rectangle 1175"/>
          <p:cNvSpPr/>
          <p:nvPr/>
        </p:nvSpPr>
        <p:spPr bwMode="auto">
          <a:xfrm>
            <a:off x="2362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7" name="Rectangle 1176"/>
          <p:cNvSpPr/>
          <p:nvPr/>
        </p:nvSpPr>
        <p:spPr bwMode="auto">
          <a:xfrm>
            <a:off x="2819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8" name="Rectangle 1177"/>
          <p:cNvSpPr/>
          <p:nvPr/>
        </p:nvSpPr>
        <p:spPr bwMode="auto">
          <a:xfrm>
            <a:off x="2667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79" name="Rectangle 1178"/>
          <p:cNvSpPr/>
          <p:nvPr/>
        </p:nvSpPr>
        <p:spPr bwMode="auto">
          <a:xfrm>
            <a:off x="2971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0" name="Rectangle 1179"/>
          <p:cNvSpPr/>
          <p:nvPr/>
        </p:nvSpPr>
        <p:spPr bwMode="auto">
          <a:xfrm>
            <a:off x="2514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1" name="Rectangle 1180"/>
          <p:cNvSpPr/>
          <p:nvPr/>
        </p:nvSpPr>
        <p:spPr bwMode="auto">
          <a:xfrm>
            <a:off x="2362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2" name="Rectangle 1181"/>
          <p:cNvSpPr/>
          <p:nvPr/>
        </p:nvSpPr>
        <p:spPr bwMode="auto">
          <a:xfrm>
            <a:off x="2819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3" name="Rectangle 1182"/>
          <p:cNvSpPr/>
          <p:nvPr/>
        </p:nvSpPr>
        <p:spPr bwMode="auto">
          <a:xfrm>
            <a:off x="2667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4" name="Rectangle 1183"/>
          <p:cNvSpPr/>
          <p:nvPr/>
        </p:nvSpPr>
        <p:spPr bwMode="auto">
          <a:xfrm>
            <a:off x="2971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5" name="Rectangle 1184"/>
          <p:cNvSpPr/>
          <p:nvPr/>
        </p:nvSpPr>
        <p:spPr bwMode="auto">
          <a:xfrm>
            <a:off x="2514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6" name="Rectangle 1185"/>
          <p:cNvSpPr/>
          <p:nvPr/>
        </p:nvSpPr>
        <p:spPr bwMode="auto">
          <a:xfrm>
            <a:off x="2362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7" name="Rectangle 1186"/>
          <p:cNvSpPr/>
          <p:nvPr/>
        </p:nvSpPr>
        <p:spPr bwMode="auto">
          <a:xfrm>
            <a:off x="2819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8" name="Rectangle 1187"/>
          <p:cNvSpPr/>
          <p:nvPr/>
        </p:nvSpPr>
        <p:spPr bwMode="auto">
          <a:xfrm>
            <a:off x="2667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89" name="Rectangle 1188"/>
          <p:cNvSpPr/>
          <p:nvPr/>
        </p:nvSpPr>
        <p:spPr bwMode="auto">
          <a:xfrm>
            <a:off x="2971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0" name="Rectangle 1189"/>
          <p:cNvSpPr/>
          <p:nvPr/>
        </p:nvSpPr>
        <p:spPr bwMode="auto">
          <a:xfrm>
            <a:off x="2514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1" name="Rectangle 1190"/>
          <p:cNvSpPr/>
          <p:nvPr/>
        </p:nvSpPr>
        <p:spPr bwMode="auto">
          <a:xfrm>
            <a:off x="2362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2" name="Rectangle 1191"/>
          <p:cNvSpPr/>
          <p:nvPr/>
        </p:nvSpPr>
        <p:spPr bwMode="auto">
          <a:xfrm>
            <a:off x="2819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3" name="Rectangle 1192"/>
          <p:cNvSpPr/>
          <p:nvPr/>
        </p:nvSpPr>
        <p:spPr bwMode="auto">
          <a:xfrm>
            <a:off x="2667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4" name="Rectangle 1193"/>
          <p:cNvSpPr/>
          <p:nvPr/>
        </p:nvSpPr>
        <p:spPr bwMode="auto">
          <a:xfrm>
            <a:off x="2971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5" name="Rectangle 1194"/>
          <p:cNvSpPr/>
          <p:nvPr/>
        </p:nvSpPr>
        <p:spPr bwMode="auto">
          <a:xfrm>
            <a:off x="251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6" name="Rectangle 1195"/>
          <p:cNvSpPr/>
          <p:nvPr/>
        </p:nvSpPr>
        <p:spPr bwMode="auto">
          <a:xfrm>
            <a:off x="236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7" name="Rectangle 1196"/>
          <p:cNvSpPr/>
          <p:nvPr/>
        </p:nvSpPr>
        <p:spPr bwMode="auto">
          <a:xfrm>
            <a:off x="281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8" name="Rectangle 1197"/>
          <p:cNvSpPr/>
          <p:nvPr/>
        </p:nvSpPr>
        <p:spPr bwMode="auto">
          <a:xfrm>
            <a:off x="266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199" name="Rectangle 1198"/>
          <p:cNvSpPr/>
          <p:nvPr/>
        </p:nvSpPr>
        <p:spPr bwMode="auto">
          <a:xfrm>
            <a:off x="297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0" name="Rectangle 1199"/>
          <p:cNvSpPr/>
          <p:nvPr/>
        </p:nvSpPr>
        <p:spPr bwMode="auto">
          <a:xfrm>
            <a:off x="251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1" name="Rectangle 1200"/>
          <p:cNvSpPr/>
          <p:nvPr/>
        </p:nvSpPr>
        <p:spPr bwMode="auto">
          <a:xfrm>
            <a:off x="236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2" name="Rectangle 1201"/>
          <p:cNvSpPr/>
          <p:nvPr/>
        </p:nvSpPr>
        <p:spPr bwMode="auto">
          <a:xfrm>
            <a:off x="281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3" name="Rectangle 1202"/>
          <p:cNvSpPr/>
          <p:nvPr/>
        </p:nvSpPr>
        <p:spPr bwMode="auto">
          <a:xfrm>
            <a:off x="266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4" name="Rectangle 1203"/>
          <p:cNvSpPr/>
          <p:nvPr/>
        </p:nvSpPr>
        <p:spPr bwMode="auto">
          <a:xfrm>
            <a:off x="297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5" name="Rectangle 1204"/>
          <p:cNvSpPr/>
          <p:nvPr/>
        </p:nvSpPr>
        <p:spPr bwMode="auto">
          <a:xfrm>
            <a:off x="251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6" name="Rectangle 1205"/>
          <p:cNvSpPr/>
          <p:nvPr/>
        </p:nvSpPr>
        <p:spPr bwMode="auto">
          <a:xfrm>
            <a:off x="236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7" name="Rectangle 1206"/>
          <p:cNvSpPr/>
          <p:nvPr/>
        </p:nvSpPr>
        <p:spPr bwMode="auto">
          <a:xfrm>
            <a:off x="281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8" name="Rectangle 1207"/>
          <p:cNvSpPr/>
          <p:nvPr/>
        </p:nvSpPr>
        <p:spPr bwMode="auto">
          <a:xfrm>
            <a:off x="266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09" name="Rectangle 1208"/>
          <p:cNvSpPr/>
          <p:nvPr/>
        </p:nvSpPr>
        <p:spPr bwMode="auto">
          <a:xfrm>
            <a:off x="297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0" name="Rectangle 1209"/>
          <p:cNvSpPr/>
          <p:nvPr/>
        </p:nvSpPr>
        <p:spPr bwMode="auto">
          <a:xfrm>
            <a:off x="449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1" name="Rectangle 1210"/>
          <p:cNvSpPr/>
          <p:nvPr/>
        </p:nvSpPr>
        <p:spPr bwMode="auto">
          <a:xfrm>
            <a:off x="434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2" name="Rectangle 1211"/>
          <p:cNvSpPr/>
          <p:nvPr/>
        </p:nvSpPr>
        <p:spPr bwMode="auto">
          <a:xfrm>
            <a:off x="480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3" name="Rectangle 1212"/>
          <p:cNvSpPr/>
          <p:nvPr/>
        </p:nvSpPr>
        <p:spPr bwMode="auto">
          <a:xfrm>
            <a:off x="464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5" name="Rectangle 1214"/>
          <p:cNvSpPr/>
          <p:nvPr/>
        </p:nvSpPr>
        <p:spPr bwMode="auto">
          <a:xfrm>
            <a:off x="449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6" name="Rectangle 1215"/>
          <p:cNvSpPr/>
          <p:nvPr/>
        </p:nvSpPr>
        <p:spPr bwMode="auto">
          <a:xfrm>
            <a:off x="434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7" name="Rectangle 1216"/>
          <p:cNvSpPr/>
          <p:nvPr/>
        </p:nvSpPr>
        <p:spPr bwMode="auto">
          <a:xfrm>
            <a:off x="480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18" name="Rectangle 1217"/>
          <p:cNvSpPr/>
          <p:nvPr/>
        </p:nvSpPr>
        <p:spPr bwMode="auto">
          <a:xfrm>
            <a:off x="464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0" name="Rectangle 1219"/>
          <p:cNvSpPr/>
          <p:nvPr/>
        </p:nvSpPr>
        <p:spPr bwMode="auto">
          <a:xfrm>
            <a:off x="5257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1" name="Rectangle 1220"/>
          <p:cNvSpPr/>
          <p:nvPr/>
        </p:nvSpPr>
        <p:spPr bwMode="auto">
          <a:xfrm>
            <a:off x="5105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2" name="Rectangle 1221"/>
          <p:cNvSpPr/>
          <p:nvPr/>
        </p:nvSpPr>
        <p:spPr bwMode="auto">
          <a:xfrm>
            <a:off x="5562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3" name="Rectangle 1222"/>
          <p:cNvSpPr/>
          <p:nvPr/>
        </p:nvSpPr>
        <p:spPr bwMode="auto">
          <a:xfrm>
            <a:off x="5410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4" name="Rectangle 1223"/>
          <p:cNvSpPr/>
          <p:nvPr/>
        </p:nvSpPr>
        <p:spPr bwMode="auto">
          <a:xfrm>
            <a:off x="5715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5" name="Rectangle 1224"/>
          <p:cNvSpPr/>
          <p:nvPr/>
        </p:nvSpPr>
        <p:spPr bwMode="auto">
          <a:xfrm>
            <a:off x="5257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6" name="Rectangle 1225"/>
          <p:cNvSpPr/>
          <p:nvPr/>
        </p:nvSpPr>
        <p:spPr bwMode="auto">
          <a:xfrm>
            <a:off x="5105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7" name="Rectangle 1226"/>
          <p:cNvSpPr/>
          <p:nvPr/>
        </p:nvSpPr>
        <p:spPr bwMode="auto">
          <a:xfrm>
            <a:off x="5562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8" name="Rectangle 1227"/>
          <p:cNvSpPr/>
          <p:nvPr/>
        </p:nvSpPr>
        <p:spPr bwMode="auto">
          <a:xfrm>
            <a:off x="5410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29" name="Rectangle 1228"/>
          <p:cNvSpPr/>
          <p:nvPr/>
        </p:nvSpPr>
        <p:spPr bwMode="auto">
          <a:xfrm>
            <a:off x="5715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0" name="Rectangle 1229"/>
          <p:cNvSpPr/>
          <p:nvPr/>
        </p:nvSpPr>
        <p:spPr bwMode="auto">
          <a:xfrm>
            <a:off x="5257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1" name="Rectangle 1230"/>
          <p:cNvSpPr/>
          <p:nvPr/>
        </p:nvSpPr>
        <p:spPr bwMode="auto">
          <a:xfrm>
            <a:off x="5105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2" name="Rectangle 1231"/>
          <p:cNvSpPr/>
          <p:nvPr/>
        </p:nvSpPr>
        <p:spPr bwMode="auto">
          <a:xfrm>
            <a:off x="5562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3" name="Rectangle 1232"/>
          <p:cNvSpPr/>
          <p:nvPr/>
        </p:nvSpPr>
        <p:spPr bwMode="auto">
          <a:xfrm>
            <a:off x="5410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4" name="Rectangle 1233"/>
          <p:cNvSpPr/>
          <p:nvPr/>
        </p:nvSpPr>
        <p:spPr bwMode="auto">
          <a:xfrm>
            <a:off x="5715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5" name="Rectangle 1234"/>
          <p:cNvSpPr/>
          <p:nvPr/>
        </p:nvSpPr>
        <p:spPr bwMode="auto">
          <a:xfrm>
            <a:off x="5257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6" name="Rectangle 1235"/>
          <p:cNvSpPr/>
          <p:nvPr/>
        </p:nvSpPr>
        <p:spPr bwMode="auto">
          <a:xfrm>
            <a:off x="5105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7" name="Rectangle 1236"/>
          <p:cNvSpPr/>
          <p:nvPr/>
        </p:nvSpPr>
        <p:spPr bwMode="auto">
          <a:xfrm>
            <a:off x="5562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8" name="Rectangle 1237"/>
          <p:cNvSpPr/>
          <p:nvPr/>
        </p:nvSpPr>
        <p:spPr bwMode="auto">
          <a:xfrm>
            <a:off x="5410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39" name="Rectangle 1238"/>
          <p:cNvSpPr/>
          <p:nvPr/>
        </p:nvSpPr>
        <p:spPr bwMode="auto">
          <a:xfrm>
            <a:off x="5715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0" name="Rectangle 1239"/>
          <p:cNvSpPr/>
          <p:nvPr/>
        </p:nvSpPr>
        <p:spPr bwMode="auto">
          <a:xfrm>
            <a:off x="5257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1" name="Rectangle 1240"/>
          <p:cNvSpPr/>
          <p:nvPr/>
        </p:nvSpPr>
        <p:spPr bwMode="auto">
          <a:xfrm>
            <a:off x="5105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2" name="Rectangle 1241"/>
          <p:cNvSpPr/>
          <p:nvPr/>
        </p:nvSpPr>
        <p:spPr bwMode="auto">
          <a:xfrm>
            <a:off x="5562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3" name="Rectangle 1242"/>
          <p:cNvSpPr/>
          <p:nvPr/>
        </p:nvSpPr>
        <p:spPr bwMode="auto">
          <a:xfrm>
            <a:off x="5410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4" name="Rectangle 1243"/>
          <p:cNvSpPr/>
          <p:nvPr/>
        </p:nvSpPr>
        <p:spPr bwMode="auto">
          <a:xfrm>
            <a:off x="5715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5" name="Rectangle 1244"/>
          <p:cNvSpPr/>
          <p:nvPr/>
        </p:nvSpPr>
        <p:spPr bwMode="auto">
          <a:xfrm>
            <a:off x="5257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6" name="Rectangle 1245"/>
          <p:cNvSpPr/>
          <p:nvPr/>
        </p:nvSpPr>
        <p:spPr bwMode="auto">
          <a:xfrm>
            <a:off x="5105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7" name="Rectangle 1246"/>
          <p:cNvSpPr/>
          <p:nvPr/>
        </p:nvSpPr>
        <p:spPr bwMode="auto">
          <a:xfrm>
            <a:off x="5562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8" name="Rectangle 1247"/>
          <p:cNvSpPr/>
          <p:nvPr/>
        </p:nvSpPr>
        <p:spPr bwMode="auto">
          <a:xfrm>
            <a:off x="5410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49" name="Rectangle 1248"/>
          <p:cNvSpPr/>
          <p:nvPr/>
        </p:nvSpPr>
        <p:spPr bwMode="auto">
          <a:xfrm>
            <a:off x="5715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0" name="Rectangle 1249"/>
          <p:cNvSpPr/>
          <p:nvPr/>
        </p:nvSpPr>
        <p:spPr bwMode="auto">
          <a:xfrm>
            <a:off x="449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1" name="Rectangle 1250"/>
          <p:cNvSpPr/>
          <p:nvPr/>
        </p:nvSpPr>
        <p:spPr bwMode="auto">
          <a:xfrm>
            <a:off x="434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2" name="Rectangle 1251"/>
          <p:cNvSpPr/>
          <p:nvPr/>
        </p:nvSpPr>
        <p:spPr bwMode="auto">
          <a:xfrm>
            <a:off x="480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3" name="Rectangle 1252"/>
          <p:cNvSpPr/>
          <p:nvPr/>
        </p:nvSpPr>
        <p:spPr bwMode="auto">
          <a:xfrm>
            <a:off x="464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5" name="Rectangle 1254"/>
          <p:cNvSpPr/>
          <p:nvPr/>
        </p:nvSpPr>
        <p:spPr bwMode="auto">
          <a:xfrm>
            <a:off x="449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6" name="Rectangle 1255"/>
          <p:cNvSpPr/>
          <p:nvPr/>
        </p:nvSpPr>
        <p:spPr bwMode="auto">
          <a:xfrm>
            <a:off x="434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7" name="Rectangle 1256"/>
          <p:cNvSpPr/>
          <p:nvPr/>
        </p:nvSpPr>
        <p:spPr bwMode="auto">
          <a:xfrm>
            <a:off x="480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58" name="Rectangle 1257"/>
          <p:cNvSpPr/>
          <p:nvPr/>
        </p:nvSpPr>
        <p:spPr bwMode="auto">
          <a:xfrm>
            <a:off x="464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0" name="Rectangle 1259"/>
          <p:cNvSpPr/>
          <p:nvPr/>
        </p:nvSpPr>
        <p:spPr bwMode="auto">
          <a:xfrm>
            <a:off x="5257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1" name="Rectangle 1260"/>
          <p:cNvSpPr/>
          <p:nvPr/>
        </p:nvSpPr>
        <p:spPr bwMode="auto">
          <a:xfrm>
            <a:off x="5105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2" name="Rectangle 1261"/>
          <p:cNvSpPr/>
          <p:nvPr/>
        </p:nvSpPr>
        <p:spPr bwMode="auto">
          <a:xfrm>
            <a:off x="5562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3" name="Rectangle 1262"/>
          <p:cNvSpPr/>
          <p:nvPr/>
        </p:nvSpPr>
        <p:spPr bwMode="auto">
          <a:xfrm>
            <a:off x="5410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4" name="Rectangle 1263"/>
          <p:cNvSpPr/>
          <p:nvPr/>
        </p:nvSpPr>
        <p:spPr bwMode="auto">
          <a:xfrm>
            <a:off x="5715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5" name="Rectangle 1264"/>
          <p:cNvSpPr/>
          <p:nvPr/>
        </p:nvSpPr>
        <p:spPr bwMode="auto">
          <a:xfrm>
            <a:off x="5257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6" name="Rectangle 1265"/>
          <p:cNvSpPr/>
          <p:nvPr/>
        </p:nvSpPr>
        <p:spPr bwMode="auto">
          <a:xfrm>
            <a:off x="5105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7" name="Rectangle 1266"/>
          <p:cNvSpPr/>
          <p:nvPr/>
        </p:nvSpPr>
        <p:spPr bwMode="auto">
          <a:xfrm>
            <a:off x="5562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8" name="Rectangle 1267"/>
          <p:cNvSpPr/>
          <p:nvPr/>
        </p:nvSpPr>
        <p:spPr bwMode="auto">
          <a:xfrm>
            <a:off x="5410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69" name="Rectangle 1268"/>
          <p:cNvSpPr/>
          <p:nvPr/>
        </p:nvSpPr>
        <p:spPr bwMode="auto">
          <a:xfrm>
            <a:off x="5715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0" name="Rectangle 1269"/>
          <p:cNvSpPr/>
          <p:nvPr/>
        </p:nvSpPr>
        <p:spPr bwMode="auto">
          <a:xfrm>
            <a:off x="449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1" name="Rectangle 1270"/>
          <p:cNvSpPr/>
          <p:nvPr/>
        </p:nvSpPr>
        <p:spPr bwMode="auto">
          <a:xfrm>
            <a:off x="434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2" name="Rectangle 1271"/>
          <p:cNvSpPr/>
          <p:nvPr/>
        </p:nvSpPr>
        <p:spPr bwMode="auto">
          <a:xfrm>
            <a:off x="480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3" name="Rectangle 1272"/>
          <p:cNvSpPr/>
          <p:nvPr/>
        </p:nvSpPr>
        <p:spPr bwMode="auto">
          <a:xfrm>
            <a:off x="464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5" name="Rectangle 1274"/>
          <p:cNvSpPr/>
          <p:nvPr/>
        </p:nvSpPr>
        <p:spPr bwMode="auto">
          <a:xfrm>
            <a:off x="449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6" name="Rectangle 1275"/>
          <p:cNvSpPr/>
          <p:nvPr/>
        </p:nvSpPr>
        <p:spPr bwMode="auto">
          <a:xfrm>
            <a:off x="434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7" name="Rectangle 1276"/>
          <p:cNvSpPr/>
          <p:nvPr/>
        </p:nvSpPr>
        <p:spPr bwMode="auto">
          <a:xfrm>
            <a:off x="480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78" name="Rectangle 1277"/>
          <p:cNvSpPr/>
          <p:nvPr/>
        </p:nvSpPr>
        <p:spPr bwMode="auto">
          <a:xfrm>
            <a:off x="464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0" name="Rectangle 1279"/>
          <p:cNvSpPr/>
          <p:nvPr/>
        </p:nvSpPr>
        <p:spPr bwMode="auto">
          <a:xfrm>
            <a:off x="5257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1" name="Rectangle 1280"/>
          <p:cNvSpPr/>
          <p:nvPr/>
        </p:nvSpPr>
        <p:spPr bwMode="auto">
          <a:xfrm>
            <a:off x="5105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2" name="Rectangle 1281"/>
          <p:cNvSpPr/>
          <p:nvPr/>
        </p:nvSpPr>
        <p:spPr bwMode="auto">
          <a:xfrm>
            <a:off x="5562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3" name="Rectangle 1282"/>
          <p:cNvSpPr/>
          <p:nvPr/>
        </p:nvSpPr>
        <p:spPr bwMode="auto">
          <a:xfrm>
            <a:off x="5410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4" name="Rectangle 1283"/>
          <p:cNvSpPr/>
          <p:nvPr/>
        </p:nvSpPr>
        <p:spPr bwMode="auto">
          <a:xfrm>
            <a:off x="5715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5" name="Rectangle 1284"/>
          <p:cNvSpPr/>
          <p:nvPr/>
        </p:nvSpPr>
        <p:spPr bwMode="auto">
          <a:xfrm>
            <a:off x="5257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6" name="Rectangle 1285"/>
          <p:cNvSpPr/>
          <p:nvPr/>
        </p:nvSpPr>
        <p:spPr bwMode="auto">
          <a:xfrm>
            <a:off x="5105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7" name="Rectangle 1286"/>
          <p:cNvSpPr/>
          <p:nvPr/>
        </p:nvSpPr>
        <p:spPr bwMode="auto">
          <a:xfrm>
            <a:off x="5562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8" name="Rectangle 1287"/>
          <p:cNvSpPr/>
          <p:nvPr/>
        </p:nvSpPr>
        <p:spPr bwMode="auto">
          <a:xfrm>
            <a:off x="5410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89" name="Rectangle 1288"/>
          <p:cNvSpPr/>
          <p:nvPr/>
        </p:nvSpPr>
        <p:spPr bwMode="auto">
          <a:xfrm>
            <a:off x="5715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0" name="Rectangle 1289"/>
          <p:cNvSpPr/>
          <p:nvPr/>
        </p:nvSpPr>
        <p:spPr bwMode="auto">
          <a:xfrm>
            <a:off x="6019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2" name="Rectangle 1291"/>
          <p:cNvSpPr/>
          <p:nvPr/>
        </p:nvSpPr>
        <p:spPr bwMode="auto">
          <a:xfrm>
            <a:off x="6324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3" name="Rectangle 1292"/>
          <p:cNvSpPr/>
          <p:nvPr/>
        </p:nvSpPr>
        <p:spPr bwMode="auto">
          <a:xfrm>
            <a:off x="6172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4" name="Rectangle 1293"/>
          <p:cNvSpPr/>
          <p:nvPr/>
        </p:nvSpPr>
        <p:spPr bwMode="auto">
          <a:xfrm>
            <a:off x="6477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5" name="Rectangle 1294"/>
          <p:cNvSpPr/>
          <p:nvPr/>
        </p:nvSpPr>
        <p:spPr bwMode="auto">
          <a:xfrm>
            <a:off x="6781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6" name="Rectangle 1295"/>
          <p:cNvSpPr/>
          <p:nvPr/>
        </p:nvSpPr>
        <p:spPr bwMode="auto">
          <a:xfrm>
            <a:off x="6629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7" name="Rectangle 1296"/>
          <p:cNvSpPr/>
          <p:nvPr/>
        </p:nvSpPr>
        <p:spPr bwMode="auto">
          <a:xfrm>
            <a:off x="7086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8" name="Rectangle 1297"/>
          <p:cNvSpPr/>
          <p:nvPr/>
        </p:nvSpPr>
        <p:spPr bwMode="auto">
          <a:xfrm>
            <a:off x="6934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299" name="Rectangle 1298"/>
          <p:cNvSpPr/>
          <p:nvPr/>
        </p:nvSpPr>
        <p:spPr bwMode="auto">
          <a:xfrm>
            <a:off x="7239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0" name="Rectangle 1299"/>
          <p:cNvSpPr/>
          <p:nvPr/>
        </p:nvSpPr>
        <p:spPr bwMode="auto">
          <a:xfrm>
            <a:off x="6019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2" name="Rectangle 1301"/>
          <p:cNvSpPr/>
          <p:nvPr/>
        </p:nvSpPr>
        <p:spPr bwMode="auto">
          <a:xfrm>
            <a:off x="6324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3" name="Rectangle 1302"/>
          <p:cNvSpPr/>
          <p:nvPr/>
        </p:nvSpPr>
        <p:spPr bwMode="auto">
          <a:xfrm>
            <a:off x="6172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4" name="Rectangle 1303"/>
          <p:cNvSpPr/>
          <p:nvPr/>
        </p:nvSpPr>
        <p:spPr bwMode="auto">
          <a:xfrm>
            <a:off x="6477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5" name="Rectangle 1304"/>
          <p:cNvSpPr/>
          <p:nvPr/>
        </p:nvSpPr>
        <p:spPr bwMode="auto">
          <a:xfrm>
            <a:off x="6019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7" name="Rectangle 1306"/>
          <p:cNvSpPr/>
          <p:nvPr/>
        </p:nvSpPr>
        <p:spPr bwMode="auto">
          <a:xfrm>
            <a:off x="6324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8" name="Rectangle 1307"/>
          <p:cNvSpPr/>
          <p:nvPr/>
        </p:nvSpPr>
        <p:spPr bwMode="auto">
          <a:xfrm>
            <a:off x="6172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09" name="Rectangle 1308"/>
          <p:cNvSpPr/>
          <p:nvPr/>
        </p:nvSpPr>
        <p:spPr bwMode="auto">
          <a:xfrm>
            <a:off x="6477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0" name="Rectangle 1309"/>
          <p:cNvSpPr/>
          <p:nvPr/>
        </p:nvSpPr>
        <p:spPr bwMode="auto">
          <a:xfrm>
            <a:off x="6781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1" name="Rectangle 1310"/>
          <p:cNvSpPr/>
          <p:nvPr/>
        </p:nvSpPr>
        <p:spPr bwMode="auto">
          <a:xfrm>
            <a:off x="6629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2" name="Rectangle 1311"/>
          <p:cNvSpPr/>
          <p:nvPr/>
        </p:nvSpPr>
        <p:spPr bwMode="auto">
          <a:xfrm>
            <a:off x="7086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3" name="Rectangle 1312"/>
          <p:cNvSpPr/>
          <p:nvPr/>
        </p:nvSpPr>
        <p:spPr bwMode="auto">
          <a:xfrm>
            <a:off x="6934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4" name="Rectangle 1313"/>
          <p:cNvSpPr/>
          <p:nvPr/>
        </p:nvSpPr>
        <p:spPr bwMode="auto">
          <a:xfrm>
            <a:off x="7239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5" name="Rectangle 1314"/>
          <p:cNvSpPr/>
          <p:nvPr/>
        </p:nvSpPr>
        <p:spPr bwMode="auto">
          <a:xfrm>
            <a:off x="6781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6" name="Rectangle 1315"/>
          <p:cNvSpPr/>
          <p:nvPr/>
        </p:nvSpPr>
        <p:spPr bwMode="auto">
          <a:xfrm>
            <a:off x="6629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7" name="Rectangle 1316"/>
          <p:cNvSpPr/>
          <p:nvPr/>
        </p:nvSpPr>
        <p:spPr bwMode="auto">
          <a:xfrm>
            <a:off x="708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8" name="Rectangle 1317"/>
          <p:cNvSpPr/>
          <p:nvPr/>
        </p:nvSpPr>
        <p:spPr bwMode="auto">
          <a:xfrm>
            <a:off x="6934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19" name="Rectangle 1318"/>
          <p:cNvSpPr/>
          <p:nvPr/>
        </p:nvSpPr>
        <p:spPr bwMode="auto">
          <a:xfrm>
            <a:off x="723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0" name="Rectangle 1319"/>
          <p:cNvSpPr/>
          <p:nvPr/>
        </p:nvSpPr>
        <p:spPr bwMode="auto">
          <a:xfrm>
            <a:off x="7543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1" name="Rectangle 1320"/>
          <p:cNvSpPr/>
          <p:nvPr/>
        </p:nvSpPr>
        <p:spPr bwMode="auto">
          <a:xfrm>
            <a:off x="7391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2" name="Rectangle 1321"/>
          <p:cNvSpPr/>
          <p:nvPr/>
        </p:nvSpPr>
        <p:spPr bwMode="auto">
          <a:xfrm>
            <a:off x="7848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4" name="Rectangle 1323"/>
          <p:cNvSpPr/>
          <p:nvPr/>
        </p:nvSpPr>
        <p:spPr bwMode="auto">
          <a:xfrm>
            <a:off x="80010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0" name="Rectangle 1329"/>
          <p:cNvSpPr/>
          <p:nvPr/>
        </p:nvSpPr>
        <p:spPr bwMode="auto">
          <a:xfrm>
            <a:off x="7543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1" name="Rectangle 1330"/>
          <p:cNvSpPr/>
          <p:nvPr/>
        </p:nvSpPr>
        <p:spPr bwMode="auto">
          <a:xfrm>
            <a:off x="7391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2" name="Rectangle 1331"/>
          <p:cNvSpPr/>
          <p:nvPr/>
        </p:nvSpPr>
        <p:spPr bwMode="auto">
          <a:xfrm>
            <a:off x="7848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4" name="Rectangle 1333"/>
          <p:cNvSpPr/>
          <p:nvPr/>
        </p:nvSpPr>
        <p:spPr bwMode="auto">
          <a:xfrm>
            <a:off x="80010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5" name="Rectangle 1334"/>
          <p:cNvSpPr/>
          <p:nvPr/>
        </p:nvSpPr>
        <p:spPr bwMode="auto">
          <a:xfrm>
            <a:off x="754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6" name="Rectangle 1335"/>
          <p:cNvSpPr/>
          <p:nvPr/>
        </p:nvSpPr>
        <p:spPr bwMode="auto">
          <a:xfrm>
            <a:off x="739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7" name="Rectangle 1336"/>
          <p:cNvSpPr/>
          <p:nvPr/>
        </p:nvSpPr>
        <p:spPr bwMode="auto">
          <a:xfrm>
            <a:off x="784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39" name="Rectangle 1338"/>
          <p:cNvSpPr/>
          <p:nvPr/>
        </p:nvSpPr>
        <p:spPr bwMode="auto">
          <a:xfrm>
            <a:off x="8001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0" name="Rectangle 1349"/>
          <p:cNvSpPr/>
          <p:nvPr/>
        </p:nvSpPr>
        <p:spPr bwMode="auto">
          <a:xfrm>
            <a:off x="3276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2" name="Rectangle 1351"/>
          <p:cNvSpPr/>
          <p:nvPr/>
        </p:nvSpPr>
        <p:spPr bwMode="auto">
          <a:xfrm>
            <a:off x="3581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3" name="Rectangle 1352"/>
          <p:cNvSpPr/>
          <p:nvPr/>
        </p:nvSpPr>
        <p:spPr bwMode="auto">
          <a:xfrm>
            <a:off x="34290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4" name="Rectangle 1353"/>
          <p:cNvSpPr/>
          <p:nvPr/>
        </p:nvSpPr>
        <p:spPr bwMode="auto">
          <a:xfrm>
            <a:off x="3733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5" name="Rectangle 1354"/>
          <p:cNvSpPr/>
          <p:nvPr/>
        </p:nvSpPr>
        <p:spPr bwMode="auto">
          <a:xfrm>
            <a:off x="4038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6" name="Rectangle 1355"/>
          <p:cNvSpPr/>
          <p:nvPr/>
        </p:nvSpPr>
        <p:spPr bwMode="auto">
          <a:xfrm>
            <a:off x="3886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8" name="Rectangle 1357"/>
          <p:cNvSpPr/>
          <p:nvPr/>
        </p:nvSpPr>
        <p:spPr bwMode="auto">
          <a:xfrm>
            <a:off x="990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59" name="Rectangle 1358"/>
          <p:cNvSpPr/>
          <p:nvPr/>
        </p:nvSpPr>
        <p:spPr bwMode="auto">
          <a:xfrm>
            <a:off x="838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0" name="Rectangle 1359"/>
          <p:cNvSpPr/>
          <p:nvPr/>
        </p:nvSpPr>
        <p:spPr bwMode="auto">
          <a:xfrm>
            <a:off x="1295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2" name="Rectangle 1361"/>
          <p:cNvSpPr/>
          <p:nvPr/>
        </p:nvSpPr>
        <p:spPr bwMode="auto">
          <a:xfrm>
            <a:off x="1600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3" name="Rectangle 1362"/>
          <p:cNvSpPr/>
          <p:nvPr/>
        </p:nvSpPr>
        <p:spPr bwMode="auto">
          <a:xfrm>
            <a:off x="1447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4" name="Rectangle 1363"/>
          <p:cNvSpPr/>
          <p:nvPr/>
        </p:nvSpPr>
        <p:spPr bwMode="auto">
          <a:xfrm>
            <a:off x="68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5" name="Rectangle 1364"/>
          <p:cNvSpPr/>
          <p:nvPr/>
        </p:nvSpPr>
        <p:spPr bwMode="auto">
          <a:xfrm>
            <a:off x="1752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6" name="Rectangle 1365"/>
          <p:cNvSpPr/>
          <p:nvPr/>
        </p:nvSpPr>
        <p:spPr bwMode="auto">
          <a:xfrm>
            <a:off x="990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7" name="Rectangle 1366"/>
          <p:cNvSpPr/>
          <p:nvPr/>
        </p:nvSpPr>
        <p:spPr bwMode="auto">
          <a:xfrm>
            <a:off x="838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68" name="Rectangle 1367"/>
          <p:cNvSpPr/>
          <p:nvPr/>
        </p:nvSpPr>
        <p:spPr bwMode="auto">
          <a:xfrm>
            <a:off x="1295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0" name="Rectangle 1369"/>
          <p:cNvSpPr/>
          <p:nvPr/>
        </p:nvSpPr>
        <p:spPr bwMode="auto">
          <a:xfrm>
            <a:off x="1600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1" name="Rectangle 1370"/>
          <p:cNvSpPr/>
          <p:nvPr/>
        </p:nvSpPr>
        <p:spPr bwMode="auto">
          <a:xfrm>
            <a:off x="1447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2" name="Rectangle 1371"/>
          <p:cNvSpPr/>
          <p:nvPr/>
        </p:nvSpPr>
        <p:spPr bwMode="auto">
          <a:xfrm>
            <a:off x="68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3" name="Rectangle 1372"/>
          <p:cNvSpPr/>
          <p:nvPr/>
        </p:nvSpPr>
        <p:spPr bwMode="auto">
          <a:xfrm>
            <a:off x="1752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4" name="Rectangle 1373"/>
          <p:cNvSpPr/>
          <p:nvPr/>
        </p:nvSpPr>
        <p:spPr bwMode="auto">
          <a:xfrm>
            <a:off x="990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5" name="Rectangle 1374"/>
          <p:cNvSpPr/>
          <p:nvPr/>
        </p:nvSpPr>
        <p:spPr bwMode="auto">
          <a:xfrm>
            <a:off x="838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6" name="Rectangle 1375"/>
          <p:cNvSpPr/>
          <p:nvPr/>
        </p:nvSpPr>
        <p:spPr bwMode="auto">
          <a:xfrm>
            <a:off x="1295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8" name="Rectangle 1377"/>
          <p:cNvSpPr/>
          <p:nvPr/>
        </p:nvSpPr>
        <p:spPr bwMode="auto">
          <a:xfrm>
            <a:off x="1600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79" name="Rectangle 1378"/>
          <p:cNvSpPr/>
          <p:nvPr/>
        </p:nvSpPr>
        <p:spPr bwMode="auto">
          <a:xfrm>
            <a:off x="1447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0" name="Rectangle 1379"/>
          <p:cNvSpPr/>
          <p:nvPr/>
        </p:nvSpPr>
        <p:spPr bwMode="auto">
          <a:xfrm>
            <a:off x="68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1" name="Rectangle 1380"/>
          <p:cNvSpPr/>
          <p:nvPr/>
        </p:nvSpPr>
        <p:spPr bwMode="auto">
          <a:xfrm>
            <a:off x="1752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2" name="Rectangle 1381"/>
          <p:cNvSpPr/>
          <p:nvPr/>
        </p:nvSpPr>
        <p:spPr bwMode="auto">
          <a:xfrm>
            <a:off x="990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3" name="Rectangle 1382"/>
          <p:cNvSpPr/>
          <p:nvPr/>
        </p:nvSpPr>
        <p:spPr bwMode="auto">
          <a:xfrm>
            <a:off x="838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4" name="Rectangle 1383"/>
          <p:cNvSpPr/>
          <p:nvPr/>
        </p:nvSpPr>
        <p:spPr bwMode="auto">
          <a:xfrm>
            <a:off x="1295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6" name="Rectangle 1385"/>
          <p:cNvSpPr/>
          <p:nvPr/>
        </p:nvSpPr>
        <p:spPr bwMode="auto">
          <a:xfrm>
            <a:off x="1600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7" name="Rectangle 1386"/>
          <p:cNvSpPr/>
          <p:nvPr/>
        </p:nvSpPr>
        <p:spPr bwMode="auto">
          <a:xfrm>
            <a:off x="1447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8" name="Rectangle 1387"/>
          <p:cNvSpPr/>
          <p:nvPr/>
        </p:nvSpPr>
        <p:spPr bwMode="auto">
          <a:xfrm>
            <a:off x="68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89" name="Rectangle 1388"/>
          <p:cNvSpPr/>
          <p:nvPr/>
        </p:nvSpPr>
        <p:spPr bwMode="auto">
          <a:xfrm>
            <a:off x="1752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0" name="Rectangle 1389"/>
          <p:cNvSpPr/>
          <p:nvPr/>
        </p:nvSpPr>
        <p:spPr bwMode="auto">
          <a:xfrm>
            <a:off x="990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1" name="Rectangle 1390"/>
          <p:cNvSpPr/>
          <p:nvPr/>
        </p:nvSpPr>
        <p:spPr bwMode="auto">
          <a:xfrm>
            <a:off x="838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2" name="Rectangle 1391"/>
          <p:cNvSpPr/>
          <p:nvPr/>
        </p:nvSpPr>
        <p:spPr bwMode="auto">
          <a:xfrm>
            <a:off x="1295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4" name="Rectangle 1393"/>
          <p:cNvSpPr/>
          <p:nvPr/>
        </p:nvSpPr>
        <p:spPr bwMode="auto">
          <a:xfrm>
            <a:off x="1600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5" name="Rectangle 1394"/>
          <p:cNvSpPr/>
          <p:nvPr/>
        </p:nvSpPr>
        <p:spPr bwMode="auto">
          <a:xfrm>
            <a:off x="1447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6" name="Rectangle 1395"/>
          <p:cNvSpPr/>
          <p:nvPr/>
        </p:nvSpPr>
        <p:spPr bwMode="auto">
          <a:xfrm>
            <a:off x="68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7" name="Rectangle 1396"/>
          <p:cNvSpPr/>
          <p:nvPr/>
        </p:nvSpPr>
        <p:spPr bwMode="auto">
          <a:xfrm>
            <a:off x="1752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8" name="Rectangle 1397"/>
          <p:cNvSpPr/>
          <p:nvPr/>
        </p:nvSpPr>
        <p:spPr bwMode="auto">
          <a:xfrm>
            <a:off x="990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99" name="Rectangle 1398"/>
          <p:cNvSpPr/>
          <p:nvPr/>
        </p:nvSpPr>
        <p:spPr bwMode="auto">
          <a:xfrm>
            <a:off x="838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0" name="Rectangle 1399"/>
          <p:cNvSpPr/>
          <p:nvPr/>
        </p:nvSpPr>
        <p:spPr bwMode="auto">
          <a:xfrm>
            <a:off x="1295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2" name="Rectangle 1401"/>
          <p:cNvSpPr/>
          <p:nvPr/>
        </p:nvSpPr>
        <p:spPr bwMode="auto">
          <a:xfrm>
            <a:off x="1600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3" name="Rectangle 1402"/>
          <p:cNvSpPr/>
          <p:nvPr/>
        </p:nvSpPr>
        <p:spPr bwMode="auto">
          <a:xfrm>
            <a:off x="1447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4" name="Rectangle 1403"/>
          <p:cNvSpPr/>
          <p:nvPr/>
        </p:nvSpPr>
        <p:spPr bwMode="auto">
          <a:xfrm>
            <a:off x="68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5" name="Rectangle 1404"/>
          <p:cNvSpPr/>
          <p:nvPr/>
        </p:nvSpPr>
        <p:spPr bwMode="auto">
          <a:xfrm>
            <a:off x="1752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6" name="Rectangle 1405"/>
          <p:cNvSpPr/>
          <p:nvPr/>
        </p:nvSpPr>
        <p:spPr bwMode="auto">
          <a:xfrm>
            <a:off x="2057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7" name="Rectangle 1406"/>
          <p:cNvSpPr/>
          <p:nvPr/>
        </p:nvSpPr>
        <p:spPr bwMode="auto">
          <a:xfrm>
            <a:off x="1905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8" name="Rectangle 1407"/>
          <p:cNvSpPr/>
          <p:nvPr/>
        </p:nvSpPr>
        <p:spPr bwMode="auto">
          <a:xfrm>
            <a:off x="2362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09" name="Rectangle 1408"/>
          <p:cNvSpPr/>
          <p:nvPr/>
        </p:nvSpPr>
        <p:spPr bwMode="auto">
          <a:xfrm>
            <a:off x="2209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0" name="Rectangle 1409"/>
          <p:cNvSpPr/>
          <p:nvPr/>
        </p:nvSpPr>
        <p:spPr bwMode="auto">
          <a:xfrm>
            <a:off x="2514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1" name="Rectangle 1410"/>
          <p:cNvSpPr/>
          <p:nvPr/>
        </p:nvSpPr>
        <p:spPr bwMode="auto">
          <a:xfrm>
            <a:off x="2057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2" name="Rectangle 1411"/>
          <p:cNvSpPr/>
          <p:nvPr/>
        </p:nvSpPr>
        <p:spPr bwMode="auto">
          <a:xfrm>
            <a:off x="1905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3" name="Rectangle 1412"/>
          <p:cNvSpPr/>
          <p:nvPr/>
        </p:nvSpPr>
        <p:spPr bwMode="auto">
          <a:xfrm>
            <a:off x="2362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4" name="Rectangle 1413"/>
          <p:cNvSpPr/>
          <p:nvPr/>
        </p:nvSpPr>
        <p:spPr bwMode="auto">
          <a:xfrm>
            <a:off x="2209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5" name="Rectangle 1414"/>
          <p:cNvSpPr/>
          <p:nvPr/>
        </p:nvSpPr>
        <p:spPr bwMode="auto">
          <a:xfrm>
            <a:off x="2514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6" name="Rectangle 1415"/>
          <p:cNvSpPr/>
          <p:nvPr/>
        </p:nvSpPr>
        <p:spPr bwMode="auto">
          <a:xfrm>
            <a:off x="2057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7" name="Rectangle 1416"/>
          <p:cNvSpPr/>
          <p:nvPr/>
        </p:nvSpPr>
        <p:spPr bwMode="auto">
          <a:xfrm>
            <a:off x="1905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8" name="Rectangle 1417"/>
          <p:cNvSpPr/>
          <p:nvPr/>
        </p:nvSpPr>
        <p:spPr bwMode="auto">
          <a:xfrm>
            <a:off x="2362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19" name="Rectangle 1418"/>
          <p:cNvSpPr/>
          <p:nvPr/>
        </p:nvSpPr>
        <p:spPr bwMode="auto">
          <a:xfrm>
            <a:off x="2209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0" name="Rectangle 1419"/>
          <p:cNvSpPr/>
          <p:nvPr/>
        </p:nvSpPr>
        <p:spPr bwMode="auto">
          <a:xfrm>
            <a:off x="2514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1" name="Rectangle 1420"/>
          <p:cNvSpPr/>
          <p:nvPr/>
        </p:nvSpPr>
        <p:spPr bwMode="auto">
          <a:xfrm>
            <a:off x="2057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2" name="Rectangle 1421"/>
          <p:cNvSpPr/>
          <p:nvPr/>
        </p:nvSpPr>
        <p:spPr bwMode="auto">
          <a:xfrm>
            <a:off x="1905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3" name="Rectangle 1422"/>
          <p:cNvSpPr/>
          <p:nvPr/>
        </p:nvSpPr>
        <p:spPr bwMode="auto">
          <a:xfrm>
            <a:off x="2362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4" name="Rectangle 1423"/>
          <p:cNvSpPr/>
          <p:nvPr/>
        </p:nvSpPr>
        <p:spPr bwMode="auto">
          <a:xfrm>
            <a:off x="2209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5" name="Rectangle 1424"/>
          <p:cNvSpPr/>
          <p:nvPr/>
        </p:nvSpPr>
        <p:spPr bwMode="auto">
          <a:xfrm>
            <a:off x="2514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6" name="Rectangle 1425"/>
          <p:cNvSpPr/>
          <p:nvPr/>
        </p:nvSpPr>
        <p:spPr bwMode="auto">
          <a:xfrm>
            <a:off x="2057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7" name="Rectangle 1426"/>
          <p:cNvSpPr/>
          <p:nvPr/>
        </p:nvSpPr>
        <p:spPr bwMode="auto">
          <a:xfrm>
            <a:off x="1905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8" name="Rectangle 1427"/>
          <p:cNvSpPr/>
          <p:nvPr/>
        </p:nvSpPr>
        <p:spPr bwMode="auto">
          <a:xfrm>
            <a:off x="2362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29" name="Rectangle 1428"/>
          <p:cNvSpPr/>
          <p:nvPr/>
        </p:nvSpPr>
        <p:spPr bwMode="auto">
          <a:xfrm>
            <a:off x="2209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0" name="Rectangle 1429"/>
          <p:cNvSpPr/>
          <p:nvPr/>
        </p:nvSpPr>
        <p:spPr bwMode="auto">
          <a:xfrm>
            <a:off x="2514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1" name="Rectangle 1430"/>
          <p:cNvSpPr/>
          <p:nvPr/>
        </p:nvSpPr>
        <p:spPr bwMode="auto">
          <a:xfrm>
            <a:off x="2057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2" name="Rectangle 1431"/>
          <p:cNvSpPr/>
          <p:nvPr/>
        </p:nvSpPr>
        <p:spPr bwMode="auto">
          <a:xfrm>
            <a:off x="1905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3" name="Rectangle 1432"/>
          <p:cNvSpPr/>
          <p:nvPr/>
        </p:nvSpPr>
        <p:spPr bwMode="auto">
          <a:xfrm>
            <a:off x="2362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4" name="Rectangle 1433"/>
          <p:cNvSpPr/>
          <p:nvPr/>
        </p:nvSpPr>
        <p:spPr bwMode="auto">
          <a:xfrm>
            <a:off x="2209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5" name="Rectangle 1434"/>
          <p:cNvSpPr/>
          <p:nvPr/>
        </p:nvSpPr>
        <p:spPr bwMode="auto">
          <a:xfrm>
            <a:off x="2514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6" name="Rectangle 1435"/>
          <p:cNvSpPr/>
          <p:nvPr/>
        </p:nvSpPr>
        <p:spPr bwMode="auto">
          <a:xfrm>
            <a:off x="990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7" name="Rectangle 1436"/>
          <p:cNvSpPr/>
          <p:nvPr/>
        </p:nvSpPr>
        <p:spPr bwMode="auto">
          <a:xfrm>
            <a:off x="838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38" name="Rectangle 1437"/>
          <p:cNvSpPr/>
          <p:nvPr/>
        </p:nvSpPr>
        <p:spPr bwMode="auto">
          <a:xfrm>
            <a:off x="1295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0" name="Rectangle 1439"/>
          <p:cNvSpPr/>
          <p:nvPr/>
        </p:nvSpPr>
        <p:spPr bwMode="auto">
          <a:xfrm>
            <a:off x="1600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1" name="Rectangle 1440"/>
          <p:cNvSpPr/>
          <p:nvPr/>
        </p:nvSpPr>
        <p:spPr bwMode="auto">
          <a:xfrm>
            <a:off x="1447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2" name="Rectangle 1441"/>
          <p:cNvSpPr/>
          <p:nvPr/>
        </p:nvSpPr>
        <p:spPr bwMode="auto">
          <a:xfrm>
            <a:off x="68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3" name="Rectangle 1442"/>
          <p:cNvSpPr/>
          <p:nvPr/>
        </p:nvSpPr>
        <p:spPr bwMode="auto">
          <a:xfrm>
            <a:off x="1752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4" name="Rectangle 1443"/>
          <p:cNvSpPr/>
          <p:nvPr/>
        </p:nvSpPr>
        <p:spPr bwMode="auto">
          <a:xfrm>
            <a:off x="990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5" name="Rectangle 1444"/>
          <p:cNvSpPr/>
          <p:nvPr/>
        </p:nvSpPr>
        <p:spPr bwMode="auto">
          <a:xfrm>
            <a:off x="838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6" name="Rectangle 1445"/>
          <p:cNvSpPr/>
          <p:nvPr/>
        </p:nvSpPr>
        <p:spPr bwMode="auto">
          <a:xfrm>
            <a:off x="1295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8" name="Rectangle 1447"/>
          <p:cNvSpPr/>
          <p:nvPr/>
        </p:nvSpPr>
        <p:spPr bwMode="auto">
          <a:xfrm>
            <a:off x="1600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49" name="Rectangle 1448"/>
          <p:cNvSpPr/>
          <p:nvPr/>
        </p:nvSpPr>
        <p:spPr bwMode="auto">
          <a:xfrm>
            <a:off x="1447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0" name="Rectangle 1449"/>
          <p:cNvSpPr/>
          <p:nvPr/>
        </p:nvSpPr>
        <p:spPr bwMode="auto">
          <a:xfrm>
            <a:off x="68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1" name="Rectangle 1450"/>
          <p:cNvSpPr/>
          <p:nvPr/>
        </p:nvSpPr>
        <p:spPr bwMode="auto">
          <a:xfrm>
            <a:off x="1752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2" name="Rectangle 1451"/>
          <p:cNvSpPr/>
          <p:nvPr/>
        </p:nvSpPr>
        <p:spPr bwMode="auto">
          <a:xfrm>
            <a:off x="2057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3" name="Rectangle 1452"/>
          <p:cNvSpPr/>
          <p:nvPr/>
        </p:nvSpPr>
        <p:spPr bwMode="auto">
          <a:xfrm>
            <a:off x="1905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4" name="Rectangle 1453"/>
          <p:cNvSpPr/>
          <p:nvPr/>
        </p:nvSpPr>
        <p:spPr bwMode="auto">
          <a:xfrm>
            <a:off x="2362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5" name="Rectangle 1454"/>
          <p:cNvSpPr/>
          <p:nvPr/>
        </p:nvSpPr>
        <p:spPr bwMode="auto">
          <a:xfrm>
            <a:off x="2209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6" name="Rectangle 1455"/>
          <p:cNvSpPr/>
          <p:nvPr/>
        </p:nvSpPr>
        <p:spPr bwMode="auto">
          <a:xfrm>
            <a:off x="2514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7" name="Rectangle 1456"/>
          <p:cNvSpPr/>
          <p:nvPr/>
        </p:nvSpPr>
        <p:spPr bwMode="auto">
          <a:xfrm>
            <a:off x="2057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8" name="Rectangle 1457"/>
          <p:cNvSpPr/>
          <p:nvPr/>
        </p:nvSpPr>
        <p:spPr bwMode="auto">
          <a:xfrm>
            <a:off x="1905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59" name="Rectangle 1458"/>
          <p:cNvSpPr/>
          <p:nvPr/>
        </p:nvSpPr>
        <p:spPr bwMode="auto">
          <a:xfrm>
            <a:off x="2362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0" name="Rectangle 1459"/>
          <p:cNvSpPr/>
          <p:nvPr/>
        </p:nvSpPr>
        <p:spPr bwMode="auto">
          <a:xfrm>
            <a:off x="2209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1" name="Rectangle 1460"/>
          <p:cNvSpPr/>
          <p:nvPr/>
        </p:nvSpPr>
        <p:spPr bwMode="auto">
          <a:xfrm>
            <a:off x="2514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4" name="Rectangle 1463"/>
          <p:cNvSpPr/>
          <p:nvPr/>
        </p:nvSpPr>
        <p:spPr bwMode="auto">
          <a:xfrm>
            <a:off x="129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6" name="Rectangle 1465"/>
          <p:cNvSpPr/>
          <p:nvPr/>
        </p:nvSpPr>
        <p:spPr bwMode="auto">
          <a:xfrm>
            <a:off x="160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7" name="Rectangle 1466"/>
          <p:cNvSpPr/>
          <p:nvPr/>
        </p:nvSpPr>
        <p:spPr bwMode="auto">
          <a:xfrm>
            <a:off x="144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69" name="Rectangle 1468"/>
          <p:cNvSpPr/>
          <p:nvPr/>
        </p:nvSpPr>
        <p:spPr bwMode="auto">
          <a:xfrm>
            <a:off x="175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0" name="Rectangle 1469"/>
          <p:cNvSpPr/>
          <p:nvPr/>
        </p:nvSpPr>
        <p:spPr bwMode="auto">
          <a:xfrm>
            <a:off x="205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1" name="Rectangle 1470"/>
          <p:cNvSpPr/>
          <p:nvPr/>
        </p:nvSpPr>
        <p:spPr bwMode="auto">
          <a:xfrm>
            <a:off x="190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2" name="Rectangle 1471"/>
          <p:cNvSpPr/>
          <p:nvPr/>
        </p:nvSpPr>
        <p:spPr bwMode="auto">
          <a:xfrm>
            <a:off x="236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3" name="Rectangle 1472"/>
          <p:cNvSpPr/>
          <p:nvPr/>
        </p:nvSpPr>
        <p:spPr bwMode="auto">
          <a:xfrm>
            <a:off x="220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4" name="Rectangle 1473"/>
          <p:cNvSpPr/>
          <p:nvPr/>
        </p:nvSpPr>
        <p:spPr bwMode="auto">
          <a:xfrm>
            <a:off x="251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5" name="Rectangle 1474"/>
          <p:cNvSpPr/>
          <p:nvPr/>
        </p:nvSpPr>
        <p:spPr bwMode="auto">
          <a:xfrm>
            <a:off x="4800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6" name="Rectangle 1475"/>
          <p:cNvSpPr/>
          <p:nvPr/>
        </p:nvSpPr>
        <p:spPr bwMode="auto">
          <a:xfrm>
            <a:off x="4648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7" name="Rectangle 1476"/>
          <p:cNvSpPr/>
          <p:nvPr/>
        </p:nvSpPr>
        <p:spPr bwMode="auto">
          <a:xfrm>
            <a:off x="5105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8" name="Rectangle 1477"/>
          <p:cNvSpPr/>
          <p:nvPr/>
        </p:nvSpPr>
        <p:spPr bwMode="auto">
          <a:xfrm>
            <a:off x="4953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79" name="Rectangle 1478"/>
          <p:cNvSpPr/>
          <p:nvPr/>
        </p:nvSpPr>
        <p:spPr bwMode="auto">
          <a:xfrm>
            <a:off x="5410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0" name="Rectangle 1479"/>
          <p:cNvSpPr/>
          <p:nvPr/>
        </p:nvSpPr>
        <p:spPr bwMode="auto">
          <a:xfrm>
            <a:off x="5257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2" name="Rectangle 1481"/>
          <p:cNvSpPr/>
          <p:nvPr/>
        </p:nvSpPr>
        <p:spPr bwMode="auto">
          <a:xfrm>
            <a:off x="5562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3" name="Rectangle 1482"/>
          <p:cNvSpPr/>
          <p:nvPr/>
        </p:nvSpPr>
        <p:spPr bwMode="auto">
          <a:xfrm>
            <a:off x="5867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4" name="Rectangle 1483"/>
          <p:cNvSpPr/>
          <p:nvPr/>
        </p:nvSpPr>
        <p:spPr bwMode="auto">
          <a:xfrm>
            <a:off x="5715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5" name="Rectangle 1484"/>
          <p:cNvSpPr/>
          <p:nvPr/>
        </p:nvSpPr>
        <p:spPr bwMode="auto">
          <a:xfrm>
            <a:off x="6172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6" name="Rectangle 1485"/>
          <p:cNvSpPr/>
          <p:nvPr/>
        </p:nvSpPr>
        <p:spPr bwMode="auto">
          <a:xfrm>
            <a:off x="6019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7" name="Rectangle 1486"/>
          <p:cNvSpPr/>
          <p:nvPr/>
        </p:nvSpPr>
        <p:spPr bwMode="auto">
          <a:xfrm>
            <a:off x="6324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1" name="Rectangle 1500"/>
          <p:cNvSpPr/>
          <p:nvPr/>
        </p:nvSpPr>
        <p:spPr bwMode="auto">
          <a:xfrm>
            <a:off x="2819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3" name="Rectangle 1502"/>
          <p:cNvSpPr/>
          <p:nvPr/>
        </p:nvSpPr>
        <p:spPr bwMode="auto">
          <a:xfrm>
            <a:off x="312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4" name="Rectangle 1503"/>
          <p:cNvSpPr/>
          <p:nvPr/>
        </p:nvSpPr>
        <p:spPr bwMode="auto">
          <a:xfrm>
            <a:off x="2971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5" name="Rectangle 1504"/>
          <p:cNvSpPr/>
          <p:nvPr/>
        </p:nvSpPr>
        <p:spPr bwMode="auto">
          <a:xfrm>
            <a:off x="342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6" name="Rectangle 1505"/>
          <p:cNvSpPr/>
          <p:nvPr/>
        </p:nvSpPr>
        <p:spPr bwMode="auto">
          <a:xfrm>
            <a:off x="327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9" name="Rectangle 1508"/>
          <p:cNvSpPr/>
          <p:nvPr/>
        </p:nvSpPr>
        <p:spPr bwMode="auto">
          <a:xfrm>
            <a:off x="3886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0" name="Rectangle 1509"/>
          <p:cNvSpPr/>
          <p:nvPr/>
        </p:nvSpPr>
        <p:spPr bwMode="auto">
          <a:xfrm>
            <a:off x="373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1" name="Rectangle 1510"/>
          <p:cNvSpPr/>
          <p:nvPr/>
        </p:nvSpPr>
        <p:spPr bwMode="auto">
          <a:xfrm>
            <a:off x="419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2" name="Rectangle 1511"/>
          <p:cNvSpPr/>
          <p:nvPr/>
        </p:nvSpPr>
        <p:spPr bwMode="auto">
          <a:xfrm>
            <a:off x="403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3" name="Rectangle 1512"/>
          <p:cNvSpPr/>
          <p:nvPr/>
        </p:nvSpPr>
        <p:spPr bwMode="auto">
          <a:xfrm>
            <a:off x="434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4" name="Rectangle 1513"/>
          <p:cNvSpPr/>
          <p:nvPr/>
        </p:nvSpPr>
        <p:spPr bwMode="auto">
          <a:xfrm>
            <a:off x="281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6" name="Rectangle 1515"/>
          <p:cNvSpPr/>
          <p:nvPr/>
        </p:nvSpPr>
        <p:spPr bwMode="auto">
          <a:xfrm>
            <a:off x="312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7" name="Rectangle 1516"/>
          <p:cNvSpPr/>
          <p:nvPr/>
        </p:nvSpPr>
        <p:spPr bwMode="auto">
          <a:xfrm>
            <a:off x="2971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8" name="Rectangle 1517"/>
          <p:cNvSpPr/>
          <p:nvPr/>
        </p:nvSpPr>
        <p:spPr bwMode="auto">
          <a:xfrm>
            <a:off x="342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19" name="Rectangle 1518"/>
          <p:cNvSpPr/>
          <p:nvPr/>
        </p:nvSpPr>
        <p:spPr bwMode="auto">
          <a:xfrm>
            <a:off x="327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2" name="Rectangle 1521"/>
          <p:cNvSpPr/>
          <p:nvPr/>
        </p:nvSpPr>
        <p:spPr bwMode="auto">
          <a:xfrm>
            <a:off x="3886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3" name="Rectangle 1522"/>
          <p:cNvSpPr/>
          <p:nvPr/>
        </p:nvSpPr>
        <p:spPr bwMode="auto">
          <a:xfrm>
            <a:off x="373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4" name="Rectangle 1523"/>
          <p:cNvSpPr/>
          <p:nvPr/>
        </p:nvSpPr>
        <p:spPr bwMode="auto">
          <a:xfrm>
            <a:off x="4191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5" name="Rectangle 1524"/>
          <p:cNvSpPr/>
          <p:nvPr/>
        </p:nvSpPr>
        <p:spPr bwMode="auto">
          <a:xfrm>
            <a:off x="4038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6" name="Rectangle 1525"/>
          <p:cNvSpPr/>
          <p:nvPr/>
        </p:nvSpPr>
        <p:spPr bwMode="auto">
          <a:xfrm>
            <a:off x="4343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7" name="Rectangle 1526"/>
          <p:cNvSpPr/>
          <p:nvPr/>
        </p:nvSpPr>
        <p:spPr bwMode="auto">
          <a:xfrm>
            <a:off x="3886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8" name="Rectangle 1527"/>
          <p:cNvSpPr/>
          <p:nvPr/>
        </p:nvSpPr>
        <p:spPr bwMode="auto">
          <a:xfrm>
            <a:off x="373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9" name="Rectangle 1528"/>
          <p:cNvSpPr/>
          <p:nvPr/>
        </p:nvSpPr>
        <p:spPr bwMode="auto">
          <a:xfrm>
            <a:off x="419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0" name="Rectangle 1529"/>
          <p:cNvSpPr/>
          <p:nvPr/>
        </p:nvSpPr>
        <p:spPr bwMode="auto">
          <a:xfrm>
            <a:off x="403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1" name="Rectangle 1530"/>
          <p:cNvSpPr/>
          <p:nvPr/>
        </p:nvSpPr>
        <p:spPr bwMode="auto">
          <a:xfrm>
            <a:off x="434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2" name="Rectangle 1531"/>
          <p:cNvSpPr/>
          <p:nvPr/>
        </p:nvSpPr>
        <p:spPr bwMode="auto">
          <a:xfrm>
            <a:off x="3886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3" name="Rectangle 1532"/>
          <p:cNvSpPr/>
          <p:nvPr/>
        </p:nvSpPr>
        <p:spPr bwMode="auto">
          <a:xfrm>
            <a:off x="373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4" name="Rectangle 1533"/>
          <p:cNvSpPr/>
          <p:nvPr/>
        </p:nvSpPr>
        <p:spPr bwMode="auto">
          <a:xfrm>
            <a:off x="419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5" name="Rectangle 1534"/>
          <p:cNvSpPr/>
          <p:nvPr/>
        </p:nvSpPr>
        <p:spPr bwMode="auto">
          <a:xfrm>
            <a:off x="403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6" name="Rectangle 1535"/>
          <p:cNvSpPr/>
          <p:nvPr/>
        </p:nvSpPr>
        <p:spPr bwMode="auto">
          <a:xfrm>
            <a:off x="434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7" name="Rectangle 1536"/>
          <p:cNvSpPr/>
          <p:nvPr/>
        </p:nvSpPr>
        <p:spPr bwMode="auto">
          <a:xfrm>
            <a:off x="3886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8" name="Rectangle 1537"/>
          <p:cNvSpPr/>
          <p:nvPr/>
        </p:nvSpPr>
        <p:spPr bwMode="auto">
          <a:xfrm>
            <a:off x="373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9" name="Rectangle 1538"/>
          <p:cNvSpPr/>
          <p:nvPr/>
        </p:nvSpPr>
        <p:spPr bwMode="auto">
          <a:xfrm>
            <a:off x="419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0" name="Rectangle 1539"/>
          <p:cNvSpPr/>
          <p:nvPr/>
        </p:nvSpPr>
        <p:spPr bwMode="auto">
          <a:xfrm>
            <a:off x="403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1" name="Rectangle 1540"/>
          <p:cNvSpPr/>
          <p:nvPr/>
        </p:nvSpPr>
        <p:spPr bwMode="auto">
          <a:xfrm>
            <a:off x="434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2" name="Rectangle 1541"/>
          <p:cNvSpPr/>
          <p:nvPr/>
        </p:nvSpPr>
        <p:spPr bwMode="auto">
          <a:xfrm>
            <a:off x="3886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3" name="Rectangle 1542"/>
          <p:cNvSpPr/>
          <p:nvPr/>
        </p:nvSpPr>
        <p:spPr bwMode="auto">
          <a:xfrm>
            <a:off x="373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4" name="Rectangle 1543"/>
          <p:cNvSpPr/>
          <p:nvPr/>
        </p:nvSpPr>
        <p:spPr bwMode="auto">
          <a:xfrm>
            <a:off x="419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5" name="Rectangle 1544"/>
          <p:cNvSpPr/>
          <p:nvPr/>
        </p:nvSpPr>
        <p:spPr bwMode="auto">
          <a:xfrm>
            <a:off x="403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6" name="Rectangle 1545"/>
          <p:cNvSpPr/>
          <p:nvPr/>
        </p:nvSpPr>
        <p:spPr bwMode="auto">
          <a:xfrm>
            <a:off x="434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7" name="Rectangle 1546"/>
          <p:cNvSpPr/>
          <p:nvPr/>
        </p:nvSpPr>
        <p:spPr bwMode="auto">
          <a:xfrm>
            <a:off x="3886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8" name="Rectangle 1547"/>
          <p:cNvSpPr/>
          <p:nvPr/>
        </p:nvSpPr>
        <p:spPr bwMode="auto">
          <a:xfrm>
            <a:off x="373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49" name="Rectangle 1548"/>
          <p:cNvSpPr/>
          <p:nvPr/>
        </p:nvSpPr>
        <p:spPr bwMode="auto">
          <a:xfrm>
            <a:off x="419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0" name="Rectangle 1549"/>
          <p:cNvSpPr/>
          <p:nvPr/>
        </p:nvSpPr>
        <p:spPr bwMode="auto">
          <a:xfrm>
            <a:off x="403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1" name="Rectangle 1550"/>
          <p:cNvSpPr/>
          <p:nvPr/>
        </p:nvSpPr>
        <p:spPr bwMode="auto">
          <a:xfrm>
            <a:off x="434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2" name="Rectangle 1551"/>
          <p:cNvSpPr/>
          <p:nvPr/>
        </p:nvSpPr>
        <p:spPr bwMode="auto">
          <a:xfrm>
            <a:off x="7239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3" name="Rectangle 1552"/>
          <p:cNvSpPr/>
          <p:nvPr/>
        </p:nvSpPr>
        <p:spPr bwMode="auto">
          <a:xfrm>
            <a:off x="7086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4" name="Rectangle 1553"/>
          <p:cNvSpPr/>
          <p:nvPr/>
        </p:nvSpPr>
        <p:spPr bwMode="auto">
          <a:xfrm>
            <a:off x="7543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5" name="Rectangle 1554"/>
          <p:cNvSpPr/>
          <p:nvPr/>
        </p:nvSpPr>
        <p:spPr bwMode="auto">
          <a:xfrm>
            <a:off x="7391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6" name="Rectangle 1555"/>
          <p:cNvSpPr/>
          <p:nvPr/>
        </p:nvSpPr>
        <p:spPr bwMode="auto">
          <a:xfrm>
            <a:off x="78486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8" name="Rectangle 1557"/>
          <p:cNvSpPr/>
          <p:nvPr/>
        </p:nvSpPr>
        <p:spPr bwMode="auto">
          <a:xfrm>
            <a:off x="69342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59" name="Rectangle 1558"/>
          <p:cNvSpPr/>
          <p:nvPr/>
        </p:nvSpPr>
        <p:spPr bwMode="auto">
          <a:xfrm>
            <a:off x="80010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0" name="Rectangle 1559"/>
          <p:cNvSpPr/>
          <p:nvPr/>
        </p:nvSpPr>
        <p:spPr bwMode="auto">
          <a:xfrm>
            <a:off x="7239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1" name="Rectangle 1560"/>
          <p:cNvSpPr/>
          <p:nvPr/>
        </p:nvSpPr>
        <p:spPr bwMode="auto">
          <a:xfrm>
            <a:off x="7086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2" name="Rectangle 1561"/>
          <p:cNvSpPr/>
          <p:nvPr/>
        </p:nvSpPr>
        <p:spPr bwMode="auto">
          <a:xfrm>
            <a:off x="7543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3" name="Rectangle 1562"/>
          <p:cNvSpPr/>
          <p:nvPr/>
        </p:nvSpPr>
        <p:spPr bwMode="auto">
          <a:xfrm>
            <a:off x="7391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4" name="Rectangle 1563"/>
          <p:cNvSpPr/>
          <p:nvPr/>
        </p:nvSpPr>
        <p:spPr bwMode="auto">
          <a:xfrm>
            <a:off x="78486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6" name="Rectangle 1565"/>
          <p:cNvSpPr/>
          <p:nvPr/>
        </p:nvSpPr>
        <p:spPr bwMode="auto">
          <a:xfrm>
            <a:off x="69342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7" name="Rectangle 1566"/>
          <p:cNvSpPr/>
          <p:nvPr/>
        </p:nvSpPr>
        <p:spPr bwMode="auto">
          <a:xfrm>
            <a:off x="80010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8" name="Rectangle 1567"/>
          <p:cNvSpPr/>
          <p:nvPr/>
        </p:nvSpPr>
        <p:spPr bwMode="auto">
          <a:xfrm>
            <a:off x="7239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69" name="Rectangle 1568"/>
          <p:cNvSpPr/>
          <p:nvPr/>
        </p:nvSpPr>
        <p:spPr bwMode="auto">
          <a:xfrm>
            <a:off x="7086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0" name="Rectangle 1569"/>
          <p:cNvSpPr/>
          <p:nvPr/>
        </p:nvSpPr>
        <p:spPr bwMode="auto">
          <a:xfrm>
            <a:off x="7543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1" name="Rectangle 1570"/>
          <p:cNvSpPr/>
          <p:nvPr/>
        </p:nvSpPr>
        <p:spPr bwMode="auto">
          <a:xfrm>
            <a:off x="7391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2" name="Rectangle 1571"/>
          <p:cNvSpPr/>
          <p:nvPr/>
        </p:nvSpPr>
        <p:spPr bwMode="auto">
          <a:xfrm>
            <a:off x="7848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4" name="Rectangle 1573"/>
          <p:cNvSpPr/>
          <p:nvPr/>
        </p:nvSpPr>
        <p:spPr bwMode="auto">
          <a:xfrm>
            <a:off x="6934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5" name="Rectangle 1574"/>
          <p:cNvSpPr/>
          <p:nvPr/>
        </p:nvSpPr>
        <p:spPr bwMode="auto">
          <a:xfrm>
            <a:off x="80010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6" name="Rectangle 1575"/>
          <p:cNvSpPr/>
          <p:nvPr/>
        </p:nvSpPr>
        <p:spPr bwMode="auto">
          <a:xfrm>
            <a:off x="7239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7" name="Rectangle 1576"/>
          <p:cNvSpPr/>
          <p:nvPr/>
        </p:nvSpPr>
        <p:spPr bwMode="auto">
          <a:xfrm>
            <a:off x="7086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8" name="Rectangle 1577"/>
          <p:cNvSpPr/>
          <p:nvPr/>
        </p:nvSpPr>
        <p:spPr bwMode="auto">
          <a:xfrm>
            <a:off x="7543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79" name="Rectangle 1578"/>
          <p:cNvSpPr/>
          <p:nvPr/>
        </p:nvSpPr>
        <p:spPr bwMode="auto">
          <a:xfrm>
            <a:off x="7391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0" name="Rectangle 1579"/>
          <p:cNvSpPr/>
          <p:nvPr/>
        </p:nvSpPr>
        <p:spPr bwMode="auto">
          <a:xfrm>
            <a:off x="7848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2" name="Rectangle 1581"/>
          <p:cNvSpPr/>
          <p:nvPr/>
        </p:nvSpPr>
        <p:spPr bwMode="auto">
          <a:xfrm>
            <a:off x="6934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3" name="Rectangle 1582"/>
          <p:cNvSpPr/>
          <p:nvPr/>
        </p:nvSpPr>
        <p:spPr bwMode="auto">
          <a:xfrm>
            <a:off x="80010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4" name="Rectangle 1583"/>
          <p:cNvSpPr/>
          <p:nvPr/>
        </p:nvSpPr>
        <p:spPr bwMode="auto">
          <a:xfrm>
            <a:off x="7239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5" name="Rectangle 1584"/>
          <p:cNvSpPr/>
          <p:nvPr/>
        </p:nvSpPr>
        <p:spPr bwMode="auto">
          <a:xfrm>
            <a:off x="7086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6" name="Rectangle 1585"/>
          <p:cNvSpPr/>
          <p:nvPr/>
        </p:nvSpPr>
        <p:spPr bwMode="auto">
          <a:xfrm>
            <a:off x="7543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7" name="Rectangle 1586"/>
          <p:cNvSpPr/>
          <p:nvPr/>
        </p:nvSpPr>
        <p:spPr bwMode="auto">
          <a:xfrm>
            <a:off x="7391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88" name="Rectangle 1587"/>
          <p:cNvSpPr/>
          <p:nvPr/>
        </p:nvSpPr>
        <p:spPr bwMode="auto">
          <a:xfrm>
            <a:off x="7848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0" name="Rectangle 1589"/>
          <p:cNvSpPr/>
          <p:nvPr/>
        </p:nvSpPr>
        <p:spPr bwMode="auto">
          <a:xfrm>
            <a:off x="6934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1" name="Rectangle 1590"/>
          <p:cNvSpPr/>
          <p:nvPr/>
        </p:nvSpPr>
        <p:spPr bwMode="auto">
          <a:xfrm>
            <a:off x="80010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2" name="Rectangle 1591"/>
          <p:cNvSpPr/>
          <p:nvPr/>
        </p:nvSpPr>
        <p:spPr bwMode="auto">
          <a:xfrm>
            <a:off x="7239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3" name="Rectangle 1592"/>
          <p:cNvSpPr/>
          <p:nvPr/>
        </p:nvSpPr>
        <p:spPr bwMode="auto">
          <a:xfrm>
            <a:off x="7086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4" name="Rectangle 1593"/>
          <p:cNvSpPr/>
          <p:nvPr/>
        </p:nvSpPr>
        <p:spPr bwMode="auto">
          <a:xfrm>
            <a:off x="7543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5" name="Rectangle 1594"/>
          <p:cNvSpPr/>
          <p:nvPr/>
        </p:nvSpPr>
        <p:spPr bwMode="auto">
          <a:xfrm>
            <a:off x="7391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6" name="Rectangle 1595"/>
          <p:cNvSpPr/>
          <p:nvPr/>
        </p:nvSpPr>
        <p:spPr bwMode="auto">
          <a:xfrm>
            <a:off x="7848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8" name="Rectangle 1597"/>
          <p:cNvSpPr/>
          <p:nvPr/>
        </p:nvSpPr>
        <p:spPr bwMode="auto">
          <a:xfrm>
            <a:off x="6934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99" name="Rectangle 1598"/>
          <p:cNvSpPr/>
          <p:nvPr/>
        </p:nvSpPr>
        <p:spPr bwMode="auto">
          <a:xfrm>
            <a:off x="80010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0" name="Rectangle 1599"/>
          <p:cNvSpPr/>
          <p:nvPr/>
        </p:nvSpPr>
        <p:spPr bwMode="auto">
          <a:xfrm>
            <a:off x="7239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1" name="Rectangle 1600"/>
          <p:cNvSpPr/>
          <p:nvPr/>
        </p:nvSpPr>
        <p:spPr bwMode="auto">
          <a:xfrm>
            <a:off x="7086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2" name="Rectangle 1601"/>
          <p:cNvSpPr/>
          <p:nvPr/>
        </p:nvSpPr>
        <p:spPr bwMode="auto">
          <a:xfrm>
            <a:off x="7543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3" name="Rectangle 1602"/>
          <p:cNvSpPr/>
          <p:nvPr/>
        </p:nvSpPr>
        <p:spPr bwMode="auto">
          <a:xfrm>
            <a:off x="7391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4" name="Rectangle 1603"/>
          <p:cNvSpPr/>
          <p:nvPr/>
        </p:nvSpPr>
        <p:spPr bwMode="auto">
          <a:xfrm>
            <a:off x="78486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6" name="Rectangle 1605"/>
          <p:cNvSpPr/>
          <p:nvPr/>
        </p:nvSpPr>
        <p:spPr bwMode="auto">
          <a:xfrm>
            <a:off x="69342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7" name="Rectangle 1606"/>
          <p:cNvSpPr/>
          <p:nvPr/>
        </p:nvSpPr>
        <p:spPr bwMode="auto">
          <a:xfrm>
            <a:off x="80010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8" name="Rectangle 1607"/>
          <p:cNvSpPr/>
          <p:nvPr/>
        </p:nvSpPr>
        <p:spPr bwMode="auto">
          <a:xfrm>
            <a:off x="7239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9" name="Rectangle 1608"/>
          <p:cNvSpPr/>
          <p:nvPr/>
        </p:nvSpPr>
        <p:spPr bwMode="auto">
          <a:xfrm>
            <a:off x="7086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0" name="Rectangle 1609"/>
          <p:cNvSpPr/>
          <p:nvPr/>
        </p:nvSpPr>
        <p:spPr bwMode="auto">
          <a:xfrm>
            <a:off x="7543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1" name="Rectangle 1610"/>
          <p:cNvSpPr/>
          <p:nvPr/>
        </p:nvSpPr>
        <p:spPr bwMode="auto">
          <a:xfrm>
            <a:off x="7391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2" name="Rectangle 1611"/>
          <p:cNvSpPr/>
          <p:nvPr/>
        </p:nvSpPr>
        <p:spPr bwMode="auto">
          <a:xfrm>
            <a:off x="78486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4" name="Rectangle 1613"/>
          <p:cNvSpPr/>
          <p:nvPr/>
        </p:nvSpPr>
        <p:spPr bwMode="auto">
          <a:xfrm>
            <a:off x="69342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5" name="Rectangle 1614"/>
          <p:cNvSpPr/>
          <p:nvPr/>
        </p:nvSpPr>
        <p:spPr bwMode="auto">
          <a:xfrm>
            <a:off x="80010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6" name="Rectangle 1615"/>
          <p:cNvSpPr/>
          <p:nvPr/>
        </p:nvSpPr>
        <p:spPr bwMode="auto">
          <a:xfrm>
            <a:off x="7239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7" name="Rectangle 1616"/>
          <p:cNvSpPr/>
          <p:nvPr/>
        </p:nvSpPr>
        <p:spPr bwMode="auto">
          <a:xfrm>
            <a:off x="7086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8" name="Rectangle 1617"/>
          <p:cNvSpPr/>
          <p:nvPr/>
        </p:nvSpPr>
        <p:spPr bwMode="auto">
          <a:xfrm>
            <a:off x="7543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19" name="Rectangle 1618"/>
          <p:cNvSpPr/>
          <p:nvPr/>
        </p:nvSpPr>
        <p:spPr bwMode="auto">
          <a:xfrm>
            <a:off x="7391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0" name="Rectangle 1619"/>
          <p:cNvSpPr/>
          <p:nvPr/>
        </p:nvSpPr>
        <p:spPr bwMode="auto">
          <a:xfrm>
            <a:off x="78486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2" name="Rectangle 1621"/>
          <p:cNvSpPr/>
          <p:nvPr/>
        </p:nvSpPr>
        <p:spPr bwMode="auto">
          <a:xfrm>
            <a:off x="69342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3" name="Rectangle 1622"/>
          <p:cNvSpPr/>
          <p:nvPr/>
        </p:nvSpPr>
        <p:spPr bwMode="auto">
          <a:xfrm>
            <a:off x="80010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0" name="Rectangle 1639"/>
          <p:cNvSpPr/>
          <p:nvPr/>
        </p:nvSpPr>
        <p:spPr bwMode="auto">
          <a:xfrm>
            <a:off x="7239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1" name="Rectangle 1640"/>
          <p:cNvSpPr/>
          <p:nvPr/>
        </p:nvSpPr>
        <p:spPr bwMode="auto">
          <a:xfrm>
            <a:off x="70866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2" name="Rectangle 1641"/>
          <p:cNvSpPr/>
          <p:nvPr/>
        </p:nvSpPr>
        <p:spPr bwMode="auto">
          <a:xfrm>
            <a:off x="75438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3" name="Rectangle 1642"/>
          <p:cNvSpPr/>
          <p:nvPr/>
        </p:nvSpPr>
        <p:spPr bwMode="auto">
          <a:xfrm>
            <a:off x="7391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6" name="Rectangle 1645"/>
          <p:cNvSpPr/>
          <p:nvPr/>
        </p:nvSpPr>
        <p:spPr bwMode="auto">
          <a:xfrm>
            <a:off x="69342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8" name="Rectangle 1647"/>
          <p:cNvSpPr/>
          <p:nvPr/>
        </p:nvSpPr>
        <p:spPr bwMode="auto">
          <a:xfrm>
            <a:off x="7239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49" name="Rectangle 1648"/>
          <p:cNvSpPr/>
          <p:nvPr/>
        </p:nvSpPr>
        <p:spPr bwMode="auto">
          <a:xfrm>
            <a:off x="7086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0" name="Rectangle 1649"/>
          <p:cNvSpPr/>
          <p:nvPr/>
        </p:nvSpPr>
        <p:spPr bwMode="auto">
          <a:xfrm>
            <a:off x="7543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1" name="Rectangle 1650"/>
          <p:cNvSpPr/>
          <p:nvPr/>
        </p:nvSpPr>
        <p:spPr bwMode="auto">
          <a:xfrm>
            <a:off x="7391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2" name="Rectangle 1651"/>
          <p:cNvSpPr/>
          <p:nvPr/>
        </p:nvSpPr>
        <p:spPr bwMode="auto">
          <a:xfrm>
            <a:off x="78486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4" name="Rectangle 1653"/>
          <p:cNvSpPr/>
          <p:nvPr/>
        </p:nvSpPr>
        <p:spPr bwMode="auto">
          <a:xfrm>
            <a:off x="69342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5" name="Rectangle 1654"/>
          <p:cNvSpPr/>
          <p:nvPr/>
        </p:nvSpPr>
        <p:spPr bwMode="auto">
          <a:xfrm>
            <a:off x="80010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6" name="Rectangle 1655"/>
          <p:cNvSpPr/>
          <p:nvPr/>
        </p:nvSpPr>
        <p:spPr bwMode="auto">
          <a:xfrm>
            <a:off x="7239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7" name="Rectangle 1656"/>
          <p:cNvSpPr/>
          <p:nvPr/>
        </p:nvSpPr>
        <p:spPr bwMode="auto">
          <a:xfrm>
            <a:off x="7086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" name="Rectangle 1657"/>
          <p:cNvSpPr/>
          <p:nvPr/>
        </p:nvSpPr>
        <p:spPr bwMode="auto">
          <a:xfrm>
            <a:off x="7543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9" name="Rectangle 1658"/>
          <p:cNvSpPr/>
          <p:nvPr/>
        </p:nvSpPr>
        <p:spPr bwMode="auto">
          <a:xfrm>
            <a:off x="7391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0" name="Rectangle 1659"/>
          <p:cNvSpPr/>
          <p:nvPr/>
        </p:nvSpPr>
        <p:spPr bwMode="auto">
          <a:xfrm>
            <a:off x="78486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2" name="Rectangle 1661"/>
          <p:cNvSpPr/>
          <p:nvPr/>
        </p:nvSpPr>
        <p:spPr bwMode="auto">
          <a:xfrm>
            <a:off x="69342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3" name="Rectangle 1662"/>
          <p:cNvSpPr/>
          <p:nvPr/>
        </p:nvSpPr>
        <p:spPr bwMode="auto">
          <a:xfrm>
            <a:off x="80010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4" name="Rectangle 1663"/>
          <p:cNvSpPr/>
          <p:nvPr/>
        </p:nvSpPr>
        <p:spPr bwMode="auto">
          <a:xfrm>
            <a:off x="7239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5" name="Rectangle 1664"/>
          <p:cNvSpPr/>
          <p:nvPr/>
        </p:nvSpPr>
        <p:spPr bwMode="auto">
          <a:xfrm>
            <a:off x="7086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6" name="Rectangle 1665"/>
          <p:cNvSpPr/>
          <p:nvPr/>
        </p:nvSpPr>
        <p:spPr bwMode="auto">
          <a:xfrm>
            <a:off x="7543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7" name="Rectangle 1666"/>
          <p:cNvSpPr/>
          <p:nvPr/>
        </p:nvSpPr>
        <p:spPr bwMode="auto">
          <a:xfrm>
            <a:off x="7391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68" name="Rectangle 1667"/>
          <p:cNvSpPr/>
          <p:nvPr/>
        </p:nvSpPr>
        <p:spPr bwMode="auto">
          <a:xfrm>
            <a:off x="78486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0" name="Rectangle 1669"/>
          <p:cNvSpPr/>
          <p:nvPr/>
        </p:nvSpPr>
        <p:spPr bwMode="auto">
          <a:xfrm>
            <a:off x="69342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1" name="Rectangle 1670"/>
          <p:cNvSpPr/>
          <p:nvPr/>
        </p:nvSpPr>
        <p:spPr bwMode="auto">
          <a:xfrm>
            <a:off x="80010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0" name="Rectangle 1699"/>
          <p:cNvSpPr/>
          <p:nvPr/>
        </p:nvSpPr>
        <p:spPr bwMode="auto">
          <a:xfrm>
            <a:off x="66294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1" name="Rectangle 1700"/>
          <p:cNvSpPr/>
          <p:nvPr/>
        </p:nvSpPr>
        <p:spPr bwMode="auto">
          <a:xfrm>
            <a:off x="6477000" y="5410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5" name="Rectangle 1704"/>
          <p:cNvSpPr/>
          <p:nvPr/>
        </p:nvSpPr>
        <p:spPr bwMode="auto">
          <a:xfrm>
            <a:off x="9906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6" name="Rectangle 1705"/>
          <p:cNvSpPr/>
          <p:nvPr/>
        </p:nvSpPr>
        <p:spPr bwMode="auto">
          <a:xfrm>
            <a:off x="8382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7" name="Rectangle 1706"/>
          <p:cNvSpPr/>
          <p:nvPr/>
        </p:nvSpPr>
        <p:spPr bwMode="auto">
          <a:xfrm>
            <a:off x="68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8" name="Rectangle 1707"/>
          <p:cNvSpPr/>
          <p:nvPr/>
        </p:nvSpPr>
        <p:spPr bwMode="auto">
          <a:xfrm>
            <a:off x="990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9" name="Rectangle 1708"/>
          <p:cNvSpPr/>
          <p:nvPr/>
        </p:nvSpPr>
        <p:spPr bwMode="auto">
          <a:xfrm>
            <a:off x="8382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" name="Rectangle 1709"/>
          <p:cNvSpPr/>
          <p:nvPr/>
        </p:nvSpPr>
        <p:spPr bwMode="auto">
          <a:xfrm>
            <a:off x="68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1" name="Rectangle 1710"/>
          <p:cNvSpPr/>
          <p:nvPr/>
        </p:nvSpPr>
        <p:spPr bwMode="auto">
          <a:xfrm>
            <a:off x="990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2" name="Rectangle 1711"/>
          <p:cNvSpPr/>
          <p:nvPr/>
        </p:nvSpPr>
        <p:spPr bwMode="auto">
          <a:xfrm>
            <a:off x="8382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3" name="Rectangle 1712"/>
          <p:cNvSpPr/>
          <p:nvPr/>
        </p:nvSpPr>
        <p:spPr bwMode="auto">
          <a:xfrm>
            <a:off x="68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4" name="Rectangle 1713"/>
          <p:cNvSpPr/>
          <p:nvPr/>
        </p:nvSpPr>
        <p:spPr bwMode="auto">
          <a:xfrm>
            <a:off x="990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5" name="Rectangle 1714"/>
          <p:cNvSpPr/>
          <p:nvPr/>
        </p:nvSpPr>
        <p:spPr bwMode="auto">
          <a:xfrm>
            <a:off x="8382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6" name="Rectangle 1715"/>
          <p:cNvSpPr/>
          <p:nvPr/>
        </p:nvSpPr>
        <p:spPr bwMode="auto">
          <a:xfrm>
            <a:off x="68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7" name="Rectangle 1716"/>
          <p:cNvSpPr/>
          <p:nvPr/>
        </p:nvSpPr>
        <p:spPr bwMode="auto">
          <a:xfrm>
            <a:off x="990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8" name="Rectangle 1717"/>
          <p:cNvSpPr/>
          <p:nvPr/>
        </p:nvSpPr>
        <p:spPr bwMode="auto">
          <a:xfrm>
            <a:off x="8382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9" name="Rectangle 1718"/>
          <p:cNvSpPr/>
          <p:nvPr/>
        </p:nvSpPr>
        <p:spPr bwMode="auto">
          <a:xfrm>
            <a:off x="68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" name="Rectangle 1719"/>
          <p:cNvSpPr/>
          <p:nvPr/>
        </p:nvSpPr>
        <p:spPr bwMode="auto">
          <a:xfrm>
            <a:off x="990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1" name="Rectangle 1720"/>
          <p:cNvSpPr/>
          <p:nvPr/>
        </p:nvSpPr>
        <p:spPr bwMode="auto">
          <a:xfrm>
            <a:off x="8382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2" name="Rectangle 1721"/>
          <p:cNvSpPr/>
          <p:nvPr/>
        </p:nvSpPr>
        <p:spPr bwMode="auto">
          <a:xfrm>
            <a:off x="68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3" name="Rectangle 1722"/>
          <p:cNvSpPr/>
          <p:nvPr/>
        </p:nvSpPr>
        <p:spPr bwMode="auto">
          <a:xfrm>
            <a:off x="9906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4" name="Rectangle 1723"/>
          <p:cNvSpPr/>
          <p:nvPr/>
        </p:nvSpPr>
        <p:spPr bwMode="auto">
          <a:xfrm>
            <a:off x="8382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5" name="Rectangle 1724"/>
          <p:cNvSpPr/>
          <p:nvPr/>
        </p:nvSpPr>
        <p:spPr bwMode="auto">
          <a:xfrm>
            <a:off x="68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6" name="Rectangle 1725"/>
          <p:cNvSpPr/>
          <p:nvPr/>
        </p:nvSpPr>
        <p:spPr bwMode="auto">
          <a:xfrm>
            <a:off x="9906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7" name="Rectangle 1726"/>
          <p:cNvSpPr/>
          <p:nvPr/>
        </p:nvSpPr>
        <p:spPr bwMode="auto">
          <a:xfrm>
            <a:off x="8382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8" name="Rectangle 1727"/>
          <p:cNvSpPr/>
          <p:nvPr/>
        </p:nvSpPr>
        <p:spPr bwMode="auto">
          <a:xfrm>
            <a:off x="68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9" name="Rectangle 1728"/>
          <p:cNvSpPr/>
          <p:nvPr/>
        </p:nvSpPr>
        <p:spPr bwMode="auto">
          <a:xfrm>
            <a:off x="9906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" name="Rectangle 1729"/>
          <p:cNvSpPr/>
          <p:nvPr/>
        </p:nvSpPr>
        <p:spPr bwMode="auto">
          <a:xfrm>
            <a:off x="8382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1" name="Rectangle 1730"/>
          <p:cNvSpPr/>
          <p:nvPr/>
        </p:nvSpPr>
        <p:spPr bwMode="auto">
          <a:xfrm>
            <a:off x="68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2" name="Rectangle 1731"/>
          <p:cNvSpPr/>
          <p:nvPr/>
        </p:nvSpPr>
        <p:spPr bwMode="auto">
          <a:xfrm>
            <a:off x="9906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3" name="Rectangle 1732"/>
          <p:cNvSpPr/>
          <p:nvPr/>
        </p:nvSpPr>
        <p:spPr bwMode="auto">
          <a:xfrm>
            <a:off x="8382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4" name="Rectangle 1733"/>
          <p:cNvSpPr/>
          <p:nvPr/>
        </p:nvSpPr>
        <p:spPr bwMode="auto">
          <a:xfrm>
            <a:off x="68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5" name="Rectangle 1734"/>
          <p:cNvSpPr/>
          <p:nvPr/>
        </p:nvSpPr>
        <p:spPr bwMode="auto">
          <a:xfrm>
            <a:off x="9906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6" name="Rectangle 1735"/>
          <p:cNvSpPr/>
          <p:nvPr/>
        </p:nvSpPr>
        <p:spPr bwMode="auto">
          <a:xfrm>
            <a:off x="8382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7" name="Rectangle 1736"/>
          <p:cNvSpPr/>
          <p:nvPr/>
        </p:nvSpPr>
        <p:spPr bwMode="auto">
          <a:xfrm>
            <a:off x="68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9" name="Rectangle 1738"/>
          <p:cNvSpPr/>
          <p:nvPr/>
        </p:nvSpPr>
        <p:spPr bwMode="auto">
          <a:xfrm>
            <a:off x="80010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" name="Rectangle 1739"/>
          <p:cNvSpPr/>
          <p:nvPr/>
        </p:nvSpPr>
        <p:spPr bwMode="auto">
          <a:xfrm>
            <a:off x="78486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2" name="Rectangle 1741"/>
          <p:cNvSpPr/>
          <p:nvPr/>
        </p:nvSpPr>
        <p:spPr bwMode="auto">
          <a:xfrm>
            <a:off x="80010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3" name="Rectangle 1742"/>
          <p:cNvSpPr/>
          <p:nvPr/>
        </p:nvSpPr>
        <p:spPr bwMode="auto">
          <a:xfrm>
            <a:off x="78486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5" name="Rectangle 1744"/>
          <p:cNvSpPr/>
          <p:nvPr/>
        </p:nvSpPr>
        <p:spPr bwMode="auto">
          <a:xfrm>
            <a:off x="80010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6" name="Rectangle 1745"/>
          <p:cNvSpPr/>
          <p:nvPr/>
        </p:nvSpPr>
        <p:spPr bwMode="auto">
          <a:xfrm>
            <a:off x="7848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8" name="Rectangle 1747"/>
          <p:cNvSpPr/>
          <p:nvPr/>
        </p:nvSpPr>
        <p:spPr bwMode="auto">
          <a:xfrm>
            <a:off x="80010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9" name="Rectangle 1748"/>
          <p:cNvSpPr/>
          <p:nvPr/>
        </p:nvSpPr>
        <p:spPr bwMode="auto">
          <a:xfrm>
            <a:off x="7848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0" name="Rectangle 1749"/>
          <p:cNvSpPr/>
          <p:nvPr/>
        </p:nvSpPr>
        <p:spPr bwMode="auto">
          <a:xfrm>
            <a:off x="9906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" name="Rectangle 1750"/>
          <p:cNvSpPr/>
          <p:nvPr/>
        </p:nvSpPr>
        <p:spPr bwMode="auto">
          <a:xfrm>
            <a:off x="8382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2" name="Rectangle 1751"/>
          <p:cNvSpPr/>
          <p:nvPr/>
        </p:nvSpPr>
        <p:spPr bwMode="auto">
          <a:xfrm>
            <a:off x="68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3" name="Rectangle 1752"/>
          <p:cNvSpPr/>
          <p:nvPr/>
        </p:nvSpPr>
        <p:spPr bwMode="auto">
          <a:xfrm>
            <a:off x="9906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4" name="Rectangle 1753"/>
          <p:cNvSpPr/>
          <p:nvPr/>
        </p:nvSpPr>
        <p:spPr bwMode="auto">
          <a:xfrm>
            <a:off x="8382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5" name="Rectangle 1754"/>
          <p:cNvSpPr/>
          <p:nvPr/>
        </p:nvSpPr>
        <p:spPr bwMode="auto">
          <a:xfrm>
            <a:off x="68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6" name="Rectangle 1755"/>
          <p:cNvSpPr/>
          <p:nvPr/>
        </p:nvSpPr>
        <p:spPr bwMode="auto">
          <a:xfrm>
            <a:off x="9906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7" name="Rectangle 1756"/>
          <p:cNvSpPr/>
          <p:nvPr/>
        </p:nvSpPr>
        <p:spPr bwMode="auto">
          <a:xfrm>
            <a:off x="8382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8" name="Rectangle 1757"/>
          <p:cNvSpPr/>
          <p:nvPr/>
        </p:nvSpPr>
        <p:spPr bwMode="auto">
          <a:xfrm>
            <a:off x="68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0" name="Rectangle 1759"/>
          <p:cNvSpPr/>
          <p:nvPr/>
        </p:nvSpPr>
        <p:spPr bwMode="auto">
          <a:xfrm>
            <a:off x="80010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" name="Rectangle 1760"/>
          <p:cNvSpPr/>
          <p:nvPr/>
        </p:nvSpPr>
        <p:spPr bwMode="auto">
          <a:xfrm>
            <a:off x="78486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3" name="Rectangle 1762"/>
          <p:cNvSpPr/>
          <p:nvPr/>
        </p:nvSpPr>
        <p:spPr bwMode="auto">
          <a:xfrm>
            <a:off x="80010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4" name="Rectangle 1763"/>
          <p:cNvSpPr/>
          <p:nvPr/>
        </p:nvSpPr>
        <p:spPr bwMode="auto">
          <a:xfrm>
            <a:off x="78486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6" name="Rectangle 1765"/>
          <p:cNvSpPr/>
          <p:nvPr/>
        </p:nvSpPr>
        <p:spPr bwMode="auto">
          <a:xfrm>
            <a:off x="80010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7" name="Rectangle 1766"/>
          <p:cNvSpPr/>
          <p:nvPr/>
        </p:nvSpPr>
        <p:spPr bwMode="auto">
          <a:xfrm>
            <a:off x="78486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8" name="Rectangle 1767"/>
          <p:cNvSpPr/>
          <p:nvPr/>
        </p:nvSpPr>
        <p:spPr bwMode="auto">
          <a:xfrm>
            <a:off x="815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9" name="Rectangle 1768"/>
          <p:cNvSpPr/>
          <p:nvPr/>
        </p:nvSpPr>
        <p:spPr bwMode="auto">
          <a:xfrm>
            <a:off x="83058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0" name="Rectangle 1769"/>
          <p:cNvSpPr/>
          <p:nvPr/>
        </p:nvSpPr>
        <p:spPr bwMode="auto">
          <a:xfrm>
            <a:off x="815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1" name="Rectangle 1770"/>
          <p:cNvSpPr/>
          <p:nvPr/>
        </p:nvSpPr>
        <p:spPr bwMode="auto">
          <a:xfrm>
            <a:off x="83058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2" name="Rectangle 1771"/>
          <p:cNvSpPr/>
          <p:nvPr/>
        </p:nvSpPr>
        <p:spPr bwMode="auto">
          <a:xfrm>
            <a:off x="815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3" name="Rectangle 1772"/>
          <p:cNvSpPr/>
          <p:nvPr/>
        </p:nvSpPr>
        <p:spPr bwMode="auto">
          <a:xfrm>
            <a:off x="83058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4" name="Rectangle 1773"/>
          <p:cNvSpPr/>
          <p:nvPr/>
        </p:nvSpPr>
        <p:spPr bwMode="auto">
          <a:xfrm>
            <a:off x="815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5" name="Rectangle 1774"/>
          <p:cNvSpPr/>
          <p:nvPr/>
        </p:nvSpPr>
        <p:spPr bwMode="auto">
          <a:xfrm>
            <a:off x="83058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6" name="Rectangle 1775"/>
          <p:cNvSpPr/>
          <p:nvPr/>
        </p:nvSpPr>
        <p:spPr bwMode="auto">
          <a:xfrm>
            <a:off x="815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7" name="Rectangle 1776"/>
          <p:cNvSpPr/>
          <p:nvPr/>
        </p:nvSpPr>
        <p:spPr bwMode="auto">
          <a:xfrm>
            <a:off x="83058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8" name="Rectangle 1777"/>
          <p:cNvSpPr/>
          <p:nvPr/>
        </p:nvSpPr>
        <p:spPr bwMode="auto">
          <a:xfrm>
            <a:off x="815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79" name="Rectangle 1778"/>
          <p:cNvSpPr/>
          <p:nvPr/>
        </p:nvSpPr>
        <p:spPr bwMode="auto">
          <a:xfrm>
            <a:off x="83058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0" name="Rectangle 1779"/>
          <p:cNvSpPr/>
          <p:nvPr/>
        </p:nvSpPr>
        <p:spPr bwMode="auto">
          <a:xfrm>
            <a:off x="815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1" name="Rectangle 1780"/>
          <p:cNvSpPr/>
          <p:nvPr/>
        </p:nvSpPr>
        <p:spPr bwMode="auto">
          <a:xfrm>
            <a:off x="83058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2" name="Rectangle 1781"/>
          <p:cNvSpPr/>
          <p:nvPr/>
        </p:nvSpPr>
        <p:spPr bwMode="auto">
          <a:xfrm>
            <a:off x="815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3" name="Rectangle 1782"/>
          <p:cNvSpPr/>
          <p:nvPr/>
        </p:nvSpPr>
        <p:spPr bwMode="auto">
          <a:xfrm>
            <a:off x="83058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4" name="Rectangle 1783"/>
          <p:cNvSpPr/>
          <p:nvPr/>
        </p:nvSpPr>
        <p:spPr bwMode="auto">
          <a:xfrm>
            <a:off x="815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5" name="Rectangle 1784"/>
          <p:cNvSpPr/>
          <p:nvPr/>
        </p:nvSpPr>
        <p:spPr bwMode="auto">
          <a:xfrm>
            <a:off x="83058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6" name="Rectangle 1785"/>
          <p:cNvSpPr/>
          <p:nvPr/>
        </p:nvSpPr>
        <p:spPr bwMode="auto">
          <a:xfrm>
            <a:off x="815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7" name="Rectangle 1786"/>
          <p:cNvSpPr/>
          <p:nvPr/>
        </p:nvSpPr>
        <p:spPr bwMode="auto">
          <a:xfrm>
            <a:off x="83058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8" name="Rectangle 1787"/>
          <p:cNvSpPr/>
          <p:nvPr/>
        </p:nvSpPr>
        <p:spPr bwMode="auto">
          <a:xfrm>
            <a:off x="815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89" name="Rectangle 1788"/>
          <p:cNvSpPr/>
          <p:nvPr/>
        </p:nvSpPr>
        <p:spPr bwMode="auto">
          <a:xfrm>
            <a:off x="83058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0" name="Rectangle 1789"/>
          <p:cNvSpPr/>
          <p:nvPr/>
        </p:nvSpPr>
        <p:spPr bwMode="auto">
          <a:xfrm>
            <a:off x="815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1" name="Rectangle 1790"/>
          <p:cNvSpPr/>
          <p:nvPr/>
        </p:nvSpPr>
        <p:spPr bwMode="auto">
          <a:xfrm>
            <a:off x="83058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4" name="Rectangle 1793"/>
          <p:cNvSpPr/>
          <p:nvPr/>
        </p:nvSpPr>
        <p:spPr bwMode="auto">
          <a:xfrm>
            <a:off x="815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5" name="Rectangle 1794"/>
          <p:cNvSpPr/>
          <p:nvPr/>
        </p:nvSpPr>
        <p:spPr bwMode="auto">
          <a:xfrm>
            <a:off x="83058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6" name="Rectangle 1795"/>
          <p:cNvSpPr/>
          <p:nvPr/>
        </p:nvSpPr>
        <p:spPr bwMode="auto">
          <a:xfrm>
            <a:off x="815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7" name="Rectangle 1796"/>
          <p:cNvSpPr/>
          <p:nvPr/>
        </p:nvSpPr>
        <p:spPr bwMode="auto">
          <a:xfrm>
            <a:off x="83058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8" name="Rectangle 1797"/>
          <p:cNvSpPr/>
          <p:nvPr/>
        </p:nvSpPr>
        <p:spPr bwMode="auto">
          <a:xfrm>
            <a:off x="815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99" name="Rectangle 1798"/>
          <p:cNvSpPr/>
          <p:nvPr/>
        </p:nvSpPr>
        <p:spPr bwMode="auto">
          <a:xfrm>
            <a:off x="83058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0" name="Rectangle 1799"/>
          <p:cNvSpPr/>
          <p:nvPr/>
        </p:nvSpPr>
        <p:spPr bwMode="auto">
          <a:xfrm>
            <a:off x="83058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1" name="Rectangle 1800"/>
          <p:cNvSpPr/>
          <p:nvPr/>
        </p:nvSpPr>
        <p:spPr bwMode="auto">
          <a:xfrm>
            <a:off x="815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2" name="Rectangle 1801"/>
          <p:cNvSpPr/>
          <p:nvPr/>
        </p:nvSpPr>
        <p:spPr bwMode="auto">
          <a:xfrm>
            <a:off x="83058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3" name="Rectangle 1802"/>
          <p:cNvSpPr/>
          <p:nvPr/>
        </p:nvSpPr>
        <p:spPr bwMode="auto">
          <a:xfrm>
            <a:off x="815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4" name="Rectangle 1803"/>
          <p:cNvSpPr/>
          <p:nvPr/>
        </p:nvSpPr>
        <p:spPr bwMode="auto">
          <a:xfrm>
            <a:off x="83058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5" name="Rectangle 1804"/>
          <p:cNvSpPr/>
          <p:nvPr/>
        </p:nvSpPr>
        <p:spPr bwMode="auto">
          <a:xfrm>
            <a:off x="815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6" name="Rectangle 1805"/>
          <p:cNvSpPr/>
          <p:nvPr/>
        </p:nvSpPr>
        <p:spPr bwMode="auto">
          <a:xfrm>
            <a:off x="83058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7" name="Rectangle 1806"/>
          <p:cNvSpPr/>
          <p:nvPr/>
        </p:nvSpPr>
        <p:spPr bwMode="auto">
          <a:xfrm>
            <a:off x="815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8" name="Rectangle 1807"/>
          <p:cNvSpPr/>
          <p:nvPr/>
        </p:nvSpPr>
        <p:spPr bwMode="auto">
          <a:xfrm>
            <a:off x="83058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09" name="Rectangle 1808"/>
          <p:cNvSpPr/>
          <p:nvPr/>
        </p:nvSpPr>
        <p:spPr bwMode="auto">
          <a:xfrm>
            <a:off x="815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0" name="Rectangle 1809"/>
          <p:cNvSpPr/>
          <p:nvPr/>
        </p:nvSpPr>
        <p:spPr bwMode="auto">
          <a:xfrm>
            <a:off x="83058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1" name="Rectangle 1810"/>
          <p:cNvSpPr/>
          <p:nvPr/>
        </p:nvSpPr>
        <p:spPr bwMode="auto">
          <a:xfrm>
            <a:off x="815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2" name="Rectangle 1811"/>
          <p:cNvSpPr/>
          <p:nvPr/>
        </p:nvSpPr>
        <p:spPr bwMode="auto">
          <a:xfrm>
            <a:off x="83058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3" name="Rectangle 1812"/>
          <p:cNvSpPr/>
          <p:nvPr/>
        </p:nvSpPr>
        <p:spPr bwMode="auto">
          <a:xfrm>
            <a:off x="815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4" name="Rectangle 1813"/>
          <p:cNvSpPr/>
          <p:nvPr/>
        </p:nvSpPr>
        <p:spPr bwMode="auto">
          <a:xfrm>
            <a:off x="533400" y="4953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5" name="Rectangle 1814"/>
          <p:cNvSpPr/>
          <p:nvPr/>
        </p:nvSpPr>
        <p:spPr bwMode="auto">
          <a:xfrm>
            <a:off x="533400" y="4800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6" name="Rectangle 1815"/>
          <p:cNvSpPr/>
          <p:nvPr/>
        </p:nvSpPr>
        <p:spPr bwMode="auto">
          <a:xfrm>
            <a:off x="533400" y="4648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7" name="Rectangle 1816"/>
          <p:cNvSpPr/>
          <p:nvPr/>
        </p:nvSpPr>
        <p:spPr bwMode="auto">
          <a:xfrm>
            <a:off x="533400" y="4495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8" name="Rectangle 1817"/>
          <p:cNvSpPr/>
          <p:nvPr/>
        </p:nvSpPr>
        <p:spPr bwMode="auto">
          <a:xfrm>
            <a:off x="533400" y="4343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19" name="Rectangle 1818"/>
          <p:cNvSpPr/>
          <p:nvPr/>
        </p:nvSpPr>
        <p:spPr bwMode="auto">
          <a:xfrm>
            <a:off x="533400" y="4191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0" name="Rectangle 1819"/>
          <p:cNvSpPr/>
          <p:nvPr/>
        </p:nvSpPr>
        <p:spPr bwMode="auto">
          <a:xfrm>
            <a:off x="533400" y="5257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1" name="Rectangle 1820"/>
          <p:cNvSpPr/>
          <p:nvPr/>
        </p:nvSpPr>
        <p:spPr bwMode="auto">
          <a:xfrm>
            <a:off x="533400" y="5105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3" name="Rectangle 1822"/>
          <p:cNvSpPr/>
          <p:nvPr/>
        </p:nvSpPr>
        <p:spPr bwMode="auto">
          <a:xfrm>
            <a:off x="533400" y="3581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4" name="Rectangle 1823"/>
          <p:cNvSpPr/>
          <p:nvPr/>
        </p:nvSpPr>
        <p:spPr bwMode="auto">
          <a:xfrm>
            <a:off x="533400" y="3429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5" name="Rectangle 1824"/>
          <p:cNvSpPr/>
          <p:nvPr/>
        </p:nvSpPr>
        <p:spPr bwMode="auto">
          <a:xfrm>
            <a:off x="533400" y="3276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6" name="Rectangle 1825"/>
          <p:cNvSpPr/>
          <p:nvPr/>
        </p:nvSpPr>
        <p:spPr bwMode="auto">
          <a:xfrm>
            <a:off x="533400" y="3124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7" name="Rectangle 1826"/>
          <p:cNvSpPr/>
          <p:nvPr/>
        </p:nvSpPr>
        <p:spPr bwMode="auto">
          <a:xfrm>
            <a:off x="533400" y="2971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8" name="Rectangle 1827"/>
          <p:cNvSpPr/>
          <p:nvPr/>
        </p:nvSpPr>
        <p:spPr bwMode="auto">
          <a:xfrm>
            <a:off x="533400" y="2819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29" name="Rectangle 1828"/>
          <p:cNvSpPr/>
          <p:nvPr/>
        </p:nvSpPr>
        <p:spPr bwMode="auto">
          <a:xfrm>
            <a:off x="533400" y="3886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0" name="Rectangle 1829"/>
          <p:cNvSpPr/>
          <p:nvPr/>
        </p:nvSpPr>
        <p:spPr bwMode="auto">
          <a:xfrm>
            <a:off x="533400" y="3733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1" name="Rectangle 1830"/>
          <p:cNvSpPr/>
          <p:nvPr/>
        </p:nvSpPr>
        <p:spPr bwMode="auto">
          <a:xfrm>
            <a:off x="533400" y="4038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2" name="Rectangle 1831"/>
          <p:cNvSpPr/>
          <p:nvPr/>
        </p:nvSpPr>
        <p:spPr bwMode="auto">
          <a:xfrm>
            <a:off x="533400" y="22098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3" name="Rectangle 1832"/>
          <p:cNvSpPr/>
          <p:nvPr/>
        </p:nvSpPr>
        <p:spPr bwMode="auto">
          <a:xfrm>
            <a:off x="533400" y="20574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4" name="Rectangle 1833"/>
          <p:cNvSpPr/>
          <p:nvPr/>
        </p:nvSpPr>
        <p:spPr bwMode="auto">
          <a:xfrm>
            <a:off x="533400" y="25146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5" name="Rectangle 1834"/>
          <p:cNvSpPr/>
          <p:nvPr/>
        </p:nvSpPr>
        <p:spPr bwMode="auto">
          <a:xfrm>
            <a:off x="533400" y="23622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36" name="Rectangle 1835"/>
          <p:cNvSpPr/>
          <p:nvPr/>
        </p:nvSpPr>
        <p:spPr bwMode="auto">
          <a:xfrm>
            <a:off x="533400" y="2667000"/>
            <a:ext cx="152400" cy="1524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6" name="Rectangle 1325"/>
          <p:cNvSpPr/>
          <p:nvPr/>
        </p:nvSpPr>
        <p:spPr bwMode="auto">
          <a:xfrm>
            <a:off x="53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7" name="Rectangle 1326"/>
          <p:cNvSpPr/>
          <p:nvPr/>
        </p:nvSpPr>
        <p:spPr bwMode="auto">
          <a:xfrm>
            <a:off x="68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8" name="Rectangle 1327"/>
          <p:cNvSpPr/>
          <p:nvPr/>
        </p:nvSpPr>
        <p:spPr bwMode="auto">
          <a:xfrm>
            <a:off x="83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29" name="Rectangle 1328"/>
          <p:cNvSpPr/>
          <p:nvPr/>
        </p:nvSpPr>
        <p:spPr bwMode="auto">
          <a:xfrm>
            <a:off x="99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0" name="Rectangle 1339"/>
          <p:cNvSpPr/>
          <p:nvPr/>
        </p:nvSpPr>
        <p:spPr bwMode="auto">
          <a:xfrm>
            <a:off x="129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1" name="Rectangle 1340"/>
          <p:cNvSpPr/>
          <p:nvPr/>
        </p:nvSpPr>
        <p:spPr bwMode="auto">
          <a:xfrm>
            <a:off x="144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2" name="Rectangle 1341"/>
          <p:cNvSpPr/>
          <p:nvPr/>
        </p:nvSpPr>
        <p:spPr bwMode="auto">
          <a:xfrm>
            <a:off x="160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3" name="Rectangle 1342"/>
          <p:cNvSpPr/>
          <p:nvPr/>
        </p:nvSpPr>
        <p:spPr bwMode="auto">
          <a:xfrm>
            <a:off x="175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4" name="Rectangle 1343"/>
          <p:cNvSpPr/>
          <p:nvPr/>
        </p:nvSpPr>
        <p:spPr bwMode="auto">
          <a:xfrm>
            <a:off x="190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5" name="Rectangle 1344"/>
          <p:cNvSpPr/>
          <p:nvPr/>
        </p:nvSpPr>
        <p:spPr bwMode="auto">
          <a:xfrm>
            <a:off x="2057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6" name="Rectangle 1345"/>
          <p:cNvSpPr/>
          <p:nvPr/>
        </p:nvSpPr>
        <p:spPr bwMode="auto">
          <a:xfrm>
            <a:off x="129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7" name="Rectangle 1346"/>
          <p:cNvSpPr/>
          <p:nvPr/>
        </p:nvSpPr>
        <p:spPr bwMode="auto">
          <a:xfrm>
            <a:off x="144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8" name="Rectangle 1347"/>
          <p:cNvSpPr/>
          <p:nvPr/>
        </p:nvSpPr>
        <p:spPr bwMode="auto">
          <a:xfrm>
            <a:off x="160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49" name="Rectangle 1348"/>
          <p:cNvSpPr/>
          <p:nvPr/>
        </p:nvSpPr>
        <p:spPr bwMode="auto">
          <a:xfrm>
            <a:off x="175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8" name="Rectangle 1487"/>
          <p:cNvSpPr/>
          <p:nvPr/>
        </p:nvSpPr>
        <p:spPr bwMode="auto">
          <a:xfrm>
            <a:off x="190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89" name="Rectangle 1488"/>
          <p:cNvSpPr/>
          <p:nvPr/>
        </p:nvSpPr>
        <p:spPr bwMode="auto">
          <a:xfrm>
            <a:off x="2057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0" name="Rectangle 1489"/>
          <p:cNvSpPr/>
          <p:nvPr/>
        </p:nvSpPr>
        <p:spPr bwMode="auto">
          <a:xfrm>
            <a:off x="236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1" name="Rectangle 1490"/>
          <p:cNvSpPr/>
          <p:nvPr/>
        </p:nvSpPr>
        <p:spPr bwMode="auto">
          <a:xfrm>
            <a:off x="251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2" name="Rectangle 1491"/>
          <p:cNvSpPr/>
          <p:nvPr/>
        </p:nvSpPr>
        <p:spPr bwMode="auto">
          <a:xfrm>
            <a:off x="266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3" name="Rectangle 1492"/>
          <p:cNvSpPr/>
          <p:nvPr/>
        </p:nvSpPr>
        <p:spPr bwMode="auto">
          <a:xfrm>
            <a:off x="281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4" name="Rectangle 1493"/>
          <p:cNvSpPr/>
          <p:nvPr/>
        </p:nvSpPr>
        <p:spPr bwMode="auto">
          <a:xfrm>
            <a:off x="297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6" name="Rectangle 1495"/>
          <p:cNvSpPr/>
          <p:nvPr/>
        </p:nvSpPr>
        <p:spPr bwMode="auto">
          <a:xfrm>
            <a:off x="236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7" name="Rectangle 1496"/>
          <p:cNvSpPr/>
          <p:nvPr/>
        </p:nvSpPr>
        <p:spPr bwMode="auto">
          <a:xfrm>
            <a:off x="251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8" name="Rectangle 1497"/>
          <p:cNvSpPr/>
          <p:nvPr/>
        </p:nvSpPr>
        <p:spPr bwMode="auto">
          <a:xfrm>
            <a:off x="266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99" name="Rectangle 1498"/>
          <p:cNvSpPr/>
          <p:nvPr/>
        </p:nvSpPr>
        <p:spPr bwMode="auto">
          <a:xfrm>
            <a:off x="281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00" name="Rectangle 1499"/>
          <p:cNvSpPr/>
          <p:nvPr/>
        </p:nvSpPr>
        <p:spPr bwMode="auto">
          <a:xfrm>
            <a:off x="297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20" name="Rectangle 1519"/>
          <p:cNvSpPr/>
          <p:nvPr/>
        </p:nvSpPr>
        <p:spPr bwMode="auto">
          <a:xfrm>
            <a:off x="327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4" name="Rectangle 1623"/>
          <p:cNvSpPr/>
          <p:nvPr/>
        </p:nvSpPr>
        <p:spPr bwMode="auto">
          <a:xfrm>
            <a:off x="342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5" name="Rectangle 1624"/>
          <p:cNvSpPr/>
          <p:nvPr/>
        </p:nvSpPr>
        <p:spPr bwMode="auto">
          <a:xfrm>
            <a:off x="358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6" name="Rectangle 1625"/>
          <p:cNvSpPr/>
          <p:nvPr/>
        </p:nvSpPr>
        <p:spPr bwMode="auto">
          <a:xfrm>
            <a:off x="373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7" name="Rectangle 1626"/>
          <p:cNvSpPr/>
          <p:nvPr/>
        </p:nvSpPr>
        <p:spPr bwMode="auto">
          <a:xfrm>
            <a:off x="3886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8" name="Rectangle 1627"/>
          <p:cNvSpPr/>
          <p:nvPr/>
        </p:nvSpPr>
        <p:spPr bwMode="auto">
          <a:xfrm>
            <a:off x="403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9" name="Rectangle 1628"/>
          <p:cNvSpPr/>
          <p:nvPr/>
        </p:nvSpPr>
        <p:spPr bwMode="auto">
          <a:xfrm>
            <a:off x="327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0" name="Rectangle 1629"/>
          <p:cNvSpPr/>
          <p:nvPr/>
        </p:nvSpPr>
        <p:spPr bwMode="auto">
          <a:xfrm>
            <a:off x="342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1" name="Rectangle 1630"/>
          <p:cNvSpPr/>
          <p:nvPr/>
        </p:nvSpPr>
        <p:spPr bwMode="auto">
          <a:xfrm>
            <a:off x="358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2" name="Rectangle 1631"/>
          <p:cNvSpPr/>
          <p:nvPr/>
        </p:nvSpPr>
        <p:spPr bwMode="auto">
          <a:xfrm>
            <a:off x="373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3" name="Rectangle 1632"/>
          <p:cNvSpPr/>
          <p:nvPr/>
        </p:nvSpPr>
        <p:spPr bwMode="auto">
          <a:xfrm>
            <a:off x="3886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4" name="Rectangle 1633"/>
          <p:cNvSpPr/>
          <p:nvPr/>
        </p:nvSpPr>
        <p:spPr bwMode="auto">
          <a:xfrm>
            <a:off x="403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5" name="Rectangle 1634"/>
          <p:cNvSpPr/>
          <p:nvPr/>
        </p:nvSpPr>
        <p:spPr bwMode="auto">
          <a:xfrm>
            <a:off x="327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6" name="Rectangle 1635"/>
          <p:cNvSpPr/>
          <p:nvPr/>
        </p:nvSpPr>
        <p:spPr bwMode="auto">
          <a:xfrm>
            <a:off x="342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7" name="Rectangle 1636"/>
          <p:cNvSpPr/>
          <p:nvPr/>
        </p:nvSpPr>
        <p:spPr bwMode="auto">
          <a:xfrm>
            <a:off x="358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8" name="Rectangle 1637"/>
          <p:cNvSpPr/>
          <p:nvPr/>
        </p:nvSpPr>
        <p:spPr bwMode="auto">
          <a:xfrm>
            <a:off x="373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39" name="Rectangle 1638"/>
          <p:cNvSpPr/>
          <p:nvPr/>
        </p:nvSpPr>
        <p:spPr bwMode="auto">
          <a:xfrm>
            <a:off x="3886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2" name="Rectangle 1671"/>
          <p:cNvSpPr/>
          <p:nvPr/>
        </p:nvSpPr>
        <p:spPr bwMode="auto">
          <a:xfrm>
            <a:off x="403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3" name="Rectangle 1672"/>
          <p:cNvSpPr/>
          <p:nvPr/>
        </p:nvSpPr>
        <p:spPr bwMode="auto">
          <a:xfrm>
            <a:off x="434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4" name="Rectangle 1673"/>
          <p:cNvSpPr/>
          <p:nvPr/>
        </p:nvSpPr>
        <p:spPr bwMode="auto">
          <a:xfrm>
            <a:off x="449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5" name="Rectangle 1674"/>
          <p:cNvSpPr/>
          <p:nvPr/>
        </p:nvSpPr>
        <p:spPr bwMode="auto">
          <a:xfrm>
            <a:off x="464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6" name="Rectangle 1675"/>
          <p:cNvSpPr/>
          <p:nvPr/>
        </p:nvSpPr>
        <p:spPr bwMode="auto">
          <a:xfrm>
            <a:off x="480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" name="Rectangle 1678"/>
          <p:cNvSpPr/>
          <p:nvPr/>
        </p:nvSpPr>
        <p:spPr bwMode="auto">
          <a:xfrm>
            <a:off x="434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0" name="Rectangle 1679"/>
          <p:cNvSpPr/>
          <p:nvPr/>
        </p:nvSpPr>
        <p:spPr bwMode="auto">
          <a:xfrm>
            <a:off x="449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1" name="Rectangle 1680"/>
          <p:cNvSpPr/>
          <p:nvPr/>
        </p:nvSpPr>
        <p:spPr bwMode="auto">
          <a:xfrm>
            <a:off x="464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2" name="Rectangle 1681"/>
          <p:cNvSpPr/>
          <p:nvPr/>
        </p:nvSpPr>
        <p:spPr bwMode="auto">
          <a:xfrm>
            <a:off x="480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5" name="Rectangle 1684"/>
          <p:cNvSpPr/>
          <p:nvPr/>
        </p:nvSpPr>
        <p:spPr bwMode="auto">
          <a:xfrm>
            <a:off x="434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6" name="Rectangle 1685"/>
          <p:cNvSpPr/>
          <p:nvPr/>
        </p:nvSpPr>
        <p:spPr bwMode="auto">
          <a:xfrm>
            <a:off x="449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7" name="Rectangle 1686"/>
          <p:cNvSpPr/>
          <p:nvPr/>
        </p:nvSpPr>
        <p:spPr bwMode="auto">
          <a:xfrm>
            <a:off x="4648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8" name="Rectangle 1687"/>
          <p:cNvSpPr/>
          <p:nvPr/>
        </p:nvSpPr>
        <p:spPr bwMode="auto">
          <a:xfrm>
            <a:off x="4800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" name="Rectangle 1688"/>
          <p:cNvSpPr/>
          <p:nvPr/>
        </p:nvSpPr>
        <p:spPr bwMode="auto">
          <a:xfrm>
            <a:off x="5105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0" name="Rectangle 1689"/>
          <p:cNvSpPr/>
          <p:nvPr/>
        </p:nvSpPr>
        <p:spPr bwMode="auto">
          <a:xfrm>
            <a:off x="5257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1" name="Rectangle 1690"/>
          <p:cNvSpPr/>
          <p:nvPr/>
        </p:nvSpPr>
        <p:spPr bwMode="auto">
          <a:xfrm>
            <a:off x="5410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2" name="Rectangle 1691"/>
          <p:cNvSpPr/>
          <p:nvPr/>
        </p:nvSpPr>
        <p:spPr bwMode="auto">
          <a:xfrm>
            <a:off x="5562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3" name="Rectangle 1692"/>
          <p:cNvSpPr/>
          <p:nvPr/>
        </p:nvSpPr>
        <p:spPr bwMode="auto">
          <a:xfrm>
            <a:off x="5715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4" name="Rectangle 1693"/>
          <p:cNvSpPr/>
          <p:nvPr/>
        </p:nvSpPr>
        <p:spPr bwMode="auto">
          <a:xfrm>
            <a:off x="510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5" name="Rectangle 1694"/>
          <p:cNvSpPr/>
          <p:nvPr/>
        </p:nvSpPr>
        <p:spPr bwMode="auto">
          <a:xfrm>
            <a:off x="525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6" name="Rectangle 1695"/>
          <p:cNvSpPr/>
          <p:nvPr/>
        </p:nvSpPr>
        <p:spPr bwMode="auto">
          <a:xfrm>
            <a:off x="541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7" name="Rectangle 1696"/>
          <p:cNvSpPr/>
          <p:nvPr/>
        </p:nvSpPr>
        <p:spPr bwMode="auto">
          <a:xfrm>
            <a:off x="556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8" name="Rectangle 1697"/>
          <p:cNvSpPr/>
          <p:nvPr/>
        </p:nvSpPr>
        <p:spPr bwMode="auto">
          <a:xfrm>
            <a:off x="571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2" name="Rectangle 1701"/>
          <p:cNvSpPr/>
          <p:nvPr/>
        </p:nvSpPr>
        <p:spPr bwMode="auto">
          <a:xfrm>
            <a:off x="5105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3" name="Rectangle 1702"/>
          <p:cNvSpPr/>
          <p:nvPr/>
        </p:nvSpPr>
        <p:spPr bwMode="auto">
          <a:xfrm>
            <a:off x="5257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04" name="Rectangle 1703"/>
          <p:cNvSpPr/>
          <p:nvPr/>
        </p:nvSpPr>
        <p:spPr bwMode="auto">
          <a:xfrm>
            <a:off x="5410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8" name="Rectangle 1737"/>
          <p:cNvSpPr/>
          <p:nvPr/>
        </p:nvSpPr>
        <p:spPr bwMode="auto">
          <a:xfrm>
            <a:off x="5562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1" name="Rectangle 1740"/>
          <p:cNvSpPr/>
          <p:nvPr/>
        </p:nvSpPr>
        <p:spPr bwMode="auto">
          <a:xfrm>
            <a:off x="5715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7" name="Rectangle 1746"/>
          <p:cNvSpPr/>
          <p:nvPr/>
        </p:nvSpPr>
        <p:spPr bwMode="auto">
          <a:xfrm>
            <a:off x="6019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9" name="Rectangle 1758"/>
          <p:cNvSpPr/>
          <p:nvPr/>
        </p:nvSpPr>
        <p:spPr bwMode="auto">
          <a:xfrm>
            <a:off x="6172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2" name="Rectangle 1761"/>
          <p:cNvSpPr/>
          <p:nvPr/>
        </p:nvSpPr>
        <p:spPr bwMode="auto">
          <a:xfrm>
            <a:off x="6324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5" name="Rectangle 1764"/>
          <p:cNvSpPr/>
          <p:nvPr/>
        </p:nvSpPr>
        <p:spPr bwMode="auto">
          <a:xfrm>
            <a:off x="6477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1" name="Rectangle 1840"/>
          <p:cNvSpPr/>
          <p:nvPr/>
        </p:nvSpPr>
        <p:spPr bwMode="auto">
          <a:xfrm>
            <a:off x="6629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2" name="Rectangle 1841"/>
          <p:cNvSpPr/>
          <p:nvPr/>
        </p:nvSpPr>
        <p:spPr bwMode="auto">
          <a:xfrm>
            <a:off x="6019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3" name="Rectangle 1842"/>
          <p:cNvSpPr/>
          <p:nvPr/>
        </p:nvSpPr>
        <p:spPr bwMode="auto">
          <a:xfrm>
            <a:off x="6172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4" name="Rectangle 1843"/>
          <p:cNvSpPr/>
          <p:nvPr/>
        </p:nvSpPr>
        <p:spPr bwMode="auto">
          <a:xfrm>
            <a:off x="6324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5" name="Rectangle 1844"/>
          <p:cNvSpPr/>
          <p:nvPr/>
        </p:nvSpPr>
        <p:spPr bwMode="auto">
          <a:xfrm>
            <a:off x="6477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6" name="Rectangle 1845"/>
          <p:cNvSpPr/>
          <p:nvPr/>
        </p:nvSpPr>
        <p:spPr bwMode="auto">
          <a:xfrm>
            <a:off x="6629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7" name="Rectangle 1846"/>
          <p:cNvSpPr/>
          <p:nvPr/>
        </p:nvSpPr>
        <p:spPr bwMode="auto">
          <a:xfrm>
            <a:off x="6781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8" name="Rectangle 1847"/>
          <p:cNvSpPr/>
          <p:nvPr/>
        </p:nvSpPr>
        <p:spPr bwMode="auto">
          <a:xfrm>
            <a:off x="69342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49" name="Rectangle 1848"/>
          <p:cNvSpPr/>
          <p:nvPr/>
        </p:nvSpPr>
        <p:spPr bwMode="auto">
          <a:xfrm>
            <a:off x="7086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0" name="Rectangle 1849"/>
          <p:cNvSpPr/>
          <p:nvPr/>
        </p:nvSpPr>
        <p:spPr bwMode="auto">
          <a:xfrm>
            <a:off x="7239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1" name="Rectangle 1850"/>
          <p:cNvSpPr/>
          <p:nvPr/>
        </p:nvSpPr>
        <p:spPr bwMode="auto">
          <a:xfrm>
            <a:off x="7391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2" name="Rectangle 1851"/>
          <p:cNvSpPr/>
          <p:nvPr/>
        </p:nvSpPr>
        <p:spPr bwMode="auto">
          <a:xfrm>
            <a:off x="6781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3" name="Rectangle 1852"/>
          <p:cNvSpPr/>
          <p:nvPr/>
        </p:nvSpPr>
        <p:spPr bwMode="auto">
          <a:xfrm>
            <a:off x="6934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4" name="Rectangle 1853"/>
          <p:cNvSpPr/>
          <p:nvPr/>
        </p:nvSpPr>
        <p:spPr bwMode="auto">
          <a:xfrm>
            <a:off x="7086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5" name="Rectangle 1854"/>
          <p:cNvSpPr/>
          <p:nvPr/>
        </p:nvSpPr>
        <p:spPr bwMode="auto">
          <a:xfrm>
            <a:off x="7239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6" name="Rectangle 1855"/>
          <p:cNvSpPr/>
          <p:nvPr/>
        </p:nvSpPr>
        <p:spPr bwMode="auto">
          <a:xfrm>
            <a:off x="7391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7" name="Rectangle 1856"/>
          <p:cNvSpPr/>
          <p:nvPr/>
        </p:nvSpPr>
        <p:spPr bwMode="auto">
          <a:xfrm>
            <a:off x="7543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8" name="Rectangle 1857"/>
          <p:cNvSpPr/>
          <p:nvPr/>
        </p:nvSpPr>
        <p:spPr bwMode="auto">
          <a:xfrm>
            <a:off x="7543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59" name="Rectangle 1858"/>
          <p:cNvSpPr/>
          <p:nvPr/>
        </p:nvSpPr>
        <p:spPr bwMode="auto">
          <a:xfrm>
            <a:off x="6019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0" name="Rectangle 1859"/>
          <p:cNvSpPr/>
          <p:nvPr/>
        </p:nvSpPr>
        <p:spPr bwMode="auto">
          <a:xfrm>
            <a:off x="617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1" name="Rectangle 1860"/>
          <p:cNvSpPr/>
          <p:nvPr/>
        </p:nvSpPr>
        <p:spPr bwMode="auto">
          <a:xfrm>
            <a:off x="632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2" name="Rectangle 1861"/>
          <p:cNvSpPr/>
          <p:nvPr/>
        </p:nvSpPr>
        <p:spPr bwMode="auto">
          <a:xfrm>
            <a:off x="647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3" name="Rectangle 1862"/>
          <p:cNvSpPr/>
          <p:nvPr/>
        </p:nvSpPr>
        <p:spPr bwMode="auto">
          <a:xfrm>
            <a:off x="662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4" name="Rectangle 1863"/>
          <p:cNvSpPr/>
          <p:nvPr/>
        </p:nvSpPr>
        <p:spPr bwMode="auto">
          <a:xfrm>
            <a:off x="678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5" name="Rectangle 1864"/>
          <p:cNvSpPr/>
          <p:nvPr/>
        </p:nvSpPr>
        <p:spPr bwMode="auto">
          <a:xfrm>
            <a:off x="6934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6" name="Rectangle 1865"/>
          <p:cNvSpPr/>
          <p:nvPr/>
        </p:nvSpPr>
        <p:spPr bwMode="auto">
          <a:xfrm>
            <a:off x="7086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7" name="Rectangle 1866"/>
          <p:cNvSpPr/>
          <p:nvPr/>
        </p:nvSpPr>
        <p:spPr bwMode="auto">
          <a:xfrm>
            <a:off x="7239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8" name="Rectangle 1867"/>
          <p:cNvSpPr/>
          <p:nvPr/>
        </p:nvSpPr>
        <p:spPr bwMode="auto">
          <a:xfrm>
            <a:off x="7391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69" name="Rectangle 1868"/>
          <p:cNvSpPr/>
          <p:nvPr/>
        </p:nvSpPr>
        <p:spPr bwMode="auto">
          <a:xfrm>
            <a:off x="7543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0" name="Rectangle 1869"/>
          <p:cNvSpPr/>
          <p:nvPr/>
        </p:nvSpPr>
        <p:spPr bwMode="auto">
          <a:xfrm>
            <a:off x="7848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1" name="Rectangle 1870"/>
          <p:cNvSpPr/>
          <p:nvPr/>
        </p:nvSpPr>
        <p:spPr bwMode="auto">
          <a:xfrm>
            <a:off x="8001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2" name="Rectangle 1871"/>
          <p:cNvSpPr/>
          <p:nvPr/>
        </p:nvSpPr>
        <p:spPr bwMode="auto">
          <a:xfrm>
            <a:off x="815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3" name="Rectangle 1872"/>
          <p:cNvSpPr/>
          <p:nvPr/>
        </p:nvSpPr>
        <p:spPr bwMode="auto">
          <a:xfrm>
            <a:off x="830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6" name="Rectangle 1875"/>
          <p:cNvSpPr/>
          <p:nvPr/>
        </p:nvSpPr>
        <p:spPr bwMode="auto">
          <a:xfrm>
            <a:off x="784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7" name="Rectangle 1876"/>
          <p:cNvSpPr/>
          <p:nvPr/>
        </p:nvSpPr>
        <p:spPr bwMode="auto">
          <a:xfrm>
            <a:off x="8001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8" name="Rectangle 1877"/>
          <p:cNvSpPr/>
          <p:nvPr/>
        </p:nvSpPr>
        <p:spPr bwMode="auto">
          <a:xfrm>
            <a:off x="815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79" name="Rectangle 1878"/>
          <p:cNvSpPr/>
          <p:nvPr/>
        </p:nvSpPr>
        <p:spPr bwMode="auto">
          <a:xfrm>
            <a:off x="830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2" name="Rectangle 1881"/>
          <p:cNvSpPr/>
          <p:nvPr/>
        </p:nvSpPr>
        <p:spPr bwMode="auto">
          <a:xfrm>
            <a:off x="7848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3" name="Rectangle 1882"/>
          <p:cNvSpPr/>
          <p:nvPr/>
        </p:nvSpPr>
        <p:spPr bwMode="auto">
          <a:xfrm>
            <a:off x="80010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4" name="Rectangle 1883"/>
          <p:cNvSpPr/>
          <p:nvPr/>
        </p:nvSpPr>
        <p:spPr bwMode="auto">
          <a:xfrm>
            <a:off x="815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5" name="Rectangle 1884"/>
          <p:cNvSpPr/>
          <p:nvPr/>
        </p:nvSpPr>
        <p:spPr bwMode="auto">
          <a:xfrm>
            <a:off x="830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8" name="Rectangle 1887"/>
          <p:cNvSpPr/>
          <p:nvPr/>
        </p:nvSpPr>
        <p:spPr bwMode="auto">
          <a:xfrm>
            <a:off x="78486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89" name="Rectangle 1888"/>
          <p:cNvSpPr/>
          <p:nvPr/>
        </p:nvSpPr>
        <p:spPr bwMode="auto">
          <a:xfrm>
            <a:off x="80010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0" name="Rectangle 1889"/>
          <p:cNvSpPr/>
          <p:nvPr/>
        </p:nvSpPr>
        <p:spPr bwMode="auto">
          <a:xfrm>
            <a:off x="81534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1" name="Rectangle 1890"/>
          <p:cNvSpPr/>
          <p:nvPr/>
        </p:nvSpPr>
        <p:spPr bwMode="auto">
          <a:xfrm>
            <a:off x="8305800" y="190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5" name="Rectangle 1894"/>
          <p:cNvSpPr/>
          <p:nvPr/>
        </p:nvSpPr>
        <p:spPr bwMode="auto">
          <a:xfrm>
            <a:off x="708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6" name="Rectangle 1895"/>
          <p:cNvSpPr/>
          <p:nvPr/>
        </p:nvSpPr>
        <p:spPr bwMode="auto">
          <a:xfrm>
            <a:off x="723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7" name="Rectangle 1896"/>
          <p:cNvSpPr/>
          <p:nvPr/>
        </p:nvSpPr>
        <p:spPr bwMode="auto">
          <a:xfrm>
            <a:off x="739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8" name="Rectangle 1897"/>
          <p:cNvSpPr/>
          <p:nvPr/>
        </p:nvSpPr>
        <p:spPr bwMode="auto">
          <a:xfrm>
            <a:off x="754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899" name="Rectangle 1898"/>
          <p:cNvSpPr/>
          <p:nvPr/>
        </p:nvSpPr>
        <p:spPr bwMode="auto">
          <a:xfrm>
            <a:off x="647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0" name="Rectangle 1899"/>
          <p:cNvSpPr/>
          <p:nvPr/>
        </p:nvSpPr>
        <p:spPr bwMode="auto">
          <a:xfrm>
            <a:off x="662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1" name="Rectangle 1900"/>
          <p:cNvSpPr/>
          <p:nvPr/>
        </p:nvSpPr>
        <p:spPr bwMode="auto">
          <a:xfrm>
            <a:off x="678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2" name="Rectangle 1901"/>
          <p:cNvSpPr/>
          <p:nvPr/>
        </p:nvSpPr>
        <p:spPr bwMode="auto">
          <a:xfrm>
            <a:off x="6934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3" name="Rectangle 1902"/>
          <p:cNvSpPr/>
          <p:nvPr/>
        </p:nvSpPr>
        <p:spPr bwMode="auto">
          <a:xfrm>
            <a:off x="525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4" name="Rectangle 1903"/>
          <p:cNvSpPr/>
          <p:nvPr/>
        </p:nvSpPr>
        <p:spPr bwMode="auto">
          <a:xfrm>
            <a:off x="541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5" name="Rectangle 1904"/>
          <p:cNvSpPr/>
          <p:nvPr/>
        </p:nvSpPr>
        <p:spPr bwMode="auto">
          <a:xfrm>
            <a:off x="556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6" name="Rectangle 1905"/>
          <p:cNvSpPr/>
          <p:nvPr/>
        </p:nvSpPr>
        <p:spPr bwMode="auto">
          <a:xfrm>
            <a:off x="571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7" name="Rectangle 1906"/>
          <p:cNvSpPr/>
          <p:nvPr/>
        </p:nvSpPr>
        <p:spPr bwMode="auto">
          <a:xfrm>
            <a:off x="434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8" name="Rectangle 1907"/>
          <p:cNvSpPr/>
          <p:nvPr/>
        </p:nvSpPr>
        <p:spPr bwMode="auto">
          <a:xfrm>
            <a:off x="449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09" name="Rectangle 1908"/>
          <p:cNvSpPr/>
          <p:nvPr/>
        </p:nvSpPr>
        <p:spPr bwMode="auto">
          <a:xfrm>
            <a:off x="464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0" name="Rectangle 1909"/>
          <p:cNvSpPr/>
          <p:nvPr/>
        </p:nvSpPr>
        <p:spPr bwMode="auto">
          <a:xfrm>
            <a:off x="480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1" name="Rectangle 1910"/>
          <p:cNvSpPr/>
          <p:nvPr/>
        </p:nvSpPr>
        <p:spPr bwMode="auto">
          <a:xfrm>
            <a:off x="3581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2" name="Rectangle 1911"/>
          <p:cNvSpPr/>
          <p:nvPr/>
        </p:nvSpPr>
        <p:spPr bwMode="auto">
          <a:xfrm>
            <a:off x="3733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3" name="Rectangle 1912"/>
          <p:cNvSpPr/>
          <p:nvPr/>
        </p:nvSpPr>
        <p:spPr bwMode="auto">
          <a:xfrm>
            <a:off x="3886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4" name="Rectangle 1913"/>
          <p:cNvSpPr/>
          <p:nvPr/>
        </p:nvSpPr>
        <p:spPr bwMode="auto">
          <a:xfrm>
            <a:off x="4038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5" name="Rectangle 1914"/>
          <p:cNvSpPr/>
          <p:nvPr/>
        </p:nvSpPr>
        <p:spPr bwMode="auto">
          <a:xfrm>
            <a:off x="2971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6" name="Rectangle 1915"/>
          <p:cNvSpPr/>
          <p:nvPr/>
        </p:nvSpPr>
        <p:spPr bwMode="auto">
          <a:xfrm>
            <a:off x="2362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7" name="Rectangle 1916"/>
          <p:cNvSpPr/>
          <p:nvPr/>
        </p:nvSpPr>
        <p:spPr bwMode="auto">
          <a:xfrm>
            <a:off x="2514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8" name="Rectangle 1917"/>
          <p:cNvSpPr/>
          <p:nvPr/>
        </p:nvSpPr>
        <p:spPr bwMode="auto">
          <a:xfrm>
            <a:off x="2667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19" name="Rectangle 1918"/>
          <p:cNvSpPr/>
          <p:nvPr/>
        </p:nvSpPr>
        <p:spPr bwMode="auto">
          <a:xfrm>
            <a:off x="2819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0" name="Rectangle 1919"/>
          <p:cNvSpPr/>
          <p:nvPr/>
        </p:nvSpPr>
        <p:spPr bwMode="auto">
          <a:xfrm>
            <a:off x="2057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1" name="Rectangle 1920"/>
          <p:cNvSpPr/>
          <p:nvPr/>
        </p:nvSpPr>
        <p:spPr bwMode="auto">
          <a:xfrm>
            <a:off x="1447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2" name="Rectangle 1921"/>
          <p:cNvSpPr/>
          <p:nvPr/>
        </p:nvSpPr>
        <p:spPr bwMode="auto">
          <a:xfrm>
            <a:off x="1600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3" name="Rectangle 1922"/>
          <p:cNvSpPr/>
          <p:nvPr/>
        </p:nvSpPr>
        <p:spPr bwMode="auto">
          <a:xfrm>
            <a:off x="1752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4" name="Rectangle 1923"/>
          <p:cNvSpPr/>
          <p:nvPr/>
        </p:nvSpPr>
        <p:spPr bwMode="auto">
          <a:xfrm>
            <a:off x="19050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5" name="Rectangle 1924"/>
          <p:cNvSpPr/>
          <p:nvPr/>
        </p:nvSpPr>
        <p:spPr bwMode="auto">
          <a:xfrm>
            <a:off x="9906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6" name="Rectangle 1925"/>
          <p:cNvSpPr/>
          <p:nvPr/>
        </p:nvSpPr>
        <p:spPr bwMode="auto">
          <a:xfrm>
            <a:off x="1295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7" name="Rectangle 1926"/>
          <p:cNvSpPr/>
          <p:nvPr/>
        </p:nvSpPr>
        <p:spPr bwMode="auto">
          <a:xfrm>
            <a:off x="5334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8" name="Rectangle 1927"/>
          <p:cNvSpPr/>
          <p:nvPr/>
        </p:nvSpPr>
        <p:spPr bwMode="auto">
          <a:xfrm>
            <a:off x="6858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29" name="Rectangle 1928"/>
          <p:cNvSpPr/>
          <p:nvPr/>
        </p:nvSpPr>
        <p:spPr bwMode="auto">
          <a:xfrm>
            <a:off x="838200" y="175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0" name="Rectangle 1929"/>
          <p:cNvSpPr/>
          <p:nvPr/>
        </p:nvSpPr>
        <p:spPr bwMode="auto">
          <a:xfrm>
            <a:off x="9906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1" name="Rectangle 1930"/>
          <p:cNvSpPr/>
          <p:nvPr/>
        </p:nvSpPr>
        <p:spPr bwMode="auto">
          <a:xfrm>
            <a:off x="5334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2" name="Rectangle 1931"/>
          <p:cNvSpPr/>
          <p:nvPr/>
        </p:nvSpPr>
        <p:spPr bwMode="auto">
          <a:xfrm>
            <a:off x="6858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3" name="Rectangle 1932"/>
          <p:cNvSpPr/>
          <p:nvPr/>
        </p:nvSpPr>
        <p:spPr bwMode="auto">
          <a:xfrm>
            <a:off x="838200" y="16002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4" name="Rectangle 1933"/>
          <p:cNvSpPr/>
          <p:nvPr/>
        </p:nvSpPr>
        <p:spPr bwMode="auto">
          <a:xfrm>
            <a:off x="990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5" name="Rectangle 1934"/>
          <p:cNvSpPr/>
          <p:nvPr/>
        </p:nvSpPr>
        <p:spPr bwMode="auto">
          <a:xfrm>
            <a:off x="533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6" name="Rectangle 1935"/>
          <p:cNvSpPr/>
          <p:nvPr/>
        </p:nvSpPr>
        <p:spPr bwMode="auto">
          <a:xfrm>
            <a:off x="685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7" name="Rectangle 1936"/>
          <p:cNvSpPr/>
          <p:nvPr/>
        </p:nvSpPr>
        <p:spPr bwMode="auto">
          <a:xfrm>
            <a:off x="838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8" name="Rectangle 1937"/>
          <p:cNvSpPr/>
          <p:nvPr/>
        </p:nvSpPr>
        <p:spPr bwMode="auto">
          <a:xfrm>
            <a:off x="2057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39" name="Rectangle 1938"/>
          <p:cNvSpPr/>
          <p:nvPr/>
        </p:nvSpPr>
        <p:spPr bwMode="auto">
          <a:xfrm>
            <a:off x="1447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0" name="Rectangle 1939"/>
          <p:cNvSpPr/>
          <p:nvPr/>
        </p:nvSpPr>
        <p:spPr bwMode="auto">
          <a:xfrm>
            <a:off x="1600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1" name="Rectangle 1940"/>
          <p:cNvSpPr/>
          <p:nvPr/>
        </p:nvSpPr>
        <p:spPr bwMode="auto">
          <a:xfrm>
            <a:off x="1752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2" name="Rectangle 1941"/>
          <p:cNvSpPr/>
          <p:nvPr/>
        </p:nvSpPr>
        <p:spPr bwMode="auto">
          <a:xfrm>
            <a:off x="1905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3" name="Rectangle 1942"/>
          <p:cNvSpPr/>
          <p:nvPr/>
        </p:nvSpPr>
        <p:spPr bwMode="auto">
          <a:xfrm>
            <a:off x="129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4" name="Rectangle 1943"/>
          <p:cNvSpPr/>
          <p:nvPr/>
        </p:nvSpPr>
        <p:spPr bwMode="auto">
          <a:xfrm>
            <a:off x="2971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5" name="Rectangle 1944"/>
          <p:cNvSpPr/>
          <p:nvPr/>
        </p:nvSpPr>
        <p:spPr bwMode="auto">
          <a:xfrm>
            <a:off x="236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6" name="Rectangle 1945"/>
          <p:cNvSpPr/>
          <p:nvPr/>
        </p:nvSpPr>
        <p:spPr bwMode="auto">
          <a:xfrm>
            <a:off x="251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7" name="Rectangle 1946"/>
          <p:cNvSpPr/>
          <p:nvPr/>
        </p:nvSpPr>
        <p:spPr bwMode="auto">
          <a:xfrm>
            <a:off x="2667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8" name="Rectangle 1947"/>
          <p:cNvSpPr/>
          <p:nvPr/>
        </p:nvSpPr>
        <p:spPr bwMode="auto">
          <a:xfrm>
            <a:off x="2819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49" name="Rectangle 1948"/>
          <p:cNvSpPr/>
          <p:nvPr/>
        </p:nvSpPr>
        <p:spPr bwMode="auto">
          <a:xfrm>
            <a:off x="3276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0" name="Rectangle 1949"/>
          <p:cNvSpPr/>
          <p:nvPr/>
        </p:nvSpPr>
        <p:spPr bwMode="auto">
          <a:xfrm>
            <a:off x="34290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1" name="Rectangle 1950"/>
          <p:cNvSpPr/>
          <p:nvPr/>
        </p:nvSpPr>
        <p:spPr bwMode="auto">
          <a:xfrm>
            <a:off x="51054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2" name="Rectangle 1951"/>
          <p:cNvSpPr/>
          <p:nvPr/>
        </p:nvSpPr>
        <p:spPr bwMode="auto">
          <a:xfrm>
            <a:off x="60198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3" name="Rectangle 1952"/>
          <p:cNvSpPr/>
          <p:nvPr/>
        </p:nvSpPr>
        <p:spPr bwMode="auto">
          <a:xfrm>
            <a:off x="61722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54" name="Rectangle 1953"/>
          <p:cNvSpPr/>
          <p:nvPr/>
        </p:nvSpPr>
        <p:spPr bwMode="auto">
          <a:xfrm>
            <a:off x="6324600" y="1447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6" name="Rectangle 1965"/>
          <p:cNvSpPr/>
          <p:nvPr/>
        </p:nvSpPr>
        <p:spPr bwMode="auto">
          <a:xfrm>
            <a:off x="129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7" name="Rectangle 1966"/>
          <p:cNvSpPr/>
          <p:nvPr/>
        </p:nvSpPr>
        <p:spPr bwMode="auto">
          <a:xfrm>
            <a:off x="144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8" name="Rectangle 1967"/>
          <p:cNvSpPr/>
          <p:nvPr/>
        </p:nvSpPr>
        <p:spPr bwMode="auto">
          <a:xfrm>
            <a:off x="160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69" name="Rectangle 1968"/>
          <p:cNvSpPr/>
          <p:nvPr/>
        </p:nvSpPr>
        <p:spPr bwMode="auto">
          <a:xfrm>
            <a:off x="175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0" name="Rectangle 1969"/>
          <p:cNvSpPr/>
          <p:nvPr/>
        </p:nvSpPr>
        <p:spPr bwMode="auto">
          <a:xfrm>
            <a:off x="281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1" name="Rectangle 1970"/>
          <p:cNvSpPr/>
          <p:nvPr/>
        </p:nvSpPr>
        <p:spPr bwMode="auto">
          <a:xfrm>
            <a:off x="2971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2" name="Rectangle 1971"/>
          <p:cNvSpPr/>
          <p:nvPr/>
        </p:nvSpPr>
        <p:spPr bwMode="auto">
          <a:xfrm>
            <a:off x="312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3" name="Rectangle 1972"/>
          <p:cNvSpPr/>
          <p:nvPr/>
        </p:nvSpPr>
        <p:spPr bwMode="auto">
          <a:xfrm>
            <a:off x="327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4" name="Rectangle 1973"/>
          <p:cNvSpPr/>
          <p:nvPr/>
        </p:nvSpPr>
        <p:spPr bwMode="auto">
          <a:xfrm>
            <a:off x="342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6" name="Rectangle 1975"/>
          <p:cNvSpPr/>
          <p:nvPr/>
        </p:nvSpPr>
        <p:spPr bwMode="auto">
          <a:xfrm>
            <a:off x="281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7" name="Rectangle 1976"/>
          <p:cNvSpPr/>
          <p:nvPr/>
        </p:nvSpPr>
        <p:spPr bwMode="auto">
          <a:xfrm>
            <a:off x="2971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8" name="Rectangle 1977"/>
          <p:cNvSpPr/>
          <p:nvPr/>
        </p:nvSpPr>
        <p:spPr bwMode="auto">
          <a:xfrm>
            <a:off x="312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79" name="Rectangle 1978"/>
          <p:cNvSpPr/>
          <p:nvPr/>
        </p:nvSpPr>
        <p:spPr bwMode="auto">
          <a:xfrm>
            <a:off x="327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0" name="Rectangle 1979"/>
          <p:cNvSpPr/>
          <p:nvPr/>
        </p:nvSpPr>
        <p:spPr bwMode="auto">
          <a:xfrm>
            <a:off x="342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2" name="Rectangle 1981"/>
          <p:cNvSpPr/>
          <p:nvPr/>
        </p:nvSpPr>
        <p:spPr bwMode="auto">
          <a:xfrm>
            <a:off x="373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3" name="Rectangle 1982"/>
          <p:cNvSpPr/>
          <p:nvPr/>
        </p:nvSpPr>
        <p:spPr bwMode="auto">
          <a:xfrm>
            <a:off x="3886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4" name="Rectangle 1983"/>
          <p:cNvSpPr/>
          <p:nvPr/>
        </p:nvSpPr>
        <p:spPr bwMode="auto">
          <a:xfrm>
            <a:off x="4038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5" name="Rectangle 1984"/>
          <p:cNvSpPr/>
          <p:nvPr/>
        </p:nvSpPr>
        <p:spPr bwMode="auto">
          <a:xfrm>
            <a:off x="4191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6" name="Rectangle 1985"/>
          <p:cNvSpPr/>
          <p:nvPr/>
        </p:nvSpPr>
        <p:spPr bwMode="auto">
          <a:xfrm>
            <a:off x="4343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7" name="Rectangle 1986"/>
          <p:cNvSpPr/>
          <p:nvPr/>
        </p:nvSpPr>
        <p:spPr bwMode="auto">
          <a:xfrm>
            <a:off x="373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8" name="Rectangle 1987"/>
          <p:cNvSpPr/>
          <p:nvPr/>
        </p:nvSpPr>
        <p:spPr bwMode="auto">
          <a:xfrm>
            <a:off x="3886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89" name="Rectangle 1988"/>
          <p:cNvSpPr/>
          <p:nvPr/>
        </p:nvSpPr>
        <p:spPr bwMode="auto">
          <a:xfrm>
            <a:off x="4038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0" name="Rectangle 1989"/>
          <p:cNvSpPr/>
          <p:nvPr/>
        </p:nvSpPr>
        <p:spPr bwMode="auto">
          <a:xfrm>
            <a:off x="4191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1" name="Rectangle 1990"/>
          <p:cNvSpPr/>
          <p:nvPr/>
        </p:nvSpPr>
        <p:spPr bwMode="auto">
          <a:xfrm>
            <a:off x="4343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2" name="Rectangle 1991"/>
          <p:cNvSpPr/>
          <p:nvPr/>
        </p:nvSpPr>
        <p:spPr bwMode="auto">
          <a:xfrm>
            <a:off x="4648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3" name="Rectangle 1992"/>
          <p:cNvSpPr/>
          <p:nvPr/>
        </p:nvSpPr>
        <p:spPr bwMode="auto">
          <a:xfrm>
            <a:off x="4800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4" name="Rectangle 1993"/>
          <p:cNvSpPr/>
          <p:nvPr/>
        </p:nvSpPr>
        <p:spPr bwMode="auto">
          <a:xfrm>
            <a:off x="4953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5" name="Rectangle 1994"/>
          <p:cNvSpPr/>
          <p:nvPr/>
        </p:nvSpPr>
        <p:spPr bwMode="auto">
          <a:xfrm>
            <a:off x="510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6" name="Rectangle 1995"/>
          <p:cNvSpPr/>
          <p:nvPr/>
        </p:nvSpPr>
        <p:spPr bwMode="auto">
          <a:xfrm>
            <a:off x="525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7" name="Rectangle 1996"/>
          <p:cNvSpPr/>
          <p:nvPr/>
        </p:nvSpPr>
        <p:spPr bwMode="auto">
          <a:xfrm>
            <a:off x="541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8" name="Rectangle 1997"/>
          <p:cNvSpPr/>
          <p:nvPr/>
        </p:nvSpPr>
        <p:spPr bwMode="auto">
          <a:xfrm>
            <a:off x="4648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999" name="Rectangle 1998"/>
          <p:cNvSpPr/>
          <p:nvPr/>
        </p:nvSpPr>
        <p:spPr bwMode="auto">
          <a:xfrm>
            <a:off x="4800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0" name="Rectangle 1999"/>
          <p:cNvSpPr/>
          <p:nvPr/>
        </p:nvSpPr>
        <p:spPr bwMode="auto">
          <a:xfrm>
            <a:off x="4953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1" name="Rectangle 2000"/>
          <p:cNvSpPr/>
          <p:nvPr/>
        </p:nvSpPr>
        <p:spPr bwMode="auto">
          <a:xfrm>
            <a:off x="510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2" name="Rectangle 2001"/>
          <p:cNvSpPr/>
          <p:nvPr/>
        </p:nvSpPr>
        <p:spPr bwMode="auto">
          <a:xfrm>
            <a:off x="525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3" name="Rectangle 2002"/>
          <p:cNvSpPr/>
          <p:nvPr/>
        </p:nvSpPr>
        <p:spPr bwMode="auto">
          <a:xfrm>
            <a:off x="541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4" name="Rectangle 2003"/>
          <p:cNvSpPr/>
          <p:nvPr/>
        </p:nvSpPr>
        <p:spPr bwMode="auto">
          <a:xfrm>
            <a:off x="4648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5" name="Rectangle 2004"/>
          <p:cNvSpPr/>
          <p:nvPr/>
        </p:nvSpPr>
        <p:spPr bwMode="auto">
          <a:xfrm>
            <a:off x="4800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6" name="Rectangle 2005"/>
          <p:cNvSpPr/>
          <p:nvPr/>
        </p:nvSpPr>
        <p:spPr bwMode="auto">
          <a:xfrm>
            <a:off x="4953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7" name="Rectangle 2006"/>
          <p:cNvSpPr/>
          <p:nvPr/>
        </p:nvSpPr>
        <p:spPr bwMode="auto">
          <a:xfrm>
            <a:off x="5105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8" name="Rectangle 2007"/>
          <p:cNvSpPr/>
          <p:nvPr/>
        </p:nvSpPr>
        <p:spPr bwMode="auto">
          <a:xfrm>
            <a:off x="5257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09" name="Rectangle 2008"/>
          <p:cNvSpPr/>
          <p:nvPr/>
        </p:nvSpPr>
        <p:spPr bwMode="auto">
          <a:xfrm>
            <a:off x="5410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0" name="Rectangle 2009"/>
          <p:cNvSpPr/>
          <p:nvPr/>
        </p:nvSpPr>
        <p:spPr bwMode="auto">
          <a:xfrm>
            <a:off x="6934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1" name="Rectangle 2010"/>
          <p:cNvSpPr/>
          <p:nvPr/>
        </p:nvSpPr>
        <p:spPr bwMode="auto">
          <a:xfrm>
            <a:off x="7086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2" name="Rectangle 2011"/>
          <p:cNvSpPr/>
          <p:nvPr/>
        </p:nvSpPr>
        <p:spPr bwMode="auto">
          <a:xfrm>
            <a:off x="7239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3" name="Rectangle 2012"/>
          <p:cNvSpPr/>
          <p:nvPr/>
        </p:nvSpPr>
        <p:spPr bwMode="auto">
          <a:xfrm>
            <a:off x="7391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4" name="Rectangle 2013"/>
          <p:cNvSpPr/>
          <p:nvPr/>
        </p:nvSpPr>
        <p:spPr bwMode="auto">
          <a:xfrm>
            <a:off x="693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5" name="Rectangle 2014"/>
          <p:cNvSpPr/>
          <p:nvPr/>
        </p:nvSpPr>
        <p:spPr bwMode="auto">
          <a:xfrm>
            <a:off x="708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6" name="Rectangle 2015"/>
          <p:cNvSpPr/>
          <p:nvPr/>
        </p:nvSpPr>
        <p:spPr bwMode="auto">
          <a:xfrm>
            <a:off x="723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7" name="Rectangle 2016"/>
          <p:cNvSpPr/>
          <p:nvPr/>
        </p:nvSpPr>
        <p:spPr bwMode="auto">
          <a:xfrm>
            <a:off x="7391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8" name="Rectangle 2017"/>
          <p:cNvSpPr/>
          <p:nvPr/>
        </p:nvSpPr>
        <p:spPr bwMode="auto">
          <a:xfrm>
            <a:off x="6934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19" name="Rectangle 2018"/>
          <p:cNvSpPr/>
          <p:nvPr/>
        </p:nvSpPr>
        <p:spPr bwMode="auto">
          <a:xfrm>
            <a:off x="7086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0" name="Rectangle 2019"/>
          <p:cNvSpPr/>
          <p:nvPr/>
        </p:nvSpPr>
        <p:spPr bwMode="auto">
          <a:xfrm>
            <a:off x="7239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021" name="Rectangle 2020"/>
          <p:cNvSpPr/>
          <p:nvPr/>
        </p:nvSpPr>
        <p:spPr bwMode="auto">
          <a:xfrm>
            <a:off x="7391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5" name="Rectangle 2114"/>
          <p:cNvSpPr/>
          <p:nvPr/>
        </p:nvSpPr>
        <p:spPr bwMode="auto">
          <a:xfrm>
            <a:off x="693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6" name="Rectangle 2115"/>
          <p:cNvSpPr/>
          <p:nvPr/>
        </p:nvSpPr>
        <p:spPr bwMode="auto">
          <a:xfrm>
            <a:off x="708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7" name="Rectangle 2116"/>
          <p:cNvSpPr/>
          <p:nvPr/>
        </p:nvSpPr>
        <p:spPr bwMode="auto">
          <a:xfrm>
            <a:off x="723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8" name="Rectangle 2117"/>
          <p:cNvSpPr/>
          <p:nvPr/>
        </p:nvSpPr>
        <p:spPr bwMode="auto">
          <a:xfrm>
            <a:off x="7391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19" name="Rectangle 2118"/>
          <p:cNvSpPr/>
          <p:nvPr/>
        </p:nvSpPr>
        <p:spPr bwMode="auto">
          <a:xfrm>
            <a:off x="4953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0" name="Rectangle 2119"/>
          <p:cNvSpPr/>
          <p:nvPr/>
        </p:nvSpPr>
        <p:spPr bwMode="auto">
          <a:xfrm>
            <a:off x="510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1" name="Rectangle 2120"/>
          <p:cNvSpPr/>
          <p:nvPr/>
        </p:nvSpPr>
        <p:spPr bwMode="auto">
          <a:xfrm>
            <a:off x="525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2" name="Rectangle 2121"/>
          <p:cNvSpPr/>
          <p:nvPr/>
        </p:nvSpPr>
        <p:spPr bwMode="auto">
          <a:xfrm>
            <a:off x="541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3" name="Rectangle 2122"/>
          <p:cNvSpPr/>
          <p:nvPr/>
        </p:nvSpPr>
        <p:spPr bwMode="auto">
          <a:xfrm>
            <a:off x="4343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4" name="Rectangle 2123"/>
          <p:cNvSpPr/>
          <p:nvPr/>
        </p:nvSpPr>
        <p:spPr bwMode="auto">
          <a:xfrm>
            <a:off x="373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5" name="Rectangle 2124"/>
          <p:cNvSpPr/>
          <p:nvPr/>
        </p:nvSpPr>
        <p:spPr bwMode="auto">
          <a:xfrm>
            <a:off x="3886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6" name="Rectangle 2125"/>
          <p:cNvSpPr/>
          <p:nvPr/>
        </p:nvSpPr>
        <p:spPr bwMode="auto">
          <a:xfrm>
            <a:off x="4038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7" name="Rectangle 2126"/>
          <p:cNvSpPr/>
          <p:nvPr/>
        </p:nvSpPr>
        <p:spPr bwMode="auto">
          <a:xfrm>
            <a:off x="4191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29" name="Rectangle 2128"/>
          <p:cNvSpPr/>
          <p:nvPr/>
        </p:nvSpPr>
        <p:spPr bwMode="auto">
          <a:xfrm>
            <a:off x="2971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0" name="Rectangle 2129"/>
          <p:cNvSpPr/>
          <p:nvPr/>
        </p:nvSpPr>
        <p:spPr bwMode="auto">
          <a:xfrm>
            <a:off x="3124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1" name="Rectangle 2130"/>
          <p:cNvSpPr/>
          <p:nvPr/>
        </p:nvSpPr>
        <p:spPr bwMode="auto">
          <a:xfrm>
            <a:off x="3276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2" name="Rectangle 2131"/>
          <p:cNvSpPr/>
          <p:nvPr/>
        </p:nvSpPr>
        <p:spPr bwMode="auto">
          <a:xfrm>
            <a:off x="3429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3" name="Rectangle 2132"/>
          <p:cNvSpPr/>
          <p:nvPr/>
        </p:nvSpPr>
        <p:spPr bwMode="auto">
          <a:xfrm>
            <a:off x="175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4" name="Rectangle 2133"/>
          <p:cNvSpPr/>
          <p:nvPr/>
        </p:nvSpPr>
        <p:spPr bwMode="auto">
          <a:xfrm>
            <a:off x="281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5" name="Rectangle 2134"/>
          <p:cNvSpPr/>
          <p:nvPr/>
        </p:nvSpPr>
        <p:spPr bwMode="auto">
          <a:xfrm>
            <a:off x="1295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6" name="Rectangle 2135"/>
          <p:cNvSpPr/>
          <p:nvPr/>
        </p:nvSpPr>
        <p:spPr bwMode="auto">
          <a:xfrm>
            <a:off x="1447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7" name="Rectangle 2136"/>
          <p:cNvSpPr/>
          <p:nvPr/>
        </p:nvSpPr>
        <p:spPr bwMode="auto">
          <a:xfrm>
            <a:off x="1600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8" name="Rectangle 2137"/>
          <p:cNvSpPr/>
          <p:nvPr/>
        </p:nvSpPr>
        <p:spPr bwMode="auto">
          <a:xfrm>
            <a:off x="175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39" name="Rectangle 2138"/>
          <p:cNvSpPr/>
          <p:nvPr/>
        </p:nvSpPr>
        <p:spPr bwMode="auto">
          <a:xfrm>
            <a:off x="1295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0" name="Rectangle 2139"/>
          <p:cNvSpPr/>
          <p:nvPr/>
        </p:nvSpPr>
        <p:spPr bwMode="auto">
          <a:xfrm>
            <a:off x="1447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1" name="Rectangle 2140"/>
          <p:cNvSpPr/>
          <p:nvPr/>
        </p:nvSpPr>
        <p:spPr bwMode="auto">
          <a:xfrm>
            <a:off x="1600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2" name="Rectangle 2141"/>
          <p:cNvSpPr/>
          <p:nvPr/>
        </p:nvSpPr>
        <p:spPr bwMode="auto">
          <a:xfrm>
            <a:off x="175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3" name="Rectangle 2142"/>
          <p:cNvSpPr/>
          <p:nvPr/>
        </p:nvSpPr>
        <p:spPr bwMode="auto">
          <a:xfrm>
            <a:off x="1295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4" name="Rectangle 2143"/>
          <p:cNvSpPr/>
          <p:nvPr/>
        </p:nvSpPr>
        <p:spPr bwMode="auto">
          <a:xfrm>
            <a:off x="1447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5" name="Rectangle 2144"/>
          <p:cNvSpPr/>
          <p:nvPr/>
        </p:nvSpPr>
        <p:spPr bwMode="auto">
          <a:xfrm>
            <a:off x="1600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7" name="Rectangle 2146"/>
          <p:cNvSpPr/>
          <p:nvPr/>
        </p:nvSpPr>
        <p:spPr bwMode="auto">
          <a:xfrm>
            <a:off x="2971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8" name="Rectangle 2147"/>
          <p:cNvSpPr/>
          <p:nvPr/>
        </p:nvSpPr>
        <p:spPr bwMode="auto">
          <a:xfrm>
            <a:off x="3124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49" name="Rectangle 2148"/>
          <p:cNvSpPr/>
          <p:nvPr/>
        </p:nvSpPr>
        <p:spPr bwMode="auto">
          <a:xfrm>
            <a:off x="3276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0" name="Rectangle 2149"/>
          <p:cNvSpPr/>
          <p:nvPr/>
        </p:nvSpPr>
        <p:spPr bwMode="auto">
          <a:xfrm>
            <a:off x="3429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1" name="Rectangle 2150"/>
          <p:cNvSpPr/>
          <p:nvPr/>
        </p:nvSpPr>
        <p:spPr bwMode="auto">
          <a:xfrm>
            <a:off x="281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2" name="Rectangle 2151"/>
          <p:cNvSpPr/>
          <p:nvPr/>
        </p:nvSpPr>
        <p:spPr bwMode="auto">
          <a:xfrm>
            <a:off x="4343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3" name="Rectangle 2152"/>
          <p:cNvSpPr/>
          <p:nvPr/>
        </p:nvSpPr>
        <p:spPr bwMode="auto">
          <a:xfrm>
            <a:off x="373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4" name="Rectangle 2153"/>
          <p:cNvSpPr/>
          <p:nvPr/>
        </p:nvSpPr>
        <p:spPr bwMode="auto">
          <a:xfrm>
            <a:off x="3886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5" name="Rectangle 2154"/>
          <p:cNvSpPr/>
          <p:nvPr/>
        </p:nvSpPr>
        <p:spPr bwMode="auto">
          <a:xfrm>
            <a:off x="4038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6" name="Rectangle 2155"/>
          <p:cNvSpPr/>
          <p:nvPr/>
        </p:nvSpPr>
        <p:spPr bwMode="auto">
          <a:xfrm>
            <a:off x="4191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7" name="Rectangle 2156"/>
          <p:cNvSpPr/>
          <p:nvPr/>
        </p:nvSpPr>
        <p:spPr bwMode="auto">
          <a:xfrm>
            <a:off x="4648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58" name="Rectangle 2157"/>
          <p:cNvSpPr/>
          <p:nvPr/>
        </p:nvSpPr>
        <p:spPr bwMode="auto">
          <a:xfrm>
            <a:off x="4800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4" name="Rectangle 2173"/>
          <p:cNvSpPr/>
          <p:nvPr/>
        </p:nvSpPr>
        <p:spPr bwMode="auto">
          <a:xfrm>
            <a:off x="7543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5" name="Rectangle 2174"/>
          <p:cNvSpPr/>
          <p:nvPr/>
        </p:nvSpPr>
        <p:spPr bwMode="auto">
          <a:xfrm>
            <a:off x="7543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6" name="Rectangle 2175"/>
          <p:cNvSpPr/>
          <p:nvPr/>
        </p:nvSpPr>
        <p:spPr bwMode="auto">
          <a:xfrm>
            <a:off x="7543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7" name="Rectangle 2176"/>
          <p:cNvSpPr/>
          <p:nvPr/>
        </p:nvSpPr>
        <p:spPr bwMode="auto">
          <a:xfrm>
            <a:off x="7543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8" name="Rectangle 2177"/>
          <p:cNvSpPr/>
          <p:nvPr/>
        </p:nvSpPr>
        <p:spPr bwMode="auto">
          <a:xfrm>
            <a:off x="5562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79" name="Rectangle 2178"/>
          <p:cNvSpPr/>
          <p:nvPr/>
        </p:nvSpPr>
        <p:spPr bwMode="auto">
          <a:xfrm>
            <a:off x="571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0" name="Rectangle 2179"/>
          <p:cNvSpPr/>
          <p:nvPr/>
        </p:nvSpPr>
        <p:spPr bwMode="auto">
          <a:xfrm>
            <a:off x="586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1" name="Rectangle 2180"/>
          <p:cNvSpPr/>
          <p:nvPr/>
        </p:nvSpPr>
        <p:spPr bwMode="auto">
          <a:xfrm>
            <a:off x="601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2" name="Rectangle 2181"/>
          <p:cNvSpPr/>
          <p:nvPr/>
        </p:nvSpPr>
        <p:spPr bwMode="auto">
          <a:xfrm>
            <a:off x="617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3" name="Rectangle 2182"/>
          <p:cNvSpPr/>
          <p:nvPr/>
        </p:nvSpPr>
        <p:spPr bwMode="auto">
          <a:xfrm>
            <a:off x="632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4" name="Rectangle 2183"/>
          <p:cNvSpPr/>
          <p:nvPr/>
        </p:nvSpPr>
        <p:spPr bwMode="auto">
          <a:xfrm>
            <a:off x="5562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5" name="Rectangle 2184"/>
          <p:cNvSpPr/>
          <p:nvPr/>
        </p:nvSpPr>
        <p:spPr bwMode="auto">
          <a:xfrm>
            <a:off x="571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6" name="Rectangle 2185"/>
          <p:cNvSpPr/>
          <p:nvPr/>
        </p:nvSpPr>
        <p:spPr bwMode="auto">
          <a:xfrm>
            <a:off x="586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7" name="Rectangle 2186"/>
          <p:cNvSpPr/>
          <p:nvPr/>
        </p:nvSpPr>
        <p:spPr bwMode="auto">
          <a:xfrm>
            <a:off x="601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8" name="Rectangle 2187"/>
          <p:cNvSpPr/>
          <p:nvPr/>
        </p:nvSpPr>
        <p:spPr bwMode="auto">
          <a:xfrm>
            <a:off x="617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89" name="Rectangle 2188"/>
          <p:cNvSpPr/>
          <p:nvPr/>
        </p:nvSpPr>
        <p:spPr bwMode="auto">
          <a:xfrm>
            <a:off x="632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0" name="Rectangle 2189"/>
          <p:cNvSpPr/>
          <p:nvPr/>
        </p:nvSpPr>
        <p:spPr bwMode="auto">
          <a:xfrm>
            <a:off x="5562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1" name="Rectangle 2190"/>
          <p:cNvSpPr/>
          <p:nvPr/>
        </p:nvSpPr>
        <p:spPr bwMode="auto">
          <a:xfrm>
            <a:off x="571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2" name="Rectangle 2191"/>
          <p:cNvSpPr/>
          <p:nvPr/>
        </p:nvSpPr>
        <p:spPr bwMode="auto">
          <a:xfrm>
            <a:off x="586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3" name="Rectangle 2192"/>
          <p:cNvSpPr/>
          <p:nvPr/>
        </p:nvSpPr>
        <p:spPr bwMode="auto">
          <a:xfrm>
            <a:off x="601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4" name="Rectangle 2193"/>
          <p:cNvSpPr/>
          <p:nvPr/>
        </p:nvSpPr>
        <p:spPr bwMode="auto">
          <a:xfrm>
            <a:off x="617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5" name="Rectangle 2194"/>
          <p:cNvSpPr/>
          <p:nvPr/>
        </p:nvSpPr>
        <p:spPr bwMode="auto">
          <a:xfrm>
            <a:off x="632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6" name="Rectangle 2195"/>
          <p:cNvSpPr/>
          <p:nvPr/>
        </p:nvSpPr>
        <p:spPr bwMode="auto">
          <a:xfrm>
            <a:off x="586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7" name="Rectangle 2196"/>
          <p:cNvSpPr/>
          <p:nvPr/>
        </p:nvSpPr>
        <p:spPr bwMode="auto">
          <a:xfrm>
            <a:off x="601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8" name="Rectangle 2197"/>
          <p:cNvSpPr/>
          <p:nvPr/>
        </p:nvSpPr>
        <p:spPr bwMode="auto">
          <a:xfrm>
            <a:off x="617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9" name="Rectangle 2198"/>
          <p:cNvSpPr/>
          <p:nvPr/>
        </p:nvSpPr>
        <p:spPr bwMode="auto">
          <a:xfrm>
            <a:off x="632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0" name="Rectangle 2199"/>
          <p:cNvSpPr/>
          <p:nvPr/>
        </p:nvSpPr>
        <p:spPr bwMode="auto">
          <a:xfrm>
            <a:off x="5562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1" name="Rectangle 2200"/>
          <p:cNvSpPr/>
          <p:nvPr/>
        </p:nvSpPr>
        <p:spPr bwMode="auto">
          <a:xfrm>
            <a:off x="571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2" name="Rectangle 2201"/>
          <p:cNvSpPr/>
          <p:nvPr/>
        </p:nvSpPr>
        <p:spPr bwMode="auto">
          <a:xfrm>
            <a:off x="6477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3" name="Rectangle 2202"/>
          <p:cNvSpPr/>
          <p:nvPr/>
        </p:nvSpPr>
        <p:spPr bwMode="auto">
          <a:xfrm>
            <a:off x="6629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4" name="Rectangle 2203"/>
          <p:cNvSpPr/>
          <p:nvPr/>
        </p:nvSpPr>
        <p:spPr bwMode="auto">
          <a:xfrm>
            <a:off x="6477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5" name="Rectangle 2204"/>
          <p:cNvSpPr/>
          <p:nvPr/>
        </p:nvSpPr>
        <p:spPr bwMode="auto">
          <a:xfrm>
            <a:off x="6629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6" name="Rectangle 2205"/>
          <p:cNvSpPr/>
          <p:nvPr/>
        </p:nvSpPr>
        <p:spPr bwMode="auto">
          <a:xfrm>
            <a:off x="6477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7" name="Rectangle 2206"/>
          <p:cNvSpPr/>
          <p:nvPr/>
        </p:nvSpPr>
        <p:spPr bwMode="auto">
          <a:xfrm>
            <a:off x="6629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8" name="Rectangle 2207"/>
          <p:cNvSpPr/>
          <p:nvPr/>
        </p:nvSpPr>
        <p:spPr bwMode="auto">
          <a:xfrm>
            <a:off x="6477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09" name="Rectangle 2208"/>
          <p:cNvSpPr/>
          <p:nvPr/>
        </p:nvSpPr>
        <p:spPr bwMode="auto">
          <a:xfrm>
            <a:off x="6629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0" name="Rectangle 2209"/>
          <p:cNvSpPr/>
          <p:nvPr/>
        </p:nvSpPr>
        <p:spPr bwMode="auto">
          <a:xfrm>
            <a:off x="19050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1" name="Rectangle 2210"/>
          <p:cNvSpPr/>
          <p:nvPr/>
        </p:nvSpPr>
        <p:spPr bwMode="auto">
          <a:xfrm>
            <a:off x="20574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2" name="Rectangle 2211"/>
          <p:cNvSpPr/>
          <p:nvPr/>
        </p:nvSpPr>
        <p:spPr bwMode="auto">
          <a:xfrm>
            <a:off x="22098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3" name="Rectangle 2212"/>
          <p:cNvSpPr/>
          <p:nvPr/>
        </p:nvSpPr>
        <p:spPr bwMode="auto">
          <a:xfrm>
            <a:off x="23622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4" name="Rectangle 2213"/>
          <p:cNvSpPr/>
          <p:nvPr/>
        </p:nvSpPr>
        <p:spPr bwMode="auto">
          <a:xfrm>
            <a:off x="23622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5" name="Rectangle 2214"/>
          <p:cNvSpPr/>
          <p:nvPr/>
        </p:nvSpPr>
        <p:spPr bwMode="auto">
          <a:xfrm>
            <a:off x="19050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6" name="Rectangle 2215"/>
          <p:cNvSpPr/>
          <p:nvPr/>
        </p:nvSpPr>
        <p:spPr bwMode="auto">
          <a:xfrm>
            <a:off x="20574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7" name="Rectangle 2216"/>
          <p:cNvSpPr/>
          <p:nvPr/>
        </p:nvSpPr>
        <p:spPr bwMode="auto">
          <a:xfrm>
            <a:off x="22098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8" name="Rectangle 2217"/>
          <p:cNvSpPr/>
          <p:nvPr/>
        </p:nvSpPr>
        <p:spPr bwMode="auto">
          <a:xfrm>
            <a:off x="23622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19" name="Rectangle 2218"/>
          <p:cNvSpPr/>
          <p:nvPr/>
        </p:nvSpPr>
        <p:spPr bwMode="auto">
          <a:xfrm>
            <a:off x="19050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0" name="Rectangle 2219"/>
          <p:cNvSpPr/>
          <p:nvPr/>
        </p:nvSpPr>
        <p:spPr bwMode="auto">
          <a:xfrm>
            <a:off x="20574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1" name="Rectangle 2220"/>
          <p:cNvSpPr/>
          <p:nvPr/>
        </p:nvSpPr>
        <p:spPr bwMode="auto">
          <a:xfrm>
            <a:off x="22098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2" name="Rectangle 2221"/>
          <p:cNvSpPr/>
          <p:nvPr/>
        </p:nvSpPr>
        <p:spPr bwMode="auto">
          <a:xfrm>
            <a:off x="23622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3" name="Rectangle 2222"/>
          <p:cNvSpPr/>
          <p:nvPr/>
        </p:nvSpPr>
        <p:spPr bwMode="auto">
          <a:xfrm>
            <a:off x="19050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4" name="Rectangle 2223"/>
          <p:cNvSpPr/>
          <p:nvPr/>
        </p:nvSpPr>
        <p:spPr bwMode="auto">
          <a:xfrm>
            <a:off x="20574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5" name="Rectangle 2224"/>
          <p:cNvSpPr/>
          <p:nvPr/>
        </p:nvSpPr>
        <p:spPr bwMode="auto">
          <a:xfrm>
            <a:off x="22098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6" name="Rectangle 2225"/>
          <p:cNvSpPr/>
          <p:nvPr/>
        </p:nvSpPr>
        <p:spPr bwMode="auto">
          <a:xfrm>
            <a:off x="2514600" y="60198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/>
              <a:t>1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7" name="Rectangle 2226"/>
          <p:cNvSpPr/>
          <p:nvPr/>
        </p:nvSpPr>
        <p:spPr bwMode="auto">
          <a:xfrm>
            <a:off x="2514600" y="58674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8" name="Rectangle 2227"/>
          <p:cNvSpPr/>
          <p:nvPr/>
        </p:nvSpPr>
        <p:spPr bwMode="auto">
          <a:xfrm>
            <a:off x="2514600" y="57150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29" name="Rectangle 2228"/>
          <p:cNvSpPr/>
          <p:nvPr/>
        </p:nvSpPr>
        <p:spPr bwMode="auto">
          <a:xfrm>
            <a:off x="2514600" y="5562600"/>
            <a:ext cx="152400" cy="1524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1000" dirty="0" smtClean="0"/>
              <a:t>0</a:t>
            </a:r>
            <a:endParaRPr kumimoji="0" lang="en-US" sz="1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5" name="Rectangle 914"/>
          <p:cNvSpPr/>
          <p:nvPr/>
        </p:nvSpPr>
        <p:spPr bwMode="auto">
          <a:xfrm>
            <a:off x="11430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6" name="Rectangle 915"/>
          <p:cNvSpPr/>
          <p:nvPr/>
        </p:nvSpPr>
        <p:spPr bwMode="auto">
          <a:xfrm>
            <a:off x="11430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7" name="Rectangle 916"/>
          <p:cNvSpPr/>
          <p:nvPr/>
        </p:nvSpPr>
        <p:spPr bwMode="auto">
          <a:xfrm>
            <a:off x="11430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18" name="Rectangle 917"/>
          <p:cNvSpPr/>
          <p:nvPr/>
        </p:nvSpPr>
        <p:spPr bwMode="auto">
          <a:xfrm>
            <a:off x="11430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3" name="Rectangle 922"/>
          <p:cNvSpPr/>
          <p:nvPr/>
        </p:nvSpPr>
        <p:spPr bwMode="auto">
          <a:xfrm>
            <a:off x="22098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4" name="Rectangle 923"/>
          <p:cNvSpPr/>
          <p:nvPr/>
        </p:nvSpPr>
        <p:spPr bwMode="auto">
          <a:xfrm>
            <a:off x="22098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5" name="Rectangle 924"/>
          <p:cNvSpPr/>
          <p:nvPr/>
        </p:nvSpPr>
        <p:spPr bwMode="auto">
          <a:xfrm>
            <a:off x="22098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6" name="Rectangle 925"/>
          <p:cNvSpPr/>
          <p:nvPr/>
        </p:nvSpPr>
        <p:spPr bwMode="auto">
          <a:xfrm>
            <a:off x="22098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7" name="Rectangle 926"/>
          <p:cNvSpPr/>
          <p:nvPr/>
        </p:nvSpPr>
        <p:spPr bwMode="auto">
          <a:xfrm>
            <a:off x="31242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8" name="Rectangle 927"/>
          <p:cNvSpPr/>
          <p:nvPr/>
        </p:nvSpPr>
        <p:spPr bwMode="auto">
          <a:xfrm>
            <a:off x="31242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29" name="Rectangle 928"/>
          <p:cNvSpPr/>
          <p:nvPr/>
        </p:nvSpPr>
        <p:spPr bwMode="auto">
          <a:xfrm>
            <a:off x="31242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30" name="Rectangle 929"/>
          <p:cNvSpPr/>
          <p:nvPr/>
        </p:nvSpPr>
        <p:spPr bwMode="auto">
          <a:xfrm>
            <a:off x="31242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0" name="Rectangle 939"/>
          <p:cNvSpPr/>
          <p:nvPr/>
        </p:nvSpPr>
        <p:spPr bwMode="auto">
          <a:xfrm>
            <a:off x="41910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1" name="Rectangle 940"/>
          <p:cNvSpPr/>
          <p:nvPr/>
        </p:nvSpPr>
        <p:spPr bwMode="auto">
          <a:xfrm>
            <a:off x="41910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2" name="Rectangle 941"/>
          <p:cNvSpPr/>
          <p:nvPr/>
        </p:nvSpPr>
        <p:spPr bwMode="auto">
          <a:xfrm>
            <a:off x="41910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3" name="Rectangle 942"/>
          <p:cNvSpPr/>
          <p:nvPr/>
        </p:nvSpPr>
        <p:spPr bwMode="auto">
          <a:xfrm>
            <a:off x="41910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4" name="Rectangle 943"/>
          <p:cNvSpPr/>
          <p:nvPr/>
        </p:nvSpPr>
        <p:spPr bwMode="auto">
          <a:xfrm>
            <a:off x="49530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5" name="Rectangle 944"/>
          <p:cNvSpPr/>
          <p:nvPr/>
        </p:nvSpPr>
        <p:spPr bwMode="auto">
          <a:xfrm>
            <a:off x="49530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6" name="Rectangle 945"/>
          <p:cNvSpPr/>
          <p:nvPr/>
        </p:nvSpPr>
        <p:spPr bwMode="auto">
          <a:xfrm>
            <a:off x="49530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7" name="Rectangle 946"/>
          <p:cNvSpPr/>
          <p:nvPr/>
        </p:nvSpPr>
        <p:spPr bwMode="auto">
          <a:xfrm>
            <a:off x="49530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8" name="Rectangle 947"/>
          <p:cNvSpPr/>
          <p:nvPr/>
        </p:nvSpPr>
        <p:spPr bwMode="auto">
          <a:xfrm>
            <a:off x="58674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49" name="Rectangle 948"/>
          <p:cNvSpPr/>
          <p:nvPr/>
        </p:nvSpPr>
        <p:spPr bwMode="auto">
          <a:xfrm>
            <a:off x="58674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0" name="Rectangle 949"/>
          <p:cNvSpPr/>
          <p:nvPr/>
        </p:nvSpPr>
        <p:spPr bwMode="auto">
          <a:xfrm>
            <a:off x="58674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1" name="Rectangle 950"/>
          <p:cNvSpPr/>
          <p:nvPr/>
        </p:nvSpPr>
        <p:spPr bwMode="auto">
          <a:xfrm>
            <a:off x="58674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2" name="Rectangle 951"/>
          <p:cNvSpPr/>
          <p:nvPr/>
        </p:nvSpPr>
        <p:spPr bwMode="auto">
          <a:xfrm>
            <a:off x="7696200" y="160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3" name="Rectangle 952"/>
          <p:cNvSpPr/>
          <p:nvPr/>
        </p:nvSpPr>
        <p:spPr bwMode="auto">
          <a:xfrm>
            <a:off x="7696200" y="1447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4" name="Rectangle 953"/>
          <p:cNvSpPr/>
          <p:nvPr/>
        </p:nvSpPr>
        <p:spPr bwMode="auto">
          <a:xfrm>
            <a:off x="7696200" y="190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5" name="Rectangle 954"/>
          <p:cNvSpPr/>
          <p:nvPr/>
        </p:nvSpPr>
        <p:spPr bwMode="auto">
          <a:xfrm>
            <a:off x="7696200" y="175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6" name="Rectangle 955"/>
          <p:cNvSpPr/>
          <p:nvPr/>
        </p:nvSpPr>
        <p:spPr bwMode="auto">
          <a:xfrm>
            <a:off x="2667000" y="571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7" name="Rectangle 956"/>
          <p:cNvSpPr/>
          <p:nvPr/>
        </p:nvSpPr>
        <p:spPr bwMode="auto">
          <a:xfrm>
            <a:off x="2667000" y="556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8" name="Rectangle 957"/>
          <p:cNvSpPr/>
          <p:nvPr/>
        </p:nvSpPr>
        <p:spPr bwMode="auto">
          <a:xfrm>
            <a:off x="2667000" y="6019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59" name="Rectangle 958"/>
          <p:cNvSpPr/>
          <p:nvPr/>
        </p:nvSpPr>
        <p:spPr bwMode="auto">
          <a:xfrm>
            <a:off x="2667000" y="58674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0" name="Rectangle 959"/>
          <p:cNvSpPr/>
          <p:nvPr/>
        </p:nvSpPr>
        <p:spPr bwMode="auto">
          <a:xfrm>
            <a:off x="3581400" y="571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1" name="Rectangle 960"/>
          <p:cNvSpPr/>
          <p:nvPr/>
        </p:nvSpPr>
        <p:spPr bwMode="auto">
          <a:xfrm>
            <a:off x="3581400" y="556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2" name="Rectangle 961"/>
          <p:cNvSpPr/>
          <p:nvPr/>
        </p:nvSpPr>
        <p:spPr bwMode="auto">
          <a:xfrm>
            <a:off x="3581400" y="6019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3" name="Rectangle 962"/>
          <p:cNvSpPr/>
          <p:nvPr/>
        </p:nvSpPr>
        <p:spPr bwMode="auto">
          <a:xfrm>
            <a:off x="3581400" y="58674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4" name="Rectangle 963"/>
          <p:cNvSpPr/>
          <p:nvPr/>
        </p:nvSpPr>
        <p:spPr bwMode="auto">
          <a:xfrm>
            <a:off x="4495800" y="571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5" name="Rectangle 964"/>
          <p:cNvSpPr/>
          <p:nvPr/>
        </p:nvSpPr>
        <p:spPr bwMode="auto">
          <a:xfrm>
            <a:off x="4495800" y="556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6" name="Rectangle 965"/>
          <p:cNvSpPr/>
          <p:nvPr/>
        </p:nvSpPr>
        <p:spPr bwMode="auto">
          <a:xfrm>
            <a:off x="4495800" y="6019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7" name="Rectangle 966"/>
          <p:cNvSpPr/>
          <p:nvPr/>
        </p:nvSpPr>
        <p:spPr bwMode="auto">
          <a:xfrm>
            <a:off x="4495800" y="58674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8" name="Rectangle 967"/>
          <p:cNvSpPr/>
          <p:nvPr/>
        </p:nvSpPr>
        <p:spPr bwMode="auto">
          <a:xfrm>
            <a:off x="6781800" y="57150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69" name="Rectangle 968"/>
          <p:cNvSpPr/>
          <p:nvPr/>
        </p:nvSpPr>
        <p:spPr bwMode="auto">
          <a:xfrm>
            <a:off x="6781800" y="55626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0" name="Rectangle 969"/>
          <p:cNvSpPr/>
          <p:nvPr/>
        </p:nvSpPr>
        <p:spPr bwMode="auto">
          <a:xfrm>
            <a:off x="6781800" y="60198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1" name="Rectangle 970"/>
          <p:cNvSpPr/>
          <p:nvPr/>
        </p:nvSpPr>
        <p:spPr bwMode="auto">
          <a:xfrm>
            <a:off x="6781800" y="58674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2" name="Rectangle 971"/>
          <p:cNvSpPr/>
          <p:nvPr/>
        </p:nvSpPr>
        <p:spPr bwMode="auto">
          <a:xfrm>
            <a:off x="1143000" y="541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3" name="Rectangle 972"/>
          <p:cNvSpPr/>
          <p:nvPr/>
        </p:nvSpPr>
        <p:spPr bwMode="auto">
          <a:xfrm>
            <a:off x="990600" y="541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4" name="Rectangle 973"/>
          <p:cNvSpPr/>
          <p:nvPr/>
        </p:nvSpPr>
        <p:spPr bwMode="auto">
          <a:xfrm>
            <a:off x="7696200" y="541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5" name="Rectangle 974"/>
          <p:cNvSpPr/>
          <p:nvPr/>
        </p:nvSpPr>
        <p:spPr bwMode="auto">
          <a:xfrm>
            <a:off x="7848600" y="5410200"/>
            <a:ext cx="152400" cy="152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976" name="TextBox 975"/>
          <p:cNvSpPr txBox="1"/>
          <p:nvPr/>
        </p:nvSpPr>
        <p:spPr>
          <a:xfrm>
            <a:off x="457200" y="914400"/>
            <a:ext cx="788228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Step 6: Reassemble, fill in frame, break out copies with enzyme.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grpSp>
        <p:nvGrpSpPr>
          <p:cNvPr id="977" name="Group 976"/>
          <p:cNvGrpSpPr/>
          <p:nvPr/>
        </p:nvGrpSpPr>
        <p:grpSpPr>
          <a:xfrm>
            <a:off x="1600200" y="2971800"/>
            <a:ext cx="6096000" cy="3505200"/>
            <a:chOff x="533400" y="1447800"/>
            <a:chExt cx="7924800" cy="4724400"/>
          </a:xfrm>
        </p:grpSpPr>
        <p:sp>
          <p:nvSpPr>
            <p:cNvPr id="558" name="Rectangle 557"/>
            <p:cNvSpPr/>
            <p:nvPr/>
          </p:nvSpPr>
          <p:spPr bwMode="auto">
            <a:xfrm>
              <a:off x="1447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59" name="Rectangle 558"/>
            <p:cNvSpPr/>
            <p:nvPr/>
          </p:nvSpPr>
          <p:spPr bwMode="auto">
            <a:xfrm>
              <a:off x="1295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0" name="Rectangle 559"/>
            <p:cNvSpPr/>
            <p:nvPr/>
          </p:nvSpPr>
          <p:spPr bwMode="auto">
            <a:xfrm>
              <a:off x="1752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1" name="Rectangle 560"/>
            <p:cNvSpPr/>
            <p:nvPr/>
          </p:nvSpPr>
          <p:spPr bwMode="auto">
            <a:xfrm>
              <a:off x="16002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2057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3" name="Rectangle 562"/>
            <p:cNvSpPr/>
            <p:nvPr/>
          </p:nvSpPr>
          <p:spPr bwMode="auto">
            <a:xfrm>
              <a:off x="19050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6" name="Rectangle 565"/>
            <p:cNvSpPr/>
            <p:nvPr/>
          </p:nvSpPr>
          <p:spPr bwMode="auto">
            <a:xfrm>
              <a:off x="1447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7" name="Rectangle 566"/>
            <p:cNvSpPr/>
            <p:nvPr/>
          </p:nvSpPr>
          <p:spPr bwMode="auto">
            <a:xfrm>
              <a:off x="1295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8" name="Rectangle 567"/>
            <p:cNvSpPr/>
            <p:nvPr/>
          </p:nvSpPr>
          <p:spPr bwMode="auto">
            <a:xfrm>
              <a:off x="1752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69" name="Rectangle 568"/>
            <p:cNvSpPr/>
            <p:nvPr/>
          </p:nvSpPr>
          <p:spPr bwMode="auto">
            <a:xfrm>
              <a:off x="16002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0" name="Rectangle 569"/>
            <p:cNvSpPr/>
            <p:nvPr/>
          </p:nvSpPr>
          <p:spPr bwMode="auto">
            <a:xfrm>
              <a:off x="2057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19050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4" name="Rectangle 573"/>
            <p:cNvSpPr/>
            <p:nvPr/>
          </p:nvSpPr>
          <p:spPr bwMode="auto">
            <a:xfrm>
              <a:off x="1447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5" name="Rectangle 574"/>
            <p:cNvSpPr/>
            <p:nvPr/>
          </p:nvSpPr>
          <p:spPr bwMode="auto">
            <a:xfrm>
              <a:off x="1295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6" name="Rectangle 575"/>
            <p:cNvSpPr/>
            <p:nvPr/>
          </p:nvSpPr>
          <p:spPr bwMode="auto">
            <a:xfrm>
              <a:off x="1752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7" name="Rectangle 576"/>
            <p:cNvSpPr/>
            <p:nvPr/>
          </p:nvSpPr>
          <p:spPr bwMode="auto">
            <a:xfrm>
              <a:off x="16002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8" name="Rectangle 577"/>
            <p:cNvSpPr/>
            <p:nvPr/>
          </p:nvSpPr>
          <p:spPr bwMode="auto">
            <a:xfrm>
              <a:off x="2057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79" name="Rectangle 578"/>
            <p:cNvSpPr/>
            <p:nvPr/>
          </p:nvSpPr>
          <p:spPr bwMode="auto">
            <a:xfrm>
              <a:off x="19050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82" name="Rectangle 581"/>
            <p:cNvSpPr/>
            <p:nvPr/>
          </p:nvSpPr>
          <p:spPr bwMode="auto">
            <a:xfrm>
              <a:off x="1447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08" name="Rectangle 607"/>
            <p:cNvSpPr/>
            <p:nvPr/>
          </p:nvSpPr>
          <p:spPr bwMode="auto">
            <a:xfrm>
              <a:off x="1295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19" name="Rectangle 618"/>
            <p:cNvSpPr/>
            <p:nvPr/>
          </p:nvSpPr>
          <p:spPr bwMode="auto">
            <a:xfrm>
              <a:off x="1752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0" name="Rectangle 619"/>
            <p:cNvSpPr/>
            <p:nvPr/>
          </p:nvSpPr>
          <p:spPr bwMode="auto">
            <a:xfrm>
              <a:off x="1600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1" name="Rectangle 620"/>
            <p:cNvSpPr/>
            <p:nvPr/>
          </p:nvSpPr>
          <p:spPr bwMode="auto">
            <a:xfrm>
              <a:off x="2057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2" name="Rectangle 621"/>
            <p:cNvSpPr/>
            <p:nvPr/>
          </p:nvSpPr>
          <p:spPr bwMode="auto">
            <a:xfrm>
              <a:off x="1905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25" name="Rectangle 624"/>
            <p:cNvSpPr/>
            <p:nvPr/>
          </p:nvSpPr>
          <p:spPr bwMode="auto">
            <a:xfrm>
              <a:off x="1447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5" name="Rectangle 634"/>
            <p:cNvSpPr/>
            <p:nvPr/>
          </p:nvSpPr>
          <p:spPr bwMode="auto">
            <a:xfrm>
              <a:off x="1295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36" name="Rectangle 635"/>
            <p:cNvSpPr/>
            <p:nvPr/>
          </p:nvSpPr>
          <p:spPr bwMode="auto">
            <a:xfrm>
              <a:off x="1752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1" name="Rectangle 800"/>
            <p:cNvSpPr/>
            <p:nvPr/>
          </p:nvSpPr>
          <p:spPr bwMode="auto">
            <a:xfrm>
              <a:off x="1600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2" name="Rectangle 801"/>
            <p:cNvSpPr/>
            <p:nvPr/>
          </p:nvSpPr>
          <p:spPr bwMode="auto">
            <a:xfrm>
              <a:off x="2057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3" name="Rectangle 802"/>
            <p:cNvSpPr/>
            <p:nvPr/>
          </p:nvSpPr>
          <p:spPr bwMode="auto">
            <a:xfrm>
              <a:off x="1905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08" name="Rectangle 807"/>
            <p:cNvSpPr/>
            <p:nvPr/>
          </p:nvSpPr>
          <p:spPr bwMode="auto">
            <a:xfrm>
              <a:off x="1447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8" name="Rectangle 817"/>
            <p:cNvSpPr/>
            <p:nvPr/>
          </p:nvSpPr>
          <p:spPr bwMode="auto">
            <a:xfrm>
              <a:off x="1295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9" name="Rectangle 918"/>
            <p:cNvSpPr/>
            <p:nvPr/>
          </p:nvSpPr>
          <p:spPr bwMode="auto">
            <a:xfrm>
              <a:off x="1752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0" name="Rectangle 919"/>
            <p:cNvSpPr/>
            <p:nvPr/>
          </p:nvSpPr>
          <p:spPr bwMode="auto">
            <a:xfrm>
              <a:off x="1600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1" name="Rectangle 920"/>
            <p:cNvSpPr/>
            <p:nvPr/>
          </p:nvSpPr>
          <p:spPr bwMode="auto">
            <a:xfrm>
              <a:off x="2057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2" name="Rectangle 921"/>
            <p:cNvSpPr/>
            <p:nvPr/>
          </p:nvSpPr>
          <p:spPr bwMode="auto">
            <a:xfrm>
              <a:off x="1905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1" name="Rectangle 930"/>
            <p:cNvSpPr/>
            <p:nvPr/>
          </p:nvSpPr>
          <p:spPr bwMode="auto">
            <a:xfrm>
              <a:off x="25146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2" name="Rectangle 931"/>
            <p:cNvSpPr/>
            <p:nvPr/>
          </p:nvSpPr>
          <p:spPr bwMode="auto">
            <a:xfrm>
              <a:off x="23622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3" name="Rectangle 932"/>
            <p:cNvSpPr/>
            <p:nvPr/>
          </p:nvSpPr>
          <p:spPr bwMode="auto">
            <a:xfrm>
              <a:off x="28194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4" name="Rectangle 933"/>
            <p:cNvSpPr/>
            <p:nvPr/>
          </p:nvSpPr>
          <p:spPr bwMode="auto">
            <a:xfrm>
              <a:off x="26670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5" name="Rectangle 934"/>
            <p:cNvSpPr/>
            <p:nvPr/>
          </p:nvSpPr>
          <p:spPr bwMode="auto">
            <a:xfrm>
              <a:off x="29718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6" name="Rectangle 935"/>
            <p:cNvSpPr/>
            <p:nvPr/>
          </p:nvSpPr>
          <p:spPr bwMode="auto">
            <a:xfrm>
              <a:off x="25146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7" name="Rectangle 936"/>
            <p:cNvSpPr/>
            <p:nvPr/>
          </p:nvSpPr>
          <p:spPr bwMode="auto">
            <a:xfrm>
              <a:off x="23622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8" name="Rectangle 937"/>
            <p:cNvSpPr/>
            <p:nvPr/>
          </p:nvSpPr>
          <p:spPr bwMode="auto">
            <a:xfrm>
              <a:off x="28194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9" name="Rectangle 938"/>
            <p:cNvSpPr/>
            <p:nvPr/>
          </p:nvSpPr>
          <p:spPr bwMode="auto">
            <a:xfrm>
              <a:off x="26670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1" name="Rectangle 1010"/>
            <p:cNvSpPr/>
            <p:nvPr/>
          </p:nvSpPr>
          <p:spPr bwMode="auto">
            <a:xfrm>
              <a:off x="29718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8" name="Rectangle 1017"/>
            <p:cNvSpPr/>
            <p:nvPr/>
          </p:nvSpPr>
          <p:spPr bwMode="auto">
            <a:xfrm>
              <a:off x="25146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1" name="Rectangle 1170"/>
            <p:cNvSpPr/>
            <p:nvPr/>
          </p:nvSpPr>
          <p:spPr bwMode="auto">
            <a:xfrm>
              <a:off x="23622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2" name="Rectangle 1171"/>
            <p:cNvSpPr/>
            <p:nvPr/>
          </p:nvSpPr>
          <p:spPr bwMode="auto">
            <a:xfrm>
              <a:off x="28194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3" name="Rectangle 1172"/>
            <p:cNvSpPr/>
            <p:nvPr/>
          </p:nvSpPr>
          <p:spPr bwMode="auto">
            <a:xfrm>
              <a:off x="26670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4" name="Rectangle 1173"/>
            <p:cNvSpPr/>
            <p:nvPr/>
          </p:nvSpPr>
          <p:spPr bwMode="auto">
            <a:xfrm>
              <a:off x="29718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5" name="Rectangle 1174"/>
            <p:cNvSpPr/>
            <p:nvPr/>
          </p:nvSpPr>
          <p:spPr bwMode="auto">
            <a:xfrm>
              <a:off x="25146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6" name="Rectangle 1175"/>
            <p:cNvSpPr/>
            <p:nvPr/>
          </p:nvSpPr>
          <p:spPr bwMode="auto">
            <a:xfrm>
              <a:off x="23622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7" name="Rectangle 1176"/>
            <p:cNvSpPr/>
            <p:nvPr/>
          </p:nvSpPr>
          <p:spPr bwMode="auto">
            <a:xfrm>
              <a:off x="28194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8" name="Rectangle 1177"/>
            <p:cNvSpPr/>
            <p:nvPr/>
          </p:nvSpPr>
          <p:spPr bwMode="auto">
            <a:xfrm>
              <a:off x="26670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79" name="Rectangle 1178"/>
            <p:cNvSpPr/>
            <p:nvPr/>
          </p:nvSpPr>
          <p:spPr bwMode="auto">
            <a:xfrm>
              <a:off x="29718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0" name="Rectangle 1179"/>
            <p:cNvSpPr/>
            <p:nvPr/>
          </p:nvSpPr>
          <p:spPr bwMode="auto">
            <a:xfrm>
              <a:off x="2514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1" name="Rectangle 1180"/>
            <p:cNvSpPr/>
            <p:nvPr/>
          </p:nvSpPr>
          <p:spPr bwMode="auto">
            <a:xfrm>
              <a:off x="23622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2" name="Rectangle 1181"/>
            <p:cNvSpPr/>
            <p:nvPr/>
          </p:nvSpPr>
          <p:spPr bwMode="auto">
            <a:xfrm>
              <a:off x="2819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3" name="Rectangle 1182"/>
            <p:cNvSpPr/>
            <p:nvPr/>
          </p:nvSpPr>
          <p:spPr bwMode="auto">
            <a:xfrm>
              <a:off x="26670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4" name="Rectangle 1183"/>
            <p:cNvSpPr/>
            <p:nvPr/>
          </p:nvSpPr>
          <p:spPr bwMode="auto">
            <a:xfrm>
              <a:off x="2971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5" name="Rectangle 1184"/>
            <p:cNvSpPr/>
            <p:nvPr/>
          </p:nvSpPr>
          <p:spPr bwMode="auto">
            <a:xfrm>
              <a:off x="2514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6" name="Rectangle 1185"/>
            <p:cNvSpPr/>
            <p:nvPr/>
          </p:nvSpPr>
          <p:spPr bwMode="auto">
            <a:xfrm>
              <a:off x="23622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7" name="Rectangle 1186"/>
            <p:cNvSpPr/>
            <p:nvPr/>
          </p:nvSpPr>
          <p:spPr bwMode="auto">
            <a:xfrm>
              <a:off x="2819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8" name="Rectangle 1187"/>
            <p:cNvSpPr/>
            <p:nvPr/>
          </p:nvSpPr>
          <p:spPr bwMode="auto">
            <a:xfrm>
              <a:off x="26670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89" name="Rectangle 1188"/>
            <p:cNvSpPr/>
            <p:nvPr/>
          </p:nvSpPr>
          <p:spPr bwMode="auto">
            <a:xfrm>
              <a:off x="2971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0" name="Rectangle 1189"/>
            <p:cNvSpPr/>
            <p:nvPr/>
          </p:nvSpPr>
          <p:spPr bwMode="auto">
            <a:xfrm>
              <a:off x="2514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1" name="Rectangle 1190"/>
            <p:cNvSpPr/>
            <p:nvPr/>
          </p:nvSpPr>
          <p:spPr bwMode="auto">
            <a:xfrm>
              <a:off x="23622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2" name="Rectangle 1191"/>
            <p:cNvSpPr/>
            <p:nvPr/>
          </p:nvSpPr>
          <p:spPr bwMode="auto">
            <a:xfrm>
              <a:off x="2819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3" name="Rectangle 1192"/>
            <p:cNvSpPr/>
            <p:nvPr/>
          </p:nvSpPr>
          <p:spPr bwMode="auto">
            <a:xfrm>
              <a:off x="26670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4" name="Rectangle 1193"/>
            <p:cNvSpPr/>
            <p:nvPr/>
          </p:nvSpPr>
          <p:spPr bwMode="auto">
            <a:xfrm>
              <a:off x="2971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5" name="Rectangle 1194"/>
            <p:cNvSpPr/>
            <p:nvPr/>
          </p:nvSpPr>
          <p:spPr bwMode="auto">
            <a:xfrm>
              <a:off x="2514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6" name="Rectangle 1195"/>
            <p:cNvSpPr/>
            <p:nvPr/>
          </p:nvSpPr>
          <p:spPr bwMode="auto">
            <a:xfrm>
              <a:off x="2362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7" name="Rectangle 1196"/>
            <p:cNvSpPr/>
            <p:nvPr/>
          </p:nvSpPr>
          <p:spPr bwMode="auto">
            <a:xfrm>
              <a:off x="2819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8" name="Rectangle 1197"/>
            <p:cNvSpPr/>
            <p:nvPr/>
          </p:nvSpPr>
          <p:spPr bwMode="auto">
            <a:xfrm>
              <a:off x="2667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9" name="Rectangle 1198"/>
            <p:cNvSpPr/>
            <p:nvPr/>
          </p:nvSpPr>
          <p:spPr bwMode="auto">
            <a:xfrm>
              <a:off x="2971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0" name="Rectangle 1199"/>
            <p:cNvSpPr/>
            <p:nvPr/>
          </p:nvSpPr>
          <p:spPr bwMode="auto">
            <a:xfrm>
              <a:off x="2514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1" name="Rectangle 1200"/>
            <p:cNvSpPr/>
            <p:nvPr/>
          </p:nvSpPr>
          <p:spPr bwMode="auto">
            <a:xfrm>
              <a:off x="2362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2" name="Rectangle 1201"/>
            <p:cNvSpPr/>
            <p:nvPr/>
          </p:nvSpPr>
          <p:spPr bwMode="auto">
            <a:xfrm>
              <a:off x="2819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3" name="Rectangle 1202"/>
            <p:cNvSpPr/>
            <p:nvPr/>
          </p:nvSpPr>
          <p:spPr bwMode="auto">
            <a:xfrm>
              <a:off x="2667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4" name="Rectangle 1203"/>
            <p:cNvSpPr/>
            <p:nvPr/>
          </p:nvSpPr>
          <p:spPr bwMode="auto">
            <a:xfrm>
              <a:off x="2971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5" name="Rectangle 1204"/>
            <p:cNvSpPr/>
            <p:nvPr/>
          </p:nvSpPr>
          <p:spPr bwMode="auto">
            <a:xfrm>
              <a:off x="2514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6" name="Rectangle 1205"/>
            <p:cNvSpPr/>
            <p:nvPr/>
          </p:nvSpPr>
          <p:spPr bwMode="auto">
            <a:xfrm>
              <a:off x="2362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7" name="Rectangle 1206"/>
            <p:cNvSpPr/>
            <p:nvPr/>
          </p:nvSpPr>
          <p:spPr bwMode="auto">
            <a:xfrm>
              <a:off x="2819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8" name="Rectangle 1207"/>
            <p:cNvSpPr/>
            <p:nvPr/>
          </p:nvSpPr>
          <p:spPr bwMode="auto">
            <a:xfrm>
              <a:off x="2667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09" name="Rectangle 1208"/>
            <p:cNvSpPr/>
            <p:nvPr/>
          </p:nvSpPr>
          <p:spPr bwMode="auto">
            <a:xfrm>
              <a:off x="2971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0" name="Rectangle 1209"/>
            <p:cNvSpPr/>
            <p:nvPr/>
          </p:nvSpPr>
          <p:spPr bwMode="auto">
            <a:xfrm>
              <a:off x="4495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1" name="Rectangle 1210"/>
            <p:cNvSpPr/>
            <p:nvPr/>
          </p:nvSpPr>
          <p:spPr bwMode="auto">
            <a:xfrm>
              <a:off x="4343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2" name="Rectangle 1211"/>
            <p:cNvSpPr/>
            <p:nvPr/>
          </p:nvSpPr>
          <p:spPr bwMode="auto">
            <a:xfrm>
              <a:off x="4800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3" name="Rectangle 1212"/>
            <p:cNvSpPr/>
            <p:nvPr/>
          </p:nvSpPr>
          <p:spPr bwMode="auto">
            <a:xfrm>
              <a:off x="46482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5" name="Rectangle 1214"/>
            <p:cNvSpPr/>
            <p:nvPr/>
          </p:nvSpPr>
          <p:spPr bwMode="auto">
            <a:xfrm>
              <a:off x="4495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6" name="Rectangle 1215"/>
            <p:cNvSpPr/>
            <p:nvPr/>
          </p:nvSpPr>
          <p:spPr bwMode="auto">
            <a:xfrm>
              <a:off x="4343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7" name="Rectangle 1216"/>
            <p:cNvSpPr/>
            <p:nvPr/>
          </p:nvSpPr>
          <p:spPr bwMode="auto">
            <a:xfrm>
              <a:off x="4800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18" name="Rectangle 1217"/>
            <p:cNvSpPr/>
            <p:nvPr/>
          </p:nvSpPr>
          <p:spPr bwMode="auto">
            <a:xfrm>
              <a:off x="46482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0" name="Rectangle 1219"/>
            <p:cNvSpPr/>
            <p:nvPr/>
          </p:nvSpPr>
          <p:spPr bwMode="auto">
            <a:xfrm>
              <a:off x="52578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1" name="Rectangle 1220"/>
            <p:cNvSpPr/>
            <p:nvPr/>
          </p:nvSpPr>
          <p:spPr bwMode="auto">
            <a:xfrm>
              <a:off x="51054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2" name="Rectangle 1221"/>
            <p:cNvSpPr/>
            <p:nvPr/>
          </p:nvSpPr>
          <p:spPr bwMode="auto">
            <a:xfrm>
              <a:off x="55626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3" name="Rectangle 1222"/>
            <p:cNvSpPr/>
            <p:nvPr/>
          </p:nvSpPr>
          <p:spPr bwMode="auto">
            <a:xfrm>
              <a:off x="54102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4" name="Rectangle 1223"/>
            <p:cNvSpPr/>
            <p:nvPr/>
          </p:nvSpPr>
          <p:spPr bwMode="auto">
            <a:xfrm>
              <a:off x="57150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5" name="Rectangle 1224"/>
            <p:cNvSpPr/>
            <p:nvPr/>
          </p:nvSpPr>
          <p:spPr bwMode="auto">
            <a:xfrm>
              <a:off x="52578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6" name="Rectangle 1225"/>
            <p:cNvSpPr/>
            <p:nvPr/>
          </p:nvSpPr>
          <p:spPr bwMode="auto">
            <a:xfrm>
              <a:off x="51054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7" name="Rectangle 1226"/>
            <p:cNvSpPr/>
            <p:nvPr/>
          </p:nvSpPr>
          <p:spPr bwMode="auto">
            <a:xfrm>
              <a:off x="55626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8" name="Rectangle 1227"/>
            <p:cNvSpPr/>
            <p:nvPr/>
          </p:nvSpPr>
          <p:spPr bwMode="auto">
            <a:xfrm>
              <a:off x="54102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9" name="Rectangle 1228"/>
            <p:cNvSpPr/>
            <p:nvPr/>
          </p:nvSpPr>
          <p:spPr bwMode="auto">
            <a:xfrm>
              <a:off x="57150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0" name="Rectangle 1229"/>
            <p:cNvSpPr/>
            <p:nvPr/>
          </p:nvSpPr>
          <p:spPr bwMode="auto">
            <a:xfrm>
              <a:off x="52578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1" name="Rectangle 1230"/>
            <p:cNvSpPr/>
            <p:nvPr/>
          </p:nvSpPr>
          <p:spPr bwMode="auto">
            <a:xfrm>
              <a:off x="51054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2" name="Rectangle 1231"/>
            <p:cNvSpPr/>
            <p:nvPr/>
          </p:nvSpPr>
          <p:spPr bwMode="auto">
            <a:xfrm>
              <a:off x="55626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3" name="Rectangle 1232"/>
            <p:cNvSpPr/>
            <p:nvPr/>
          </p:nvSpPr>
          <p:spPr bwMode="auto">
            <a:xfrm>
              <a:off x="54102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4" name="Rectangle 1233"/>
            <p:cNvSpPr/>
            <p:nvPr/>
          </p:nvSpPr>
          <p:spPr bwMode="auto">
            <a:xfrm>
              <a:off x="57150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5" name="Rectangle 1234"/>
            <p:cNvSpPr/>
            <p:nvPr/>
          </p:nvSpPr>
          <p:spPr bwMode="auto">
            <a:xfrm>
              <a:off x="52578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6" name="Rectangle 1235"/>
            <p:cNvSpPr/>
            <p:nvPr/>
          </p:nvSpPr>
          <p:spPr bwMode="auto">
            <a:xfrm>
              <a:off x="51054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7" name="Rectangle 1236"/>
            <p:cNvSpPr/>
            <p:nvPr/>
          </p:nvSpPr>
          <p:spPr bwMode="auto">
            <a:xfrm>
              <a:off x="55626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8" name="Rectangle 1237"/>
            <p:cNvSpPr/>
            <p:nvPr/>
          </p:nvSpPr>
          <p:spPr bwMode="auto">
            <a:xfrm>
              <a:off x="54102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39" name="Rectangle 1238"/>
            <p:cNvSpPr/>
            <p:nvPr/>
          </p:nvSpPr>
          <p:spPr bwMode="auto">
            <a:xfrm>
              <a:off x="57150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0" name="Rectangle 1239"/>
            <p:cNvSpPr/>
            <p:nvPr/>
          </p:nvSpPr>
          <p:spPr bwMode="auto">
            <a:xfrm>
              <a:off x="5257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1" name="Rectangle 1240"/>
            <p:cNvSpPr/>
            <p:nvPr/>
          </p:nvSpPr>
          <p:spPr bwMode="auto">
            <a:xfrm>
              <a:off x="5105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2" name="Rectangle 1241"/>
            <p:cNvSpPr/>
            <p:nvPr/>
          </p:nvSpPr>
          <p:spPr bwMode="auto">
            <a:xfrm>
              <a:off x="5562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3" name="Rectangle 1242"/>
            <p:cNvSpPr/>
            <p:nvPr/>
          </p:nvSpPr>
          <p:spPr bwMode="auto">
            <a:xfrm>
              <a:off x="54102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4" name="Rectangle 1243"/>
            <p:cNvSpPr/>
            <p:nvPr/>
          </p:nvSpPr>
          <p:spPr bwMode="auto">
            <a:xfrm>
              <a:off x="57150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5" name="Rectangle 1244"/>
            <p:cNvSpPr/>
            <p:nvPr/>
          </p:nvSpPr>
          <p:spPr bwMode="auto">
            <a:xfrm>
              <a:off x="5257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6" name="Rectangle 1245"/>
            <p:cNvSpPr/>
            <p:nvPr/>
          </p:nvSpPr>
          <p:spPr bwMode="auto">
            <a:xfrm>
              <a:off x="5105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7" name="Rectangle 1246"/>
            <p:cNvSpPr/>
            <p:nvPr/>
          </p:nvSpPr>
          <p:spPr bwMode="auto">
            <a:xfrm>
              <a:off x="5562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8" name="Rectangle 1247"/>
            <p:cNvSpPr/>
            <p:nvPr/>
          </p:nvSpPr>
          <p:spPr bwMode="auto">
            <a:xfrm>
              <a:off x="54102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49" name="Rectangle 1248"/>
            <p:cNvSpPr/>
            <p:nvPr/>
          </p:nvSpPr>
          <p:spPr bwMode="auto">
            <a:xfrm>
              <a:off x="57150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0" name="Rectangle 1249"/>
            <p:cNvSpPr/>
            <p:nvPr/>
          </p:nvSpPr>
          <p:spPr bwMode="auto">
            <a:xfrm>
              <a:off x="4495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1" name="Rectangle 1250"/>
            <p:cNvSpPr/>
            <p:nvPr/>
          </p:nvSpPr>
          <p:spPr bwMode="auto">
            <a:xfrm>
              <a:off x="4343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2" name="Rectangle 1251"/>
            <p:cNvSpPr/>
            <p:nvPr/>
          </p:nvSpPr>
          <p:spPr bwMode="auto">
            <a:xfrm>
              <a:off x="4800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3" name="Rectangle 1252"/>
            <p:cNvSpPr/>
            <p:nvPr/>
          </p:nvSpPr>
          <p:spPr bwMode="auto">
            <a:xfrm>
              <a:off x="46482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5" name="Rectangle 1254"/>
            <p:cNvSpPr/>
            <p:nvPr/>
          </p:nvSpPr>
          <p:spPr bwMode="auto">
            <a:xfrm>
              <a:off x="4495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6" name="Rectangle 1255"/>
            <p:cNvSpPr/>
            <p:nvPr/>
          </p:nvSpPr>
          <p:spPr bwMode="auto">
            <a:xfrm>
              <a:off x="4343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7" name="Rectangle 1256"/>
            <p:cNvSpPr/>
            <p:nvPr/>
          </p:nvSpPr>
          <p:spPr bwMode="auto">
            <a:xfrm>
              <a:off x="4800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8" name="Rectangle 1257"/>
            <p:cNvSpPr/>
            <p:nvPr/>
          </p:nvSpPr>
          <p:spPr bwMode="auto">
            <a:xfrm>
              <a:off x="4648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0" name="Rectangle 1259"/>
            <p:cNvSpPr/>
            <p:nvPr/>
          </p:nvSpPr>
          <p:spPr bwMode="auto">
            <a:xfrm>
              <a:off x="5257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1" name="Rectangle 1260"/>
            <p:cNvSpPr/>
            <p:nvPr/>
          </p:nvSpPr>
          <p:spPr bwMode="auto">
            <a:xfrm>
              <a:off x="5105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2" name="Rectangle 1261"/>
            <p:cNvSpPr/>
            <p:nvPr/>
          </p:nvSpPr>
          <p:spPr bwMode="auto">
            <a:xfrm>
              <a:off x="5562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3" name="Rectangle 1262"/>
            <p:cNvSpPr/>
            <p:nvPr/>
          </p:nvSpPr>
          <p:spPr bwMode="auto">
            <a:xfrm>
              <a:off x="54102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4" name="Rectangle 1263"/>
            <p:cNvSpPr/>
            <p:nvPr/>
          </p:nvSpPr>
          <p:spPr bwMode="auto">
            <a:xfrm>
              <a:off x="57150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5" name="Rectangle 1264"/>
            <p:cNvSpPr/>
            <p:nvPr/>
          </p:nvSpPr>
          <p:spPr bwMode="auto">
            <a:xfrm>
              <a:off x="5257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6" name="Rectangle 1265"/>
            <p:cNvSpPr/>
            <p:nvPr/>
          </p:nvSpPr>
          <p:spPr bwMode="auto">
            <a:xfrm>
              <a:off x="5105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7" name="Rectangle 1266"/>
            <p:cNvSpPr/>
            <p:nvPr/>
          </p:nvSpPr>
          <p:spPr bwMode="auto">
            <a:xfrm>
              <a:off x="5562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8" name="Rectangle 1267"/>
            <p:cNvSpPr/>
            <p:nvPr/>
          </p:nvSpPr>
          <p:spPr bwMode="auto">
            <a:xfrm>
              <a:off x="5410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69" name="Rectangle 1268"/>
            <p:cNvSpPr/>
            <p:nvPr/>
          </p:nvSpPr>
          <p:spPr bwMode="auto">
            <a:xfrm>
              <a:off x="5715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0" name="Rectangle 1269"/>
            <p:cNvSpPr/>
            <p:nvPr/>
          </p:nvSpPr>
          <p:spPr bwMode="auto">
            <a:xfrm>
              <a:off x="4495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1" name="Rectangle 1270"/>
            <p:cNvSpPr/>
            <p:nvPr/>
          </p:nvSpPr>
          <p:spPr bwMode="auto">
            <a:xfrm>
              <a:off x="4343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2" name="Rectangle 1271"/>
            <p:cNvSpPr/>
            <p:nvPr/>
          </p:nvSpPr>
          <p:spPr bwMode="auto">
            <a:xfrm>
              <a:off x="4800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3" name="Rectangle 1272"/>
            <p:cNvSpPr/>
            <p:nvPr/>
          </p:nvSpPr>
          <p:spPr bwMode="auto">
            <a:xfrm>
              <a:off x="4648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5" name="Rectangle 1274"/>
            <p:cNvSpPr/>
            <p:nvPr/>
          </p:nvSpPr>
          <p:spPr bwMode="auto">
            <a:xfrm>
              <a:off x="4495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6" name="Rectangle 1275"/>
            <p:cNvSpPr/>
            <p:nvPr/>
          </p:nvSpPr>
          <p:spPr bwMode="auto">
            <a:xfrm>
              <a:off x="4343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7" name="Rectangle 1276"/>
            <p:cNvSpPr/>
            <p:nvPr/>
          </p:nvSpPr>
          <p:spPr bwMode="auto">
            <a:xfrm>
              <a:off x="4800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78" name="Rectangle 1277"/>
            <p:cNvSpPr/>
            <p:nvPr/>
          </p:nvSpPr>
          <p:spPr bwMode="auto">
            <a:xfrm>
              <a:off x="4648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0" name="Rectangle 1279"/>
            <p:cNvSpPr/>
            <p:nvPr/>
          </p:nvSpPr>
          <p:spPr bwMode="auto">
            <a:xfrm>
              <a:off x="5257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1" name="Rectangle 1280"/>
            <p:cNvSpPr/>
            <p:nvPr/>
          </p:nvSpPr>
          <p:spPr bwMode="auto">
            <a:xfrm>
              <a:off x="5105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2" name="Rectangle 1281"/>
            <p:cNvSpPr/>
            <p:nvPr/>
          </p:nvSpPr>
          <p:spPr bwMode="auto">
            <a:xfrm>
              <a:off x="5562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3" name="Rectangle 1282"/>
            <p:cNvSpPr/>
            <p:nvPr/>
          </p:nvSpPr>
          <p:spPr bwMode="auto">
            <a:xfrm>
              <a:off x="5410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4" name="Rectangle 1283"/>
            <p:cNvSpPr/>
            <p:nvPr/>
          </p:nvSpPr>
          <p:spPr bwMode="auto">
            <a:xfrm>
              <a:off x="5715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5" name="Rectangle 1284"/>
            <p:cNvSpPr/>
            <p:nvPr/>
          </p:nvSpPr>
          <p:spPr bwMode="auto">
            <a:xfrm>
              <a:off x="5257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6" name="Rectangle 1285"/>
            <p:cNvSpPr/>
            <p:nvPr/>
          </p:nvSpPr>
          <p:spPr bwMode="auto">
            <a:xfrm>
              <a:off x="5105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7" name="Rectangle 1286"/>
            <p:cNvSpPr/>
            <p:nvPr/>
          </p:nvSpPr>
          <p:spPr bwMode="auto">
            <a:xfrm>
              <a:off x="5562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8" name="Rectangle 1287"/>
            <p:cNvSpPr/>
            <p:nvPr/>
          </p:nvSpPr>
          <p:spPr bwMode="auto">
            <a:xfrm>
              <a:off x="5410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89" name="Rectangle 1288"/>
            <p:cNvSpPr/>
            <p:nvPr/>
          </p:nvSpPr>
          <p:spPr bwMode="auto">
            <a:xfrm>
              <a:off x="5715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0" name="Rectangle 1289"/>
            <p:cNvSpPr/>
            <p:nvPr/>
          </p:nvSpPr>
          <p:spPr bwMode="auto">
            <a:xfrm>
              <a:off x="6019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2" name="Rectangle 1291"/>
            <p:cNvSpPr/>
            <p:nvPr/>
          </p:nvSpPr>
          <p:spPr bwMode="auto">
            <a:xfrm>
              <a:off x="6324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3" name="Rectangle 1292"/>
            <p:cNvSpPr/>
            <p:nvPr/>
          </p:nvSpPr>
          <p:spPr bwMode="auto">
            <a:xfrm>
              <a:off x="6172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4" name="Rectangle 1293"/>
            <p:cNvSpPr/>
            <p:nvPr/>
          </p:nvSpPr>
          <p:spPr bwMode="auto">
            <a:xfrm>
              <a:off x="6477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5" name="Rectangle 1294"/>
            <p:cNvSpPr/>
            <p:nvPr/>
          </p:nvSpPr>
          <p:spPr bwMode="auto">
            <a:xfrm>
              <a:off x="6781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6" name="Rectangle 1295"/>
            <p:cNvSpPr/>
            <p:nvPr/>
          </p:nvSpPr>
          <p:spPr bwMode="auto">
            <a:xfrm>
              <a:off x="6629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7" name="Rectangle 1296"/>
            <p:cNvSpPr/>
            <p:nvPr/>
          </p:nvSpPr>
          <p:spPr bwMode="auto">
            <a:xfrm>
              <a:off x="7086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8" name="Rectangle 1297"/>
            <p:cNvSpPr/>
            <p:nvPr/>
          </p:nvSpPr>
          <p:spPr bwMode="auto">
            <a:xfrm>
              <a:off x="6934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99" name="Rectangle 1298"/>
            <p:cNvSpPr/>
            <p:nvPr/>
          </p:nvSpPr>
          <p:spPr bwMode="auto">
            <a:xfrm>
              <a:off x="7239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0" name="Rectangle 1299"/>
            <p:cNvSpPr/>
            <p:nvPr/>
          </p:nvSpPr>
          <p:spPr bwMode="auto">
            <a:xfrm>
              <a:off x="6019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2" name="Rectangle 1301"/>
            <p:cNvSpPr/>
            <p:nvPr/>
          </p:nvSpPr>
          <p:spPr bwMode="auto">
            <a:xfrm>
              <a:off x="6324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3" name="Rectangle 1302"/>
            <p:cNvSpPr/>
            <p:nvPr/>
          </p:nvSpPr>
          <p:spPr bwMode="auto">
            <a:xfrm>
              <a:off x="6172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4" name="Rectangle 1303"/>
            <p:cNvSpPr/>
            <p:nvPr/>
          </p:nvSpPr>
          <p:spPr bwMode="auto">
            <a:xfrm>
              <a:off x="6477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5" name="Rectangle 1304"/>
            <p:cNvSpPr/>
            <p:nvPr/>
          </p:nvSpPr>
          <p:spPr bwMode="auto">
            <a:xfrm>
              <a:off x="6019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7" name="Rectangle 1306"/>
            <p:cNvSpPr/>
            <p:nvPr/>
          </p:nvSpPr>
          <p:spPr bwMode="auto">
            <a:xfrm>
              <a:off x="6324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8" name="Rectangle 1307"/>
            <p:cNvSpPr/>
            <p:nvPr/>
          </p:nvSpPr>
          <p:spPr bwMode="auto">
            <a:xfrm>
              <a:off x="6172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09" name="Rectangle 1308"/>
            <p:cNvSpPr/>
            <p:nvPr/>
          </p:nvSpPr>
          <p:spPr bwMode="auto">
            <a:xfrm>
              <a:off x="6477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0" name="Rectangle 1309"/>
            <p:cNvSpPr/>
            <p:nvPr/>
          </p:nvSpPr>
          <p:spPr bwMode="auto">
            <a:xfrm>
              <a:off x="6781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1" name="Rectangle 1310"/>
            <p:cNvSpPr/>
            <p:nvPr/>
          </p:nvSpPr>
          <p:spPr bwMode="auto">
            <a:xfrm>
              <a:off x="6629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2" name="Rectangle 1311"/>
            <p:cNvSpPr/>
            <p:nvPr/>
          </p:nvSpPr>
          <p:spPr bwMode="auto">
            <a:xfrm>
              <a:off x="7086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3" name="Rectangle 1312"/>
            <p:cNvSpPr/>
            <p:nvPr/>
          </p:nvSpPr>
          <p:spPr bwMode="auto">
            <a:xfrm>
              <a:off x="6934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4" name="Rectangle 1313"/>
            <p:cNvSpPr/>
            <p:nvPr/>
          </p:nvSpPr>
          <p:spPr bwMode="auto">
            <a:xfrm>
              <a:off x="7239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5" name="Rectangle 1314"/>
            <p:cNvSpPr/>
            <p:nvPr/>
          </p:nvSpPr>
          <p:spPr bwMode="auto">
            <a:xfrm>
              <a:off x="6781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6" name="Rectangle 1315"/>
            <p:cNvSpPr/>
            <p:nvPr/>
          </p:nvSpPr>
          <p:spPr bwMode="auto">
            <a:xfrm>
              <a:off x="6629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7" name="Rectangle 1316"/>
            <p:cNvSpPr/>
            <p:nvPr/>
          </p:nvSpPr>
          <p:spPr bwMode="auto">
            <a:xfrm>
              <a:off x="7086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8" name="Rectangle 1317"/>
            <p:cNvSpPr/>
            <p:nvPr/>
          </p:nvSpPr>
          <p:spPr bwMode="auto">
            <a:xfrm>
              <a:off x="6934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19" name="Rectangle 1318"/>
            <p:cNvSpPr/>
            <p:nvPr/>
          </p:nvSpPr>
          <p:spPr bwMode="auto">
            <a:xfrm>
              <a:off x="7239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0" name="Rectangle 1319"/>
            <p:cNvSpPr/>
            <p:nvPr/>
          </p:nvSpPr>
          <p:spPr bwMode="auto">
            <a:xfrm>
              <a:off x="7543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1" name="Rectangle 1320"/>
            <p:cNvSpPr/>
            <p:nvPr/>
          </p:nvSpPr>
          <p:spPr bwMode="auto">
            <a:xfrm>
              <a:off x="7391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2" name="Rectangle 1321"/>
            <p:cNvSpPr/>
            <p:nvPr/>
          </p:nvSpPr>
          <p:spPr bwMode="auto">
            <a:xfrm>
              <a:off x="7848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4" name="Rectangle 1323"/>
            <p:cNvSpPr/>
            <p:nvPr/>
          </p:nvSpPr>
          <p:spPr bwMode="auto">
            <a:xfrm>
              <a:off x="80010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0" name="Rectangle 1329"/>
            <p:cNvSpPr/>
            <p:nvPr/>
          </p:nvSpPr>
          <p:spPr bwMode="auto">
            <a:xfrm>
              <a:off x="7543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1" name="Rectangle 1330"/>
            <p:cNvSpPr/>
            <p:nvPr/>
          </p:nvSpPr>
          <p:spPr bwMode="auto">
            <a:xfrm>
              <a:off x="7391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2" name="Rectangle 1331"/>
            <p:cNvSpPr/>
            <p:nvPr/>
          </p:nvSpPr>
          <p:spPr bwMode="auto">
            <a:xfrm>
              <a:off x="7848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4" name="Rectangle 1333"/>
            <p:cNvSpPr/>
            <p:nvPr/>
          </p:nvSpPr>
          <p:spPr bwMode="auto">
            <a:xfrm>
              <a:off x="80010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5" name="Rectangle 1334"/>
            <p:cNvSpPr/>
            <p:nvPr/>
          </p:nvSpPr>
          <p:spPr bwMode="auto">
            <a:xfrm>
              <a:off x="7543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6" name="Rectangle 1335"/>
            <p:cNvSpPr/>
            <p:nvPr/>
          </p:nvSpPr>
          <p:spPr bwMode="auto">
            <a:xfrm>
              <a:off x="7391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7" name="Rectangle 1336"/>
            <p:cNvSpPr/>
            <p:nvPr/>
          </p:nvSpPr>
          <p:spPr bwMode="auto">
            <a:xfrm>
              <a:off x="7848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39" name="Rectangle 1338"/>
            <p:cNvSpPr/>
            <p:nvPr/>
          </p:nvSpPr>
          <p:spPr bwMode="auto">
            <a:xfrm>
              <a:off x="8001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0" name="Rectangle 1349"/>
            <p:cNvSpPr/>
            <p:nvPr/>
          </p:nvSpPr>
          <p:spPr bwMode="auto">
            <a:xfrm>
              <a:off x="3276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2" name="Rectangle 1351"/>
            <p:cNvSpPr/>
            <p:nvPr/>
          </p:nvSpPr>
          <p:spPr bwMode="auto">
            <a:xfrm>
              <a:off x="3581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3" name="Rectangle 1352"/>
            <p:cNvSpPr/>
            <p:nvPr/>
          </p:nvSpPr>
          <p:spPr bwMode="auto">
            <a:xfrm>
              <a:off x="34290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4" name="Rectangle 1353"/>
            <p:cNvSpPr/>
            <p:nvPr/>
          </p:nvSpPr>
          <p:spPr bwMode="auto">
            <a:xfrm>
              <a:off x="3733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5" name="Rectangle 1354"/>
            <p:cNvSpPr/>
            <p:nvPr/>
          </p:nvSpPr>
          <p:spPr bwMode="auto">
            <a:xfrm>
              <a:off x="4038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6" name="Rectangle 1355"/>
            <p:cNvSpPr/>
            <p:nvPr/>
          </p:nvSpPr>
          <p:spPr bwMode="auto">
            <a:xfrm>
              <a:off x="3886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8" name="Rectangle 1357"/>
            <p:cNvSpPr/>
            <p:nvPr/>
          </p:nvSpPr>
          <p:spPr bwMode="auto">
            <a:xfrm>
              <a:off x="990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59" name="Rectangle 1358"/>
            <p:cNvSpPr/>
            <p:nvPr/>
          </p:nvSpPr>
          <p:spPr bwMode="auto">
            <a:xfrm>
              <a:off x="8382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0" name="Rectangle 1359"/>
            <p:cNvSpPr/>
            <p:nvPr/>
          </p:nvSpPr>
          <p:spPr bwMode="auto">
            <a:xfrm>
              <a:off x="1295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2" name="Rectangle 1361"/>
            <p:cNvSpPr/>
            <p:nvPr/>
          </p:nvSpPr>
          <p:spPr bwMode="auto">
            <a:xfrm>
              <a:off x="16002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3" name="Rectangle 1362"/>
            <p:cNvSpPr/>
            <p:nvPr/>
          </p:nvSpPr>
          <p:spPr bwMode="auto">
            <a:xfrm>
              <a:off x="1447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4" name="Rectangle 1363"/>
            <p:cNvSpPr/>
            <p:nvPr/>
          </p:nvSpPr>
          <p:spPr bwMode="auto">
            <a:xfrm>
              <a:off x="685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5" name="Rectangle 1364"/>
            <p:cNvSpPr/>
            <p:nvPr/>
          </p:nvSpPr>
          <p:spPr bwMode="auto">
            <a:xfrm>
              <a:off x="1752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6" name="Rectangle 1365"/>
            <p:cNvSpPr/>
            <p:nvPr/>
          </p:nvSpPr>
          <p:spPr bwMode="auto">
            <a:xfrm>
              <a:off x="990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7" name="Rectangle 1366"/>
            <p:cNvSpPr/>
            <p:nvPr/>
          </p:nvSpPr>
          <p:spPr bwMode="auto">
            <a:xfrm>
              <a:off x="8382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68" name="Rectangle 1367"/>
            <p:cNvSpPr/>
            <p:nvPr/>
          </p:nvSpPr>
          <p:spPr bwMode="auto">
            <a:xfrm>
              <a:off x="1295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0" name="Rectangle 1369"/>
            <p:cNvSpPr/>
            <p:nvPr/>
          </p:nvSpPr>
          <p:spPr bwMode="auto">
            <a:xfrm>
              <a:off x="16002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1" name="Rectangle 1370"/>
            <p:cNvSpPr/>
            <p:nvPr/>
          </p:nvSpPr>
          <p:spPr bwMode="auto">
            <a:xfrm>
              <a:off x="1447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2" name="Rectangle 1371"/>
            <p:cNvSpPr/>
            <p:nvPr/>
          </p:nvSpPr>
          <p:spPr bwMode="auto">
            <a:xfrm>
              <a:off x="685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3" name="Rectangle 1372"/>
            <p:cNvSpPr/>
            <p:nvPr/>
          </p:nvSpPr>
          <p:spPr bwMode="auto">
            <a:xfrm>
              <a:off x="1752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4" name="Rectangle 1373"/>
            <p:cNvSpPr/>
            <p:nvPr/>
          </p:nvSpPr>
          <p:spPr bwMode="auto">
            <a:xfrm>
              <a:off x="990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5" name="Rectangle 1374"/>
            <p:cNvSpPr/>
            <p:nvPr/>
          </p:nvSpPr>
          <p:spPr bwMode="auto">
            <a:xfrm>
              <a:off x="8382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6" name="Rectangle 1375"/>
            <p:cNvSpPr/>
            <p:nvPr/>
          </p:nvSpPr>
          <p:spPr bwMode="auto">
            <a:xfrm>
              <a:off x="1295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8" name="Rectangle 1377"/>
            <p:cNvSpPr/>
            <p:nvPr/>
          </p:nvSpPr>
          <p:spPr bwMode="auto">
            <a:xfrm>
              <a:off x="16002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79" name="Rectangle 1378"/>
            <p:cNvSpPr/>
            <p:nvPr/>
          </p:nvSpPr>
          <p:spPr bwMode="auto">
            <a:xfrm>
              <a:off x="1447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0" name="Rectangle 1379"/>
            <p:cNvSpPr/>
            <p:nvPr/>
          </p:nvSpPr>
          <p:spPr bwMode="auto">
            <a:xfrm>
              <a:off x="685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1" name="Rectangle 1380"/>
            <p:cNvSpPr/>
            <p:nvPr/>
          </p:nvSpPr>
          <p:spPr bwMode="auto">
            <a:xfrm>
              <a:off x="1752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2" name="Rectangle 1381"/>
            <p:cNvSpPr/>
            <p:nvPr/>
          </p:nvSpPr>
          <p:spPr bwMode="auto">
            <a:xfrm>
              <a:off x="990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3" name="Rectangle 1382"/>
            <p:cNvSpPr/>
            <p:nvPr/>
          </p:nvSpPr>
          <p:spPr bwMode="auto">
            <a:xfrm>
              <a:off x="8382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4" name="Rectangle 1383"/>
            <p:cNvSpPr/>
            <p:nvPr/>
          </p:nvSpPr>
          <p:spPr bwMode="auto">
            <a:xfrm>
              <a:off x="1295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6" name="Rectangle 1385"/>
            <p:cNvSpPr/>
            <p:nvPr/>
          </p:nvSpPr>
          <p:spPr bwMode="auto">
            <a:xfrm>
              <a:off x="16002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7" name="Rectangle 1386"/>
            <p:cNvSpPr/>
            <p:nvPr/>
          </p:nvSpPr>
          <p:spPr bwMode="auto">
            <a:xfrm>
              <a:off x="1447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8" name="Rectangle 1387"/>
            <p:cNvSpPr/>
            <p:nvPr/>
          </p:nvSpPr>
          <p:spPr bwMode="auto">
            <a:xfrm>
              <a:off x="685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89" name="Rectangle 1388"/>
            <p:cNvSpPr/>
            <p:nvPr/>
          </p:nvSpPr>
          <p:spPr bwMode="auto">
            <a:xfrm>
              <a:off x="1752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0" name="Rectangle 1389"/>
            <p:cNvSpPr/>
            <p:nvPr/>
          </p:nvSpPr>
          <p:spPr bwMode="auto">
            <a:xfrm>
              <a:off x="9906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1" name="Rectangle 1390"/>
            <p:cNvSpPr/>
            <p:nvPr/>
          </p:nvSpPr>
          <p:spPr bwMode="auto">
            <a:xfrm>
              <a:off x="8382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2" name="Rectangle 1391"/>
            <p:cNvSpPr/>
            <p:nvPr/>
          </p:nvSpPr>
          <p:spPr bwMode="auto">
            <a:xfrm>
              <a:off x="12954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4" name="Rectangle 1393"/>
            <p:cNvSpPr/>
            <p:nvPr/>
          </p:nvSpPr>
          <p:spPr bwMode="auto">
            <a:xfrm>
              <a:off x="16002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5" name="Rectangle 1394"/>
            <p:cNvSpPr/>
            <p:nvPr/>
          </p:nvSpPr>
          <p:spPr bwMode="auto">
            <a:xfrm>
              <a:off x="14478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6" name="Rectangle 1395"/>
            <p:cNvSpPr/>
            <p:nvPr/>
          </p:nvSpPr>
          <p:spPr bwMode="auto">
            <a:xfrm>
              <a:off x="6858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7" name="Rectangle 1396"/>
            <p:cNvSpPr/>
            <p:nvPr/>
          </p:nvSpPr>
          <p:spPr bwMode="auto">
            <a:xfrm>
              <a:off x="17526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8" name="Rectangle 1397"/>
            <p:cNvSpPr/>
            <p:nvPr/>
          </p:nvSpPr>
          <p:spPr bwMode="auto">
            <a:xfrm>
              <a:off x="9906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99" name="Rectangle 1398"/>
            <p:cNvSpPr/>
            <p:nvPr/>
          </p:nvSpPr>
          <p:spPr bwMode="auto">
            <a:xfrm>
              <a:off x="8382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0" name="Rectangle 1399"/>
            <p:cNvSpPr/>
            <p:nvPr/>
          </p:nvSpPr>
          <p:spPr bwMode="auto">
            <a:xfrm>
              <a:off x="12954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2" name="Rectangle 1401"/>
            <p:cNvSpPr/>
            <p:nvPr/>
          </p:nvSpPr>
          <p:spPr bwMode="auto">
            <a:xfrm>
              <a:off x="16002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3" name="Rectangle 1402"/>
            <p:cNvSpPr/>
            <p:nvPr/>
          </p:nvSpPr>
          <p:spPr bwMode="auto">
            <a:xfrm>
              <a:off x="14478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4" name="Rectangle 1403"/>
            <p:cNvSpPr/>
            <p:nvPr/>
          </p:nvSpPr>
          <p:spPr bwMode="auto">
            <a:xfrm>
              <a:off x="6858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5" name="Rectangle 1404"/>
            <p:cNvSpPr/>
            <p:nvPr/>
          </p:nvSpPr>
          <p:spPr bwMode="auto">
            <a:xfrm>
              <a:off x="17526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6" name="Rectangle 1405"/>
            <p:cNvSpPr/>
            <p:nvPr/>
          </p:nvSpPr>
          <p:spPr bwMode="auto">
            <a:xfrm>
              <a:off x="2057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7" name="Rectangle 1406"/>
            <p:cNvSpPr/>
            <p:nvPr/>
          </p:nvSpPr>
          <p:spPr bwMode="auto">
            <a:xfrm>
              <a:off x="19050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8" name="Rectangle 1407"/>
            <p:cNvSpPr/>
            <p:nvPr/>
          </p:nvSpPr>
          <p:spPr bwMode="auto">
            <a:xfrm>
              <a:off x="23622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09" name="Rectangle 1408"/>
            <p:cNvSpPr/>
            <p:nvPr/>
          </p:nvSpPr>
          <p:spPr bwMode="auto">
            <a:xfrm>
              <a:off x="2209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0" name="Rectangle 1409"/>
            <p:cNvSpPr/>
            <p:nvPr/>
          </p:nvSpPr>
          <p:spPr bwMode="auto">
            <a:xfrm>
              <a:off x="2514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1" name="Rectangle 1410"/>
            <p:cNvSpPr/>
            <p:nvPr/>
          </p:nvSpPr>
          <p:spPr bwMode="auto">
            <a:xfrm>
              <a:off x="2057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2" name="Rectangle 1411"/>
            <p:cNvSpPr/>
            <p:nvPr/>
          </p:nvSpPr>
          <p:spPr bwMode="auto">
            <a:xfrm>
              <a:off x="19050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3" name="Rectangle 1412"/>
            <p:cNvSpPr/>
            <p:nvPr/>
          </p:nvSpPr>
          <p:spPr bwMode="auto">
            <a:xfrm>
              <a:off x="23622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4" name="Rectangle 1413"/>
            <p:cNvSpPr/>
            <p:nvPr/>
          </p:nvSpPr>
          <p:spPr bwMode="auto">
            <a:xfrm>
              <a:off x="2209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5" name="Rectangle 1414"/>
            <p:cNvSpPr/>
            <p:nvPr/>
          </p:nvSpPr>
          <p:spPr bwMode="auto">
            <a:xfrm>
              <a:off x="2514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6" name="Rectangle 1415"/>
            <p:cNvSpPr/>
            <p:nvPr/>
          </p:nvSpPr>
          <p:spPr bwMode="auto">
            <a:xfrm>
              <a:off x="2057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7" name="Rectangle 1416"/>
            <p:cNvSpPr/>
            <p:nvPr/>
          </p:nvSpPr>
          <p:spPr bwMode="auto">
            <a:xfrm>
              <a:off x="19050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8" name="Rectangle 1417"/>
            <p:cNvSpPr/>
            <p:nvPr/>
          </p:nvSpPr>
          <p:spPr bwMode="auto">
            <a:xfrm>
              <a:off x="23622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19" name="Rectangle 1418"/>
            <p:cNvSpPr/>
            <p:nvPr/>
          </p:nvSpPr>
          <p:spPr bwMode="auto">
            <a:xfrm>
              <a:off x="2209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0" name="Rectangle 1419"/>
            <p:cNvSpPr/>
            <p:nvPr/>
          </p:nvSpPr>
          <p:spPr bwMode="auto">
            <a:xfrm>
              <a:off x="2514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1" name="Rectangle 1420"/>
            <p:cNvSpPr/>
            <p:nvPr/>
          </p:nvSpPr>
          <p:spPr bwMode="auto">
            <a:xfrm>
              <a:off x="2057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2" name="Rectangle 1421"/>
            <p:cNvSpPr/>
            <p:nvPr/>
          </p:nvSpPr>
          <p:spPr bwMode="auto">
            <a:xfrm>
              <a:off x="19050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3" name="Rectangle 1422"/>
            <p:cNvSpPr/>
            <p:nvPr/>
          </p:nvSpPr>
          <p:spPr bwMode="auto">
            <a:xfrm>
              <a:off x="23622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4" name="Rectangle 1423"/>
            <p:cNvSpPr/>
            <p:nvPr/>
          </p:nvSpPr>
          <p:spPr bwMode="auto">
            <a:xfrm>
              <a:off x="2209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5" name="Rectangle 1424"/>
            <p:cNvSpPr/>
            <p:nvPr/>
          </p:nvSpPr>
          <p:spPr bwMode="auto">
            <a:xfrm>
              <a:off x="2514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6" name="Rectangle 1425"/>
            <p:cNvSpPr/>
            <p:nvPr/>
          </p:nvSpPr>
          <p:spPr bwMode="auto">
            <a:xfrm>
              <a:off x="20574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7" name="Rectangle 1426"/>
            <p:cNvSpPr/>
            <p:nvPr/>
          </p:nvSpPr>
          <p:spPr bwMode="auto">
            <a:xfrm>
              <a:off x="19050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8" name="Rectangle 1427"/>
            <p:cNvSpPr/>
            <p:nvPr/>
          </p:nvSpPr>
          <p:spPr bwMode="auto">
            <a:xfrm>
              <a:off x="23622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29" name="Rectangle 1428"/>
            <p:cNvSpPr/>
            <p:nvPr/>
          </p:nvSpPr>
          <p:spPr bwMode="auto">
            <a:xfrm>
              <a:off x="22098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0" name="Rectangle 1429"/>
            <p:cNvSpPr/>
            <p:nvPr/>
          </p:nvSpPr>
          <p:spPr bwMode="auto">
            <a:xfrm>
              <a:off x="25146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1" name="Rectangle 1430"/>
            <p:cNvSpPr/>
            <p:nvPr/>
          </p:nvSpPr>
          <p:spPr bwMode="auto">
            <a:xfrm>
              <a:off x="20574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2" name="Rectangle 1431"/>
            <p:cNvSpPr/>
            <p:nvPr/>
          </p:nvSpPr>
          <p:spPr bwMode="auto">
            <a:xfrm>
              <a:off x="19050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3" name="Rectangle 1432"/>
            <p:cNvSpPr/>
            <p:nvPr/>
          </p:nvSpPr>
          <p:spPr bwMode="auto">
            <a:xfrm>
              <a:off x="23622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4" name="Rectangle 1433"/>
            <p:cNvSpPr/>
            <p:nvPr/>
          </p:nvSpPr>
          <p:spPr bwMode="auto">
            <a:xfrm>
              <a:off x="22098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5" name="Rectangle 1434"/>
            <p:cNvSpPr/>
            <p:nvPr/>
          </p:nvSpPr>
          <p:spPr bwMode="auto">
            <a:xfrm>
              <a:off x="25146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6" name="Rectangle 1435"/>
            <p:cNvSpPr/>
            <p:nvPr/>
          </p:nvSpPr>
          <p:spPr bwMode="auto">
            <a:xfrm>
              <a:off x="990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7" name="Rectangle 1436"/>
            <p:cNvSpPr/>
            <p:nvPr/>
          </p:nvSpPr>
          <p:spPr bwMode="auto">
            <a:xfrm>
              <a:off x="838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38" name="Rectangle 1437"/>
            <p:cNvSpPr/>
            <p:nvPr/>
          </p:nvSpPr>
          <p:spPr bwMode="auto">
            <a:xfrm>
              <a:off x="1295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0" name="Rectangle 1439"/>
            <p:cNvSpPr/>
            <p:nvPr/>
          </p:nvSpPr>
          <p:spPr bwMode="auto">
            <a:xfrm>
              <a:off x="1600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1" name="Rectangle 1440"/>
            <p:cNvSpPr/>
            <p:nvPr/>
          </p:nvSpPr>
          <p:spPr bwMode="auto">
            <a:xfrm>
              <a:off x="1447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2" name="Rectangle 1441"/>
            <p:cNvSpPr/>
            <p:nvPr/>
          </p:nvSpPr>
          <p:spPr bwMode="auto">
            <a:xfrm>
              <a:off x="685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3" name="Rectangle 1442"/>
            <p:cNvSpPr/>
            <p:nvPr/>
          </p:nvSpPr>
          <p:spPr bwMode="auto">
            <a:xfrm>
              <a:off x="1752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4" name="Rectangle 1443"/>
            <p:cNvSpPr/>
            <p:nvPr/>
          </p:nvSpPr>
          <p:spPr bwMode="auto">
            <a:xfrm>
              <a:off x="990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5" name="Rectangle 1444"/>
            <p:cNvSpPr/>
            <p:nvPr/>
          </p:nvSpPr>
          <p:spPr bwMode="auto">
            <a:xfrm>
              <a:off x="8382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6" name="Rectangle 1445"/>
            <p:cNvSpPr/>
            <p:nvPr/>
          </p:nvSpPr>
          <p:spPr bwMode="auto">
            <a:xfrm>
              <a:off x="1295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8" name="Rectangle 1447"/>
            <p:cNvSpPr/>
            <p:nvPr/>
          </p:nvSpPr>
          <p:spPr bwMode="auto">
            <a:xfrm>
              <a:off x="16002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49" name="Rectangle 1448"/>
            <p:cNvSpPr/>
            <p:nvPr/>
          </p:nvSpPr>
          <p:spPr bwMode="auto">
            <a:xfrm>
              <a:off x="1447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0" name="Rectangle 1449"/>
            <p:cNvSpPr/>
            <p:nvPr/>
          </p:nvSpPr>
          <p:spPr bwMode="auto">
            <a:xfrm>
              <a:off x="685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1" name="Rectangle 1450"/>
            <p:cNvSpPr/>
            <p:nvPr/>
          </p:nvSpPr>
          <p:spPr bwMode="auto">
            <a:xfrm>
              <a:off x="1752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2" name="Rectangle 1451"/>
            <p:cNvSpPr/>
            <p:nvPr/>
          </p:nvSpPr>
          <p:spPr bwMode="auto">
            <a:xfrm>
              <a:off x="2057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3" name="Rectangle 1452"/>
            <p:cNvSpPr/>
            <p:nvPr/>
          </p:nvSpPr>
          <p:spPr bwMode="auto">
            <a:xfrm>
              <a:off x="19050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4" name="Rectangle 1453"/>
            <p:cNvSpPr/>
            <p:nvPr/>
          </p:nvSpPr>
          <p:spPr bwMode="auto">
            <a:xfrm>
              <a:off x="2362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5" name="Rectangle 1454"/>
            <p:cNvSpPr/>
            <p:nvPr/>
          </p:nvSpPr>
          <p:spPr bwMode="auto">
            <a:xfrm>
              <a:off x="2209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6" name="Rectangle 1455"/>
            <p:cNvSpPr/>
            <p:nvPr/>
          </p:nvSpPr>
          <p:spPr bwMode="auto">
            <a:xfrm>
              <a:off x="2514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7" name="Rectangle 1456"/>
            <p:cNvSpPr/>
            <p:nvPr/>
          </p:nvSpPr>
          <p:spPr bwMode="auto">
            <a:xfrm>
              <a:off x="2057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8" name="Rectangle 1457"/>
            <p:cNvSpPr/>
            <p:nvPr/>
          </p:nvSpPr>
          <p:spPr bwMode="auto">
            <a:xfrm>
              <a:off x="19050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59" name="Rectangle 1458"/>
            <p:cNvSpPr/>
            <p:nvPr/>
          </p:nvSpPr>
          <p:spPr bwMode="auto">
            <a:xfrm>
              <a:off x="23622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0" name="Rectangle 1459"/>
            <p:cNvSpPr/>
            <p:nvPr/>
          </p:nvSpPr>
          <p:spPr bwMode="auto">
            <a:xfrm>
              <a:off x="2209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1" name="Rectangle 1460"/>
            <p:cNvSpPr/>
            <p:nvPr/>
          </p:nvSpPr>
          <p:spPr bwMode="auto">
            <a:xfrm>
              <a:off x="2514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4" name="Rectangle 1463"/>
            <p:cNvSpPr/>
            <p:nvPr/>
          </p:nvSpPr>
          <p:spPr bwMode="auto">
            <a:xfrm>
              <a:off x="1295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6" name="Rectangle 1465"/>
            <p:cNvSpPr/>
            <p:nvPr/>
          </p:nvSpPr>
          <p:spPr bwMode="auto">
            <a:xfrm>
              <a:off x="1600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7" name="Rectangle 1466"/>
            <p:cNvSpPr/>
            <p:nvPr/>
          </p:nvSpPr>
          <p:spPr bwMode="auto">
            <a:xfrm>
              <a:off x="1447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69" name="Rectangle 1468"/>
            <p:cNvSpPr/>
            <p:nvPr/>
          </p:nvSpPr>
          <p:spPr bwMode="auto">
            <a:xfrm>
              <a:off x="1752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0" name="Rectangle 1469"/>
            <p:cNvSpPr/>
            <p:nvPr/>
          </p:nvSpPr>
          <p:spPr bwMode="auto">
            <a:xfrm>
              <a:off x="2057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1" name="Rectangle 1470"/>
            <p:cNvSpPr/>
            <p:nvPr/>
          </p:nvSpPr>
          <p:spPr bwMode="auto">
            <a:xfrm>
              <a:off x="1905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2" name="Rectangle 1471"/>
            <p:cNvSpPr/>
            <p:nvPr/>
          </p:nvSpPr>
          <p:spPr bwMode="auto">
            <a:xfrm>
              <a:off x="2362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3" name="Rectangle 1472"/>
            <p:cNvSpPr/>
            <p:nvPr/>
          </p:nvSpPr>
          <p:spPr bwMode="auto">
            <a:xfrm>
              <a:off x="2209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4" name="Rectangle 1473"/>
            <p:cNvSpPr/>
            <p:nvPr/>
          </p:nvSpPr>
          <p:spPr bwMode="auto">
            <a:xfrm>
              <a:off x="2514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5" name="Rectangle 1474"/>
            <p:cNvSpPr/>
            <p:nvPr/>
          </p:nvSpPr>
          <p:spPr bwMode="auto">
            <a:xfrm>
              <a:off x="4800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6" name="Rectangle 1475"/>
            <p:cNvSpPr/>
            <p:nvPr/>
          </p:nvSpPr>
          <p:spPr bwMode="auto">
            <a:xfrm>
              <a:off x="4648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7" name="Rectangle 1476"/>
            <p:cNvSpPr/>
            <p:nvPr/>
          </p:nvSpPr>
          <p:spPr bwMode="auto">
            <a:xfrm>
              <a:off x="5105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8" name="Rectangle 1477"/>
            <p:cNvSpPr/>
            <p:nvPr/>
          </p:nvSpPr>
          <p:spPr bwMode="auto">
            <a:xfrm>
              <a:off x="4953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79" name="Rectangle 1478"/>
            <p:cNvSpPr/>
            <p:nvPr/>
          </p:nvSpPr>
          <p:spPr bwMode="auto">
            <a:xfrm>
              <a:off x="5410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0" name="Rectangle 1479"/>
            <p:cNvSpPr/>
            <p:nvPr/>
          </p:nvSpPr>
          <p:spPr bwMode="auto">
            <a:xfrm>
              <a:off x="5257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2" name="Rectangle 1481"/>
            <p:cNvSpPr/>
            <p:nvPr/>
          </p:nvSpPr>
          <p:spPr bwMode="auto">
            <a:xfrm>
              <a:off x="5562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3" name="Rectangle 1482"/>
            <p:cNvSpPr/>
            <p:nvPr/>
          </p:nvSpPr>
          <p:spPr bwMode="auto">
            <a:xfrm>
              <a:off x="5867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4" name="Rectangle 1483"/>
            <p:cNvSpPr/>
            <p:nvPr/>
          </p:nvSpPr>
          <p:spPr bwMode="auto">
            <a:xfrm>
              <a:off x="5715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5" name="Rectangle 1484"/>
            <p:cNvSpPr/>
            <p:nvPr/>
          </p:nvSpPr>
          <p:spPr bwMode="auto">
            <a:xfrm>
              <a:off x="6172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6" name="Rectangle 1485"/>
            <p:cNvSpPr/>
            <p:nvPr/>
          </p:nvSpPr>
          <p:spPr bwMode="auto">
            <a:xfrm>
              <a:off x="6019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7" name="Rectangle 1486"/>
            <p:cNvSpPr/>
            <p:nvPr/>
          </p:nvSpPr>
          <p:spPr bwMode="auto">
            <a:xfrm>
              <a:off x="6324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1" name="Rectangle 1500"/>
            <p:cNvSpPr/>
            <p:nvPr/>
          </p:nvSpPr>
          <p:spPr bwMode="auto">
            <a:xfrm>
              <a:off x="2819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3" name="Rectangle 1502"/>
            <p:cNvSpPr/>
            <p:nvPr/>
          </p:nvSpPr>
          <p:spPr bwMode="auto">
            <a:xfrm>
              <a:off x="3124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4" name="Rectangle 1503"/>
            <p:cNvSpPr/>
            <p:nvPr/>
          </p:nvSpPr>
          <p:spPr bwMode="auto">
            <a:xfrm>
              <a:off x="2971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5" name="Rectangle 1504"/>
            <p:cNvSpPr/>
            <p:nvPr/>
          </p:nvSpPr>
          <p:spPr bwMode="auto">
            <a:xfrm>
              <a:off x="34290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6" name="Rectangle 1505"/>
            <p:cNvSpPr/>
            <p:nvPr/>
          </p:nvSpPr>
          <p:spPr bwMode="auto">
            <a:xfrm>
              <a:off x="3276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9" name="Rectangle 1508"/>
            <p:cNvSpPr/>
            <p:nvPr/>
          </p:nvSpPr>
          <p:spPr bwMode="auto">
            <a:xfrm>
              <a:off x="3886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0" name="Rectangle 1509"/>
            <p:cNvSpPr/>
            <p:nvPr/>
          </p:nvSpPr>
          <p:spPr bwMode="auto">
            <a:xfrm>
              <a:off x="3733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1" name="Rectangle 1510"/>
            <p:cNvSpPr/>
            <p:nvPr/>
          </p:nvSpPr>
          <p:spPr bwMode="auto">
            <a:xfrm>
              <a:off x="41910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2" name="Rectangle 1511"/>
            <p:cNvSpPr/>
            <p:nvPr/>
          </p:nvSpPr>
          <p:spPr bwMode="auto">
            <a:xfrm>
              <a:off x="4038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3" name="Rectangle 1512"/>
            <p:cNvSpPr/>
            <p:nvPr/>
          </p:nvSpPr>
          <p:spPr bwMode="auto">
            <a:xfrm>
              <a:off x="4343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4" name="Rectangle 1513"/>
            <p:cNvSpPr/>
            <p:nvPr/>
          </p:nvSpPr>
          <p:spPr bwMode="auto">
            <a:xfrm>
              <a:off x="2819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6" name="Rectangle 1515"/>
            <p:cNvSpPr/>
            <p:nvPr/>
          </p:nvSpPr>
          <p:spPr bwMode="auto">
            <a:xfrm>
              <a:off x="3124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7" name="Rectangle 1516"/>
            <p:cNvSpPr/>
            <p:nvPr/>
          </p:nvSpPr>
          <p:spPr bwMode="auto">
            <a:xfrm>
              <a:off x="2971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8" name="Rectangle 1517"/>
            <p:cNvSpPr/>
            <p:nvPr/>
          </p:nvSpPr>
          <p:spPr bwMode="auto">
            <a:xfrm>
              <a:off x="3429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19" name="Rectangle 1518"/>
            <p:cNvSpPr/>
            <p:nvPr/>
          </p:nvSpPr>
          <p:spPr bwMode="auto">
            <a:xfrm>
              <a:off x="3276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2" name="Rectangle 1521"/>
            <p:cNvSpPr/>
            <p:nvPr/>
          </p:nvSpPr>
          <p:spPr bwMode="auto">
            <a:xfrm>
              <a:off x="3886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3" name="Rectangle 1522"/>
            <p:cNvSpPr/>
            <p:nvPr/>
          </p:nvSpPr>
          <p:spPr bwMode="auto">
            <a:xfrm>
              <a:off x="3733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4" name="Rectangle 1523"/>
            <p:cNvSpPr/>
            <p:nvPr/>
          </p:nvSpPr>
          <p:spPr bwMode="auto">
            <a:xfrm>
              <a:off x="4191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5" name="Rectangle 1524"/>
            <p:cNvSpPr/>
            <p:nvPr/>
          </p:nvSpPr>
          <p:spPr bwMode="auto">
            <a:xfrm>
              <a:off x="4038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6" name="Rectangle 1525"/>
            <p:cNvSpPr/>
            <p:nvPr/>
          </p:nvSpPr>
          <p:spPr bwMode="auto">
            <a:xfrm>
              <a:off x="4343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7" name="Rectangle 1526"/>
            <p:cNvSpPr/>
            <p:nvPr/>
          </p:nvSpPr>
          <p:spPr bwMode="auto">
            <a:xfrm>
              <a:off x="38862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8" name="Rectangle 1527"/>
            <p:cNvSpPr/>
            <p:nvPr/>
          </p:nvSpPr>
          <p:spPr bwMode="auto">
            <a:xfrm>
              <a:off x="3733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9" name="Rectangle 1528"/>
            <p:cNvSpPr/>
            <p:nvPr/>
          </p:nvSpPr>
          <p:spPr bwMode="auto">
            <a:xfrm>
              <a:off x="41910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0" name="Rectangle 1529"/>
            <p:cNvSpPr/>
            <p:nvPr/>
          </p:nvSpPr>
          <p:spPr bwMode="auto">
            <a:xfrm>
              <a:off x="4038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1" name="Rectangle 1530"/>
            <p:cNvSpPr/>
            <p:nvPr/>
          </p:nvSpPr>
          <p:spPr bwMode="auto">
            <a:xfrm>
              <a:off x="4343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2" name="Rectangle 1531"/>
            <p:cNvSpPr/>
            <p:nvPr/>
          </p:nvSpPr>
          <p:spPr bwMode="auto">
            <a:xfrm>
              <a:off x="38862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3" name="Rectangle 1532"/>
            <p:cNvSpPr/>
            <p:nvPr/>
          </p:nvSpPr>
          <p:spPr bwMode="auto">
            <a:xfrm>
              <a:off x="3733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4" name="Rectangle 1533"/>
            <p:cNvSpPr/>
            <p:nvPr/>
          </p:nvSpPr>
          <p:spPr bwMode="auto">
            <a:xfrm>
              <a:off x="41910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5" name="Rectangle 1534"/>
            <p:cNvSpPr/>
            <p:nvPr/>
          </p:nvSpPr>
          <p:spPr bwMode="auto">
            <a:xfrm>
              <a:off x="4038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6" name="Rectangle 1535"/>
            <p:cNvSpPr/>
            <p:nvPr/>
          </p:nvSpPr>
          <p:spPr bwMode="auto">
            <a:xfrm>
              <a:off x="4343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7" name="Rectangle 1536"/>
            <p:cNvSpPr/>
            <p:nvPr/>
          </p:nvSpPr>
          <p:spPr bwMode="auto">
            <a:xfrm>
              <a:off x="38862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8" name="Rectangle 1537"/>
            <p:cNvSpPr/>
            <p:nvPr/>
          </p:nvSpPr>
          <p:spPr bwMode="auto">
            <a:xfrm>
              <a:off x="3733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39" name="Rectangle 1538"/>
            <p:cNvSpPr/>
            <p:nvPr/>
          </p:nvSpPr>
          <p:spPr bwMode="auto">
            <a:xfrm>
              <a:off x="41910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0" name="Rectangle 1539"/>
            <p:cNvSpPr/>
            <p:nvPr/>
          </p:nvSpPr>
          <p:spPr bwMode="auto">
            <a:xfrm>
              <a:off x="4038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1" name="Rectangle 1540"/>
            <p:cNvSpPr/>
            <p:nvPr/>
          </p:nvSpPr>
          <p:spPr bwMode="auto">
            <a:xfrm>
              <a:off x="4343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2" name="Rectangle 1541"/>
            <p:cNvSpPr/>
            <p:nvPr/>
          </p:nvSpPr>
          <p:spPr bwMode="auto">
            <a:xfrm>
              <a:off x="38862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3" name="Rectangle 1542"/>
            <p:cNvSpPr/>
            <p:nvPr/>
          </p:nvSpPr>
          <p:spPr bwMode="auto">
            <a:xfrm>
              <a:off x="3733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4" name="Rectangle 1543"/>
            <p:cNvSpPr/>
            <p:nvPr/>
          </p:nvSpPr>
          <p:spPr bwMode="auto">
            <a:xfrm>
              <a:off x="41910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5" name="Rectangle 1544"/>
            <p:cNvSpPr/>
            <p:nvPr/>
          </p:nvSpPr>
          <p:spPr bwMode="auto">
            <a:xfrm>
              <a:off x="4038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6" name="Rectangle 1545"/>
            <p:cNvSpPr/>
            <p:nvPr/>
          </p:nvSpPr>
          <p:spPr bwMode="auto">
            <a:xfrm>
              <a:off x="4343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7" name="Rectangle 1546"/>
            <p:cNvSpPr/>
            <p:nvPr/>
          </p:nvSpPr>
          <p:spPr bwMode="auto">
            <a:xfrm>
              <a:off x="38862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8" name="Rectangle 1547"/>
            <p:cNvSpPr/>
            <p:nvPr/>
          </p:nvSpPr>
          <p:spPr bwMode="auto">
            <a:xfrm>
              <a:off x="3733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49" name="Rectangle 1548"/>
            <p:cNvSpPr/>
            <p:nvPr/>
          </p:nvSpPr>
          <p:spPr bwMode="auto">
            <a:xfrm>
              <a:off x="41910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0" name="Rectangle 1549"/>
            <p:cNvSpPr/>
            <p:nvPr/>
          </p:nvSpPr>
          <p:spPr bwMode="auto">
            <a:xfrm>
              <a:off x="4038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1" name="Rectangle 1550"/>
            <p:cNvSpPr/>
            <p:nvPr/>
          </p:nvSpPr>
          <p:spPr bwMode="auto">
            <a:xfrm>
              <a:off x="4343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2" name="Rectangle 1551"/>
            <p:cNvSpPr/>
            <p:nvPr/>
          </p:nvSpPr>
          <p:spPr bwMode="auto">
            <a:xfrm>
              <a:off x="72390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3" name="Rectangle 1552"/>
            <p:cNvSpPr/>
            <p:nvPr/>
          </p:nvSpPr>
          <p:spPr bwMode="auto">
            <a:xfrm>
              <a:off x="70866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4" name="Rectangle 1553"/>
            <p:cNvSpPr/>
            <p:nvPr/>
          </p:nvSpPr>
          <p:spPr bwMode="auto">
            <a:xfrm>
              <a:off x="75438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5" name="Rectangle 1554"/>
            <p:cNvSpPr/>
            <p:nvPr/>
          </p:nvSpPr>
          <p:spPr bwMode="auto">
            <a:xfrm>
              <a:off x="73914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6" name="Rectangle 1555"/>
            <p:cNvSpPr/>
            <p:nvPr/>
          </p:nvSpPr>
          <p:spPr bwMode="auto">
            <a:xfrm>
              <a:off x="78486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8" name="Rectangle 1557"/>
            <p:cNvSpPr/>
            <p:nvPr/>
          </p:nvSpPr>
          <p:spPr bwMode="auto">
            <a:xfrm>
              <a:off x="69342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59" name="Rectangle 1558"/>
            <p:cNvSpPr/>
            <p:nvPr/>
          </p:nvSpPr>
          <p:spPr bwMode="auto">
            <a:xfrm>
              <a:off x="80010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0" name="Rectangle 1559"/>
            <p:cNvSpPr/>
            <p:nvPr/>
          </p:nvSpPr>
          <p:spPr bwMode="auto">
            <a:xfrm>
              <a:off x="72390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1" name="Rectangle 1560"/>
            <p:cNvSpPr/>
            <p:nvPr/>
          </p:nvSpPr>
          <p:spPr bwMode="auto">
            <a:xfrm>
              <a:off x="70866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2" name="Rectangle 1561"/>
            <p:cNvSpPr/>
            <p:nvPr/>
          </p:nvSpPr>
          <p:spPr bwMode="auto">
            <a:xfrm>
              <a:off x="75438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3" name="Rectangle 1562"/>
            <p:cNvSpPr/>
            <p:nvPr/>
          </p:nvSpPr>
          <p:spPr bwMode="auto">
            <a:xfrm>
              <a:off x="73914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4" name="Rectangle 1563"/>
            <p:cNvSpPr/>
            <p:nvPr/>
          </p:nvSpPr>
          <p:spPr bwMode="auto">
            <a:xfrm>
              <a:off x="78486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6" name="Rectangle 1565"/>
            <p:cNvSpPr/>
            <p:nvPr/>
          </p:nvSpPr>
          <p:spPr bwMode="auto">
            <a:xfrm>
              <a:off x="69342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7" name="Rectangle 1566"/>
            <p:cNvSpPr/>
            <p:nvPr/>
          </p:nvSpPr>
          <p:spPr bwMode="auto">
            <a:xfrm>
              <a:off x="80010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8" name="Rectangle 1567"/>
            <p:cNvSpPr/>
            <p:nvPr/>
          </p:nvSpPr>
          <p:spPr bwMode="auto">
            <a:xfrm>
              <a:off x="72390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69" name="Rectangle 1568"/>
            <p:cNvSpPr/>
            <p:nvPr/>
          </p:nvSpPr>
          <p:spPr bwMode="auto">
            <a:xfrm>
              <a:off x="70866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0" name="Rectangle 1569"/>
            <p:cNvSpPr/>
            <p:nvPr/>
          </p:nvSpPr>
          <p:spPr bwMode="auto">
            <a:xfrm>
              <a:off x="75438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1" name="Rectangle 1570"/>
            <p:cNvSpPr/>
            <p:nvPr/>
          </p:nvSpPr>
          <p:spPr bwMode="auto">
            <a:xfrm>
              <a:off x="73914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2" name="Rectangle 1571"/>
            <p:cNvSpPr/>
            <p:nvPr/>
          </p:nvSpPr>
          <p:spPr bwMode="auto">
            <a:xfrm>
              <a:off x="78486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4" name="Rectangle 1573"/>
            <p:cNvSpPr/>
            <p:nvPr/>
          </p:nvSpPr>
          <p:spPr bwMode="auto">
            <a:xfrm>
              <a:off x="69342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5" name="Rectangle 1574"/>
            <p:cNvSpPr/>
            <p:nvPr/>
          </p:nvSpPr>
          <p:spPr bwMode="auto">
            <a:xfrm>
              <a:off x="80010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6" name="Rectangle 1575"/>
            <p:cNvSpPr/>
            <p:nvPr/>
          </p:nvSpPr>
          <p:spPr bwMode="auto">
            <a:xfrm>
              <a:off x="72390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7" name="Rectangle 1576"/>
            <p:cNvSpPr/>
            <p:nvPr/>
          </p:nvSpPr>
          <p:spPr bwMode="auto">
            <a:xfrm>
              <a:off x="70866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8" name="Rectangle 1577"/>
            <p:cNvSpPr/>
            <p:nvPr/>
          </p:nvSpPr>
          <p:spPr bwMode="auto">
            <a:xfrm>
              <a:off x="75438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79" name="Rectangle 1578"/>
            <p:cNvSpPr/>
            <p:nvPr/>
          </p:nvSpPr>
          <p:spPr bwMode="auto">
            <a:xfrm>
              <a:off x="73914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0" name="Rectangle 1579"/>
            <p:cNvSpPr/>
            <p:nvPr/>
          </p:nvSpPr>
          <p:spPr bwMode="auto">
            <a:xfrm>
              <a:off x="78486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2" name="Rectangle 1581"/>
            <p:cNvSpPr/>
            <p:nvPr/>
          </p:nvSpPr>
          <p:spPr bwMode="auto">
            <a:xfrm>
              <a:off x="69342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3" name="Rectangle 1582"/>
            <p:cNvSpPr/>
            <p:nvPr/>
          </p:nvSpPr>
          <p:spPr bwMode="auto">
            <a:xfrm>
              <a:off x="80010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4" name="Rectangle 1583"/>
            <p:cNvSpPr/>
            <p:nvPr/>
          </p:nvSpPr>
          <p:spPr bwMode="auto">
            <a:xfrm>
              <a:off x="72390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5" name="Rectangle 1584"/>
            <p:cNvSpPr/>
            <p:nvPr/>
          </p:nvSpPr>
          <p:spPr bwMode="auto">
            <a:xfrm>
              <a:off x="70866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6" name="Rectangle 1585"/>
            <p:cNvSpPr/>
            <p:nvPr/>
          </p:nvSpPr>
          <p:spPr bwMode="auto">
            <a:xfrm>
              <a:off x="75438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7" name="Rectangle 1586"/>
            <p:cNvSpPr/>
            <p:nvPr/>
          </p:nvSpPr>
          <p:spPr bwMode="auto">
            <a:xfrm>
              <a:off x="73914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88" name="Rectangle 1587"/>
            <p:cNvSpPr/>
            <p:nvPr/>
          </p:nvSpPr>
          <p:spPr bwMode="auto">
            <a:xfrm>
              <a:off x="78486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0" name="Rectangle 1589"/>
            <p:cNvSpPr/>
            <p:nvPr/>
          </p:nvSpPr>
          <p:spPr bwMode="auto">
            <a:xfrm>
              <a:off x="69342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1" name="Rectangle 1590"/>
            <p:cNvSpPr/>
            <p:nvPr/>
          </p:nvSpPr>
          <p:spPr bwMode="auto">
            <a:xfrm>
              <a:off x="80010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2" name="Rectangle 1591"/>
            <p:cNvSpPr/>
            <p:nvPr/>
          </p:nvSpPr>
          <p:spPr bwMode="auto">
            <a:xfrm>
              <a:off x="72390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3" name="Rectangle 1592"/>
            <p:cNvSpPr/>
            <p:nvPr/>
          </p:nvSpPr>
          <p:spPr bwMode="auto">
            <a:xfrm>
              <a:off x="70866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4" name="Rectangle 1593"/>
            <p:cNvSpPr/>
            <p:nvPr/>
          </p:nvSpPr>
          <p:spPr bwMode="auto">
            <a:xfrm>
              <a:off x="75438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5" name="Rectangle 1594"/>
            <p:cNvSpPr/>
            <p:nvPr/>
          </p:nvSpPr>
          <p:spPr bwMode="auto">
            <a:xfrm>
              <a:off x="73914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6" name="Rectangle 1595"/>
            <p:cNvSpPr/>
            <p:nvPr/>
          </p:nvSpPr>
          <p:spPr bwMode="auto">
            <a:xfrm>
              <a:off x="78486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8" name="Rectangle 1597"/>
            <p:cNvSpPr/>
            <p:nvPr/>
          </p:nvSpPr>
          <p:spPr bwMode="auto">
            <a:xfrm>
              <a:off x="69342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99" name="Rectangle 1598"/>
            <p:cNvSpPr/>
            <p:nvPr/>
          </p:nvSpPr>
          <p:spPr bwMode="auto">
            <a:xfrm>
              <a:off x="80010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0" name="Rectangle 1599"/>
            <p:cNvSpPr/>
            <p:nvPr/>
          </p:nvSpPr>
          <p:spPr bwMode="auto">
            <a:xfrm>
              <a:off x="72390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1" name="Rectangle 1600"/>
            <p:cNvSpPr/>
            <p:nvPr/>
          </p:nvSpPr>
          <p:spPr bwMode="auto">
            <a:xfrm>
              <a:off x="7086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2" name="Rectangle 1601"/>
            <p:cNvSpPr/>
            <p:nvPr/>
          </p:nvSpPr>
          <p:spPr bwMode="auto">
            <a:xfrm>
              <a:off x="7543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3" name="Rectangle 1602"/>
            <p:cNvSpPr/>
            <p:nvPr/>
          </p:nvSpPr>
          <p:spPr bwMode="auto">
            <a:xfrm>
              <a:off x="7391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4" name="Rectangle 1603"/>
            <p:cNvSpPr/>
            <p:nvPr/>
          </p:nvSpPr>
          <p:spPr bwMode="auto">
            <a:xfrm>
              <a:off x="78486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6" name="Rectangle 1605"/>
            <p:cNvSpPr/>
            <p:nvPr/>
          </p:nvSpPr>
          <p:spPr bwMode="auto">
            <a:xfrm>
              <a:off x="69342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7" name="Rectangle 1606"/>
            <p:cNvSpPr/>
            <p:nvPr/>
          </p:nvSpPr>
          <p:spPr bwMode="auto">
            <a:xfrm>
              <a:off x="80010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8" name="Rectangle 1607"/>
            <p:cNvSpPr/>
            <p:nvPr/>
          </p:nvSpPr>
          <p:spPr bwMode="auto">
            <a:xfrm>
              <a:off x="72390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09" name="Rectangle 1608"/>
            <p:cNvSpPr/>
            <p:nvPr/>
          </p:nvSpPr>
          <p:spPr bwMode="auto">
            <a:xfrm>
              <a:off x="7086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0" name="Rectangle 1609"/>
            <p:cNvSpPr/>
            <p:nvPr/>
          </p:nvSpPr>
          <p:spPr bwMode="auto">
            <a:xfrm>
              <a:off x="7543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1" name="Rectangle 1610"/>
            <p:cNvSpPr/>
            <p:nvPr/>
          </p:nvSpPr>
          <p:spPr bwMode="auto">
            <a:xfrm>
              <a:off x="7391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2" name="Rectangle 1611"/>
            <p:cNvSpPr/>
            <p:nvPr/>
          </p:nvSpPr>
          <p:spPr bwMode="auto">
            <a:xfrm>
              <a:off x="78486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4" name="Rectangle 1613"/>
            <p:cNvSpPr/>
            <p:nvPr/>
          </p:nvSpPr>
          <p:spPr bwMode="auto">
            <a:xfrm>
              <a:off x="69342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5" name="Rectangle 1614"/>
            <p:cNvSpPr/>
            <p:nvPr/>
          </p:nvSpPr>
          <p:spPr bwMode="auto">
            <a:xfrm>
              <a:off x="80010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6" name="Rectangle 1615"/>
            <p:cNvSpPr/>
            <p:nvPr/>
          </p:nvSpPr>
          <p:spPr bwMode="auto">
            <a:xfrm>
              <a:off x="72390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7" name="Rectangle 1616"/>
            <p:cNvSpPr/>
            <p:nvPr/>
          </p:nvSpPr>
          <p:spPr bwMode="auto">
            <a:xfrm>
              <a:off x="7086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8" name="Rectangle 1617"/>
            <p:cNvSpPr/>
            <p:nvPr/>
          </p:nvSpPr>
          <p:spPr bwMode="auto">
            <a:xfrm>
              <a:off x="7543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19" name="Rectangle 1618"/>
            <p:cNvSpPr/>
            <p:nvPr/>
          </p:nvSpPr>
          <p:spPr bwMode="auto">
            <a:xfrm>
              <a:off x="7391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0" name="Rectangle 1619"/>
            <p:cNvSpPr/>
            <p:nvPr/>
          </p:nvSpPr>
          <p:spPr bwMode="auto">
            <a:xfrm>
              <a:off x="78486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2" name="Rectangle 1621"/>
            <p:cNvSpPr/>
            <p:nvPr/>
          </p:nvSpPr>
          <p:spPr bwMode="auto">
            <a:xfrm>
              <a:off x="69342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3" name="Rectangle 1622"/>
            <p:cNvSpPr/>
            <p:nvPr/>
          </p:nvSpPr>
          <p:spPr bwMode="auto">
            <a:xfrm>
              <a:off x="80010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0" name="Rectangle 1639"/>
            <p:cNvSpPr/>
            <p:nvPr/>
          </p:nvSpPr>
          <p:spPr bwMode="auto">
            <a:xfrm>
              <a:off x="7239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1" name="Rectangle 1640"/>
            <p:cNvSpPr/>
            <p:nvPr/>
          </p:nvSpPr>
          <p:spPr bwMode="auto">
            <a:xfrm>
              <a:off x="70866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2" name="Rectangle 1641"/>
            <p:cNvSpPr/>
            <p:nvPr/>
          </p:nvSpPr>
          <p:spPr bwMode="auto">
            <a:xfrm>
              <a:off x="75438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3" name="Rectangle 1642"/>
            <p:cNvSpPr/>
            <p:nvPr/>
          </p:nvSpPr>
          <p:spPr bwMode="auto">
            <a:xfrm>
              <a:off x="7391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6" name="Rectangle 1645"/>
            <p:cNvSpPr/>
            <p:nvPr/>
          </p:nvSpPr>
          <p:spPr bwMode="auto">
            <a:xfrm>
              <a:off x="69342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8" name="Rectangle 1647"/>
            <p:cNvSpPr/>
            <p:nvPr/>
          </p:nvSpPr>
          <p:spPr bwMode="auto">
            <a:xfrm>
              <a:off x="72390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49" name="Rectangle 1648"/>
            <p:cNvSpPr/>
            <p:nvPr/>
          </p:nvSpPr>
          <p:spPr bwMode="auto">
            <a:xfrm>
              <a:off x="7086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0" name="Rectangle 1649"/>
            <p:cNvSpPr/>
            <p:nvPr/>
          </p:nvSpPr>
          <p:spPr bwMode="auto">
            <a:xfrm>
              <a:off x="7543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1" name="Rectangle 1650"/>
            <p:cNvSpPr/>
            <p:nvPr/>
          </p:nvSpPr>
          <p:spPr bwMode="auto">
            <a:xfrm>
              <a:off x="7391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2" name="Rectangle 1651"/>
            <p:cNvSpPr/>
            <p:nvPr/>
          </p:nvSpPr>
          <p:spPr bwMode="auto">
            <a:xfrm>
              <a:off x="78486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4" name="Rectangle 1653"/>
            <p:cNvSpPr/>
            <p:nvPr/>
          </p:nvSpPr>
          <p:spPr bwMode="auto">
            <a:xfrm>
              <a:off x="69342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5" name="Rectangle 1654"/>
            <p:cNvSpPr/>
            <p:nvPr/>
          </p:nvSpPr>
          <p:spPr bwMode="auto">
            <a:xfrm>
              <a:off x="80010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6" name="Rectangle 1655"/>
            <p:cNvSpPr/>
            <p:nvPr/>
          </p:nvSpPr>
          <p:spPr bwMode="auto">
            <a:xfrm>
              <a:off x="72390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7" name="Rectangle 1656"/>
            <p:cNvSpPr/>
            <p:nvPr/>
          </p:nvSpPr>
          <p:spPr bwMode="auto">
            <a:xfrm>
              <a:off x="7086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8" name="Rectangle 1657"/>
            <p:cNvSpPr/>
            <p:nvPr/>
          </p:nvSpPr>
          <p:spPr bwMode="auto">
            <a:xfrm>
              <a:off x="7543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59" name="Rectangle 1658"/>
            <p:cNvSpPr/>
            <p:nvPr/>
          </p:nvSpPr>
          <p:spPr bwMode="auto">
            <a:xfrm>
              <a:off x="7391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0" name="Rectangle 1659"/>
            <p:cNvSpPr/>
            <p:nvPr/>
          </p:nvSpPr>
          <p:spPr bwMode="auto">
            <a:xfrm>
              <a:off x="78486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2" name="Rectangle 1661"/>
            <p:cNvSpPr/>
            <p:nvPr/>
          </p:nvSpPr>
          <p:spPr bwMode="auto">
            <a:xfrm>
              <a:off x="69342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3" name="Rectangle 1662"/>
            <p:cNvSpPr/>
            <p:nvPr/>
          </p:nvSpPr>
          <p:spPr bwMode="auto">
            <a:xfrm>
              <a:off x="80010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4" name="Rectangle 1663"/>
            <p:cNvSpPr/>
            <p:nvPr/>
          </p:nvSpPr>
          <p:spPr bwMode="auto">
            <a:xfrm>
              <a:off x="72390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5" name="Rectangle 1664"/>
            <p:cNvSpPr/>
            <p:nvPr/>
          </p:nvSpPr>
          <p:spPr bwMode="auto">
            <a:xfrm>
              <a:off x="7086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6" name="Rectangle 1665"/>
            <p:cNvSpPr/>
            <p:nvPr/>
          </p:nvSpPr>
          <p:spPr bwMode="auto">
            <a:xfrm>
              <a:off x="7543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7" name="Rectangle 1666"/>
            <p:cNvSpPr/>
            <p:nvPr/>
          </p:nvSpPr>
          <p:spPr bwMode="auto">
            <a:xfrm>
              <a:off x="7391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68" name="Rectangle 1667"/>
            <p:cNvSpPr/>
            <p:nvPr/>
          </p:nvSpPr>
          <p:spPr bwMode="auto">
            <a:xfrm>
              <a:off x="78486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0" name="Rectangle 1669"/>
            <p:cNvSpPr/>
            <p:nvPr/>
          </p:nvSpPr>
          <p:spPr bwMode="auto">
            <a:xfrm>
              <a:off x="69342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1" name="Rectangle 1670"/>
            <p:cNvSpPr/>
            <p:nvPr/>
          </p:nvSpPr>
          <p:spPr bwMode="auto">
            <a:xfrm>
              <a:off x="80010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0" name="Rectangle 1699"/>
            <p:cNvSpPr/>
            <p:nvPr/>
          </p:nvSpPr>
          <p:spPr bwMode="auto">
            <a:xfrm>
              <a:off x="66294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1" name="Rectangle 1700"/>
            <p:cNvSpPr/>
            <p:nvPr/>
          </p:nvSpPr>
          <p:spPr bwMode="auto">
            <a:xfrm>
              <a:off x="6477000" y="5410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5" name="Rectangle 1704"/>
            <p:cNvSpPr/>
            <p:nvPr/>
          </p:nvSpPr>
          <p:spPr bwMode="auto">
            <a:xfrm>
              <a:off x="9906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6" name="Rectangle 1705"/>
            <p:cNvSpPr/>
            <p:nvPr/>
          </p:nvSpPr>
          <p:spPr bwMode="auto">
            <a:xfrm>
              <a:off x="8382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7" name="Rectangle 1706"/>
            <p:cNvSpPr/>
            <p:nvPr/>
          </p:nvSpPr>
          <p:spPr bwMode="auto">
            <a:xfrm>
              <a:off x="6858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8" name="Rectangle 1707"/>
            <p:cNvSpPr/>
            <p:nvPr/>
          </p:nvSpPr>
          <p:spPr bwMode="auto">
            <a:xfrm>
              <a:off x="9906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9" name="Rectangle 1708"/>
            <p:cNvSpPr/>
            <p:nvPr/>
          </p:nvSpPr>
          <p:spPr bwMode="auto">
            <a:xfrm>
              <a:off x="8382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0" name="Rectangle 1709"/>
            <p:cNvSpPr/>
            <p:nvPr/>
          </p:nvSpPr>
          <p:spPr bwMode="auto">
            <a:xfrm>
              <a:off x="6858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1" name="Rectangle 1710"/>
            <p:cNvSpPr/>
            <p:nvPr/>
          </p:nvSpPr>
          <p:spPr bwMode="auto">
            <a:xfrm>
              <a:off x="9906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2" name="Rectangle 1711"/>
            <p:cNvSpPr/>
            <p:nvPr/>
          </p:nvSpPr>
          <p:spPr bwMode="auto">
            <a:xfrm>
              <a:off x="8382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3" name="Rectangle 1712"/>
            <p:cNvSpPr/>
            <p:nvPr/>
          </p:nvSpPr>
          <p:spPr bwMode="auto">
            <a:xfrm>
              <a:off x="6858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4" name="Rectangle 1713"/>
            <p:cNvSpPr/>
            <p:nvPr/>
          </p:nvSpPr>
          <p:spPr bwMode="auto">
            <a:xfrm>
              <a:off x="9906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5" name="Rectangle 1714"/>
            <p:cNvSpPr/>
            <p:nvPr/>
          </p:nvSpPr>
          <p:spPr bwMode="auto">
            <a:xfrm>
              <a:off x="8382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6" name="Rectangle 1715"/>
            <p:cNvSpPr/>
            <p:nvPr/>
          </p:nvSpPr>
          <p:spPr bwMode="auto">
            <a:xfrm>
              <a:off x="6858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7" name="Rectangle 1716"/>
            <p:cNvSpPr/>
            <p:nvPr/>
          </p:nvSpPr>
          <p:spPr bwMode="auto">
            <a:xfrm>
              <a:off x="9906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8" name="Rectangle 1717"/>
            <p:cNvSpPr/>
            <p:nvPr/>
          </p:nvSpPr>
          <p:spPr bwMode="auto">
            <a:xfrm>
              <a:off x="8382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19" name="Rectangle 1718"/>
            <p:cNvSpPr/>
            <p:nvPr/>
          </p:nvSpPr>
          <p:spPr bwMode="auto">
            <a:xfrm>
              <a:off x="6858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0" name="Rectangle 1719"/>
            <p:cNvSpPr/>
            <p:nvPr/>
          </p:nvSpPr>
          <p:spPr bwMode="auto">
            <a:xfrm>
              <a:off x="990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1" name="Rectangle 1720"/>
            <p:cNvSpPr/>
            <p:nvPr/>
          </p:nvSpPr>
          <p:spPr bwMode="auto">
            <a:xfrm>
              <a:off x="8382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2" name="Rectangle 1721"/>
            <p:cNvSpPr/>
            <p:nvPr/>
          </p:nvSpPr>
          <p:spPr bwMode="auto">
            <a:xfrm>
              <a:off x="685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3" name="Rectangle 1722"/>
            <p:cNvSpPr/>
            <p:nvPr/>
          </p:nvSpPr>
          <p:spPr bwMode="auto">
            <a:xfrm>
              <a:off x="9906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4" name="Rectangle 1723"/>
            <p:cNvSpPr/>
            <p:nvPr/>
          </p:nvSpPr>
          <p:spPr bwMode="auto">
            <a:xfrm>
              <a:off x="8382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5" name="Rectangle 1724"/>
            <p:cNvSpPr/>
            <p:nvPr/>
          </p:nvSpPr>
          <p:spPr bwMode="auto">
            <a:xfrm>
              <a:off x="6858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6" name="Rectangle 1725"/>
            <p:cNvSpPr/>
            <p:nvPr/>
          </p:nvSpPr>
          <p:spPr bwMode="auto">
            <a:xfrm>
              <a:off x="9906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7" name="Rectangle 1726"/>
            <p:cNvSpPr/>
            <p:nvPr/>
          </p:nvSpPr>
          <p:spPr bwMode="auto">
            <a:xfrm>
              <a:off x="8382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8" name="Rectangle 1727"/>
            <p:cNvSpPr/>
            <p:nvPr/>
          </p:nvSpPr>
          <p:spPr bwMode="auto">
            <a:xfrm>
              <a:off x="6858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29" name="Rectangle 1728"/>
            <p:cNvSpPr/>
            <p:nvPr/>
          </p:nvSpPr>
          <p:spPr bwMode="auto">
            <a:xfrm>
              <a:off x="9906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0" name="Rectangle 1729"/>
            <p:cNvSpPr/>
            <p:nvPr/>
          </p:nvSpPr>
          <p:spPr bwMode="auto">
            <a:xfrm>
              <a:off x="8382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1" name="Rectangle 1730"/>
            <p:cNvSpPr/>
            <p:nvPr/>
          </p:nvSpPr>
          <p:spPr bwMode="auto">
            <a:xfrm>
              <a:off x="6858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2" name="Rectangle 1731"/>
            <p:cNvSpPr/>
            <p:nvPr/>
          </p:nvSpPr>
          <p:spPr bwMode="auto">
            <a:xfrm>
              <a:off x="9906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3" name="Rectangle 1732"/>
            <p:cNvSpPr/>
            <p:nvPr/>
          </p:nvSpPr>
          <p:spPr bwMode="auto">
            <a:xfrm>
              <a:off x="8382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4" name="Rectangle 1733"/>
            <p:cNvSpPr/>
            <p:nvPr/>
          </p:nvSpPr>
          <p:spPr bwMode="auto">
            <a:xfrm>
              <a:off x="685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5" name="Rectangle 1734"/>
            <p:cNvSpPr/>
            <p:nvPr/>
          </p:nvSpPr>
          <p:spPr bwMode="auto">
            <a:xfrm>
              <a:off x="9906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6" name="Rectangle 1735"/>
            <p:cNvSpPr/>
            <p:nvPr/>
          </p:nvSpPr>
          <p:spPr bwMode="auto">
            <a:xfrm>
              <a:off x="8382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7" name="Rectangle 1736"/>
            <p:cNvSpPr/>
            <p:nvPr/>
          </p:nvSpPr>
          <p:spPr bwMode="auto">
            <a:xfrm>
              <a:off x="685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9" name="Rectangle 1738"/>
            <p:cNvSpPr/>
            <p:nvPr/>
          </p:nvSpPr>
          <p:spPr bwMode="auto">
            <a:xfrm>
              <a:off x="80010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0" name="Rectangle 1739"/>
            <p:cNvSpPr/>
            <p:nvPr/>
          </p:nvSpPr>
          <p:spPr bwMode="auto">
            <a:xfrm>
              <a:off x="78486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2" name="Rectangle 1741"/>
            <p:cNvSpPr/>
            <p:nvPr/>
          </p:nvSpPr>
          <p:spPr bwMode="auto">
            <a:xfrm>
              <a:off x="80010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3" name="Rectangle 1742"/>
            <p:cNvSpPr/>
            <p:nvPr/>
          </p:nvSpPr>
          <p:spPr bwMode="auto">
            <a:xfrm>
              <a:off x="78486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5" name="Rectangle 1744"/>
            <p:cNvSpPr/>
            <p:nvPr/>
          </p:nvSpPr>
          <p:spPr bwMode="auto">
            <a:xfrm>
              <a:off x="80010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6" name="Rectangle 1745"/>
            <p:cNvSpPr/>
            <p:nvPr/>
          </p:nvSpPr>
          <p:spPr bwMode="auto">
            <a:xfrm>
              <a:off x="7848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8" name="Rectangle 1747"/>
            <p:cNvSpPr/>
            <p:nvPr/>
          </p:nvSpPr>
          <p:spPr bwMode="auto">
            <a:xfrm>
              <a:off x="80010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9" name="Rectangle 1748"/>
            <p:cNvSpPr/>
            <p:nvPr/>
          </p:nvSpPr>
          <p:spPr bwMode="auto">
            <a:xfrm>
              <a:off x="7848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0" name="Rectangle 1749"/>
            <p:cNvSpPr/>
            <p:nvPr/>
          </p:nvSpPr>
          <p:spPr bwMode="auto">
            <a:xfrm>
              <a:off x="9906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1" name="Rectangle 1750"/>
            <p:cNvSpPr/>
            <p:nvPr/>
          </p:nvSpPr>
          <p:spPr bwMode="auto">
            <a:xfrm>
              <a:off x="8382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2" name="Rectangle 1751"/>
            <p:cNvSpPr/>
            <p:nvPr/>
          </p:nvSpPr>
          <p:spPr bwMode="auto">
            <a:xfrm>
              <a:off x="685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3" name="Rectangle 1752"/>
            <p:cNvSpPr/>
            <p:nvPr/>
          </p:nvSpPr>
          <p:spPr bwMode="auto">
            <a:xfrm>
              <a:off x="9906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4" name="Rectangle 1753"/>
            <p:cNvSpPr/>
            <p:nvPr/>
          </p:nvSpPr>
          <p:spPr bwMode="auto">
            <a:xfrm>
              <a:off x="8382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5" name="Rectangle 1754"/>
            <p:cNvSpPr/>
            <p:nvPr/>
          </p:nvSpPr>
          <p:spPr bwMode="auto">
            <a:xfrm>
              <a:off x="685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6" name="Rectangle 1755"/>
            <p:cNvSpPr/>
            <p:nvPr/>
          </p:nvSpPr>
          <p:spPr bwMode="auto">
            <a:xfrm>
              <a:off x="9906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7" name="Rectangle 1756"/>
            <p:cNvSpPr/>
            <p:nvPr/>
          </p:nvSpPr>
          <p:spPr bwMode="auto">
            <a:xfrm>
              <a:off x="8382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8" name="Rectangle 1757"/>
            <p:cNvSpPr/>
            <p:nvPr/>
          </p:nvSpPr>
          <p:spPr bwMode="auto">
            <a:xfrm>
              <a:off x="685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0" name="Rectangle 1759"/>
            <p:cNvSpPr/>
            <p:nvPr/>
          </p:nvSpPr>
          <p:spPr bwMode="auto">
            <a:xfrm>
              <a:off x="80010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1" name="Rectangle 1760"/>
            <p:cNvSpPr/>
            <p:nvPr/>
          </p:nvSpPr>
          <p:spPr bwMode="auto">
            <a:xfrm>
              <a:off x="78486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3" name="Rectangle 1762"/>
            <p:cNvSpPr/>
            <p:nvPr/>
          </p:nvSpPr>
          <p:spPr bwMode="auto">
            <a:xfrm>
              <a:off x="80010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4" name="Rectangle 1763"/>
            <p:cNvSpPr/>
            <p:nvPr/>
          </p:nvSpPr>
          <p:spPr bwMode="auto">
            <a:xfrm>
              <a:off x="78486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6" name="Rectangle 1765"/>
            <p:cNvSpPr/>
            <p:nvPr/>
          </p:nvSpPr>
          <p:spPr bwMode="auto">
            <a:xfrm>
              <a:off x="80010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7" name="Rectangle 1766"/>
            <p:cNvSpPr/>
            <p:nvPr/>
          </p:nvSpPr>
          <p:spPr bwMode="auto">
            <a:xfrm>
              <a:off x="78486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8" name="Rectangle 1767"/>
            <p:cNvSpPr/>
            <p:nvPr/>
          </p:nvSpPr>
          <p:spPr bwMode="auto">
            <a:xfrm>
              <a:off x="8153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9" name="Rectangle 1768"/>
            <p:cNvSpPr/>
            <p:nvPr/>
          </p:nvSpPr>
          <p:spPr bwMode="auto">
            <a:xfrm>
              <a:off x="83058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0" name="Rectangle 1769"/>
            <p:cNvSpPr/>
            <p:nvPr/>
          </p:nvSpPr>
          <p:spPr bwMode="auto">
            <a:xfrm>
              <a:off x="8153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1" name="Rectangle 1770"/>
            <p:cNvSpPr/>
            <p:nvPr/>
          </p:nvSpPr>
          <p:spPr bwMode="auto">
            <a:xfrm>
              <a:off x="83058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2" name="Rectangle 1771"/>
            <p:cNvSpPr/>
            <p:nvPr/>
          </p:nvSpPr>
          <p:spPr bwMode="auto">
            <a:xfrm>
              <a:off x="8153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3" name="Rectangle 1772"/>
            <p:cNvSpPr/>
            <p:nvPr/>
          </p:nvSpPr>
          <p:spPr bwMode="auto">
            <a:xfrm>
              <a:off x="83058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4" name="Rectangle 1773"/>
            <p:cNvSpPr/>
            <p:nvPr/>
          </p:nvSpPr>
          <p:spPr bwMode="auto">
            <a:xfrm>
              <a:off x="81534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5" name="Rectangle 1774"/>
            <p:cNvSpPr/>
            <p:nvPr/>
          </p:nvSpPr>
          <p:spPr bwMode="auto">
            <a:xfrm>
              <a:off x="83058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6" name="Rectangle 1775"/>
            <p:cNvSpPr/>
            <p:nvPr/>
          </p:nvSpPr>
          <p:spPr bwMode="auto">
            <a:xfrm>
              <a:off x="81534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7" name="Rectangle 1776"/>
            <p:cNvSpPr/>
            <p:nvPr/>
          </p:nvSpPr>
          <p:spPr bwMode="auto">
            <a:xfrm>
              <a:off x="83058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8" name="Rectangle 1777"/>
            <p:cNvSpPr/>
            <p:nvPr/>
          </p:nvSpPr>
          <p:spPr bwMode="auto">
            <a:xfrm>
              <a:off x="81534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79" name="Rectangle 1778"/>
            <p:cNvSpPr/>
            <p:nvPr/>
          </p:nvSpPr>
          <p:spPr bwMode="auto">
            <a:xfrm>
              <a:off x="83058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0" name="Rectangle 1779"/>
            <p:cNvSpPr/>
            <p:nvPr/>
          </p:nvSpPr>
          <p:spPr bwMode="auto">
            <a:xfrm>
              <a:off x="81534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1" name="Rectangle 1780"/>
            <p:cNvSpPr/>
            <p:nvPr/>
          </p:nvSpPr>
          <p:spPr bwMode="auto">
            <a:xfrm>
              <a:off x="83058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2" name="Rectangle 1781"/>
            <p:cNvSpPr/>
            <p:nvPr/>
          </p:nvSpPr>
          <p:spPr bwMode="auto">
            <a:xfrm>
              <a:off x="81534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3" name="Rectangle 1782"/>
            <p:cNvSpPr/>
            <p:nvPr/>
          </p:nvSpPr>
          <p:spPr bwMode="auto">
            <a:xfrm>
              <a:off x="83058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4" name="Rectangle 1783"/>
            <p:cNvSpPr/>
            <p:nvPr/>
          </p:nvSpPr>
          <p:spPr bwMode="auto">
            <a:xfrm>
              <a:off x="81534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5" name="Rectangle 1784"/>
            <p:cNvSpPr/>
            <p:nvPr/>
          </p:nvSpPr>
          <p:spPr bwMode="auto">
            <a:xfrm>
              <a:off x="83058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6" name="Rectangle 1785"/>
            <p:cNvSpPr/>
            <p:nvPr/>
          </p:nvSpPr>
          <p:spPr bwMode="auto">
            <a:xfrm>
              <a:off x="8153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7" name="Rectangle 1786"/>
            <p:cNvSpPr/>
            <p:nvPr/>
          </p:nvSpPr>
          <p:spPr bwMode="auto">
            <a:xfrm>
              <a:off x="83058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8" name="Rectangle 1787"/>
            <p:cNvSpPr/>
            <p:nvPr/>
          </p:nvSpPr>
          <p:spPr bwMode="auto">
            <a:xfrm>
              <a:off x="8153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89" name="Rectangle 1788"/>
            <p:cNvSpPr/>
            <p:nvPr/>
          </p:nvSpPr>
          <p:spPr bwMode="auto">
            <a:xfrm>
              <a:off x="83058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0" name="Rectangle 1789"/>
            <p:cNvSpPr/>
            <p:nvPr/>
          </p:nvSpPr>
          <p:spPr bwMode="auto">
            <a:xfrm>
              <a:off x="8153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1" name="Rectangle 1790"/>
            <p:cNvSpPr/>
            <p:nvPr/>
          </p:nvSpPr>
          <p:spPr bwMode="auto">
            <a:xfrm>
              <a:off x="83058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4" name="Rectangle 1793"/>
            <p:cNvSpPr/>
            <p:nvPr/>
          </p:nvSpPr>
          <p:spPr bwMode="auto">
            <a:xfrm>
              <a:off x="8153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5" name="Rectangle 1794"/>
            <p:cNvSpPr/>
            <p:nvPr/>
          </p:nvSpPr>
          <p:spPr bwMode="auto">
            <a:xfrm>
              <a:off x="83058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6" name="Rectangle 1795"/>
            <p:cNvSpPr/>
            <p:nvPr/>
          </p:nvSpPr>
          <p:spPr bwMode="auto">
            <a:xfrm>
              <a:off x="8153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7" name="Rectangle 1796"/>
            <p:cNvSpPr/>
            <p:nvPr/>
          </p:nvSpPr>
          <p:spPr bwMode="auto">
            <a:xfrm>
              <a:off x="83058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8" name="Rectangle 1797"/>
            <p:cNvSpPr/>
            <p:nvPr/>
          </p:nvSpPr>
          <p:spPr bwMode="auto">
            <a:xfrm>
              <a:off x="8153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99" name="Rectangle 1798"/>
            <p:cNvSpPr/>
            <p:nvPr/>
          </p:nvSpPr>
          <p:spPr bwMode="auto">
            <a:xfrm>
              <a:off x="83058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0" name="Rectangle 1799"/>
            <p:cNvSpPr/>
            <p:nvPr/>
          </p:nvSpPr>
          <p:spPr bwMode="auto">
            <a:xfrm>
              <a:off x="83058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1" name="Rectangle 1800"/>
            <p:cNvSpPr/>
            <p:nvPr/>
          </p:nvSpPr>
          <p:spPr bwMode="auto">
            <a:xfrm>
              <a:off x="81534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2" name="Rectangle 1801"/>
            <p:cNvSpPr/>
            <p:nvPr/>
          </p:nvSpPr>
          <p:spPr bwMode="auto">
            <a:xfrm>
              <a:off x="83058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3" name="Rectangle 1802"/>
            <p:cNvSpPr/>
            <p:nvPr/>
          </p:nvSpPr>
          <p:spPr bwMode="auto">
            <a:xfrm>
              <a:off x="8153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4" name="Rectangle 1803"/>
            <p:cNvSpPr/>
            <p:nvPr/>
          </p:nvSpPr>
          <p:spPr bwMode="auto">
            <a:xfrm>
              <a:off x="83058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5" name="Rectangle 1804"/>
            <p:cNvSpPr/>
            <p:nvPr/>
          </p:nvSpPr>
          <p:spPr bwMode="auto">
            <a:xfrm>
              <a:off x="8153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6" name="Rectangle 1805"/>
            <p:cNvSpPr/>
            <p:nvPr/>
          </p:nvSpPr>
          <p:spPr bwMode="auto">
            <a:xfrm>
              <a:off x="83058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7" name="Rectangle 1806"/>
            <p:cNvSpPr/>
            <p:nvPr/>
          </p:nvSpPr>
          <p:spPr bwMode="auto">
            <a:xfrm>
              <a:off x="8153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8" name="Rectangle 1807"/>
            <p:cNvSpPr/>
            <p:nvPr/>
          </p:nvSpPr>
          <p:spPr bwMode="auto">
            <a:xfrm>
              <a:off x="83058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09" name="Rectangle 1808"/>
            <p:cNvSpPr/>
            <p:nvPr/>
          </p:nvSpPr>
          <p:spPr bwMode="auto">
            <a:xfrm>
              <a:off x="81534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0" name="Rectangle 1809"/>
            <p:cNvSpPr/>
            <p:nvPr/>
          </p:nvSpPr>
          <p:spPr bwMode="auto">
            <a:xfrm>
              <a:off x="83058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1" name="Rectangle 1810"/>
            <p:cNvSpPr/>
            <p:nvPr/>
          </p:nvSpPr>
          <p:spPr bwMode="auto">
            <a:xfrm>
              <a:off x="81534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2" name="Rectangle 1811"/>
            <p:cNvSpPr/>
            <p:nvPr/>
          </p:nvSpPr>
          <p:spPr bwMode="auto">
            <a:xfrm>
              <a:off x="83058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3" name="Rectangle 1812"/>
            <p:cNvSpPr/>
            <p:nvPr/>
          </p:nvSpPr>
          <p:spPr bwMode="auto">
            <a:xfrm>
              <a:off x="81534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4" name="Rectangle 1813"/>
            <p:cNvSpPr/>
            <p:nvPr/>
          </p:nvSpPr>
          <p:spPr bwMode="auto">
            <a:xfrm>
              <a:off x="533400" y="4953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5" name="Rectangle 1814"/>
            <p:cNvSpPr/>
            <p:nvPr/>
          </p:nvSpPr>
          <p:spPr bwMode="auto">
            <a:xfrm>
              <a:off x="533400" y="4800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6" name="Rectangle 1815"/>
            <p:cNvSpPr/>
            <p:nvPr/>
          </p:nvSpPr>
          <p:spPr bwMode="auto">
            <a:xfrm>
              <a:off x="533400" y="4648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7" name="Rectangle 1816"/>
            <p:cNvSpPr/>
            <p:nvPr/>
          </p:nvSpPr>
          <p:spPr bwMode="auto">
            <a:xfrm>
              <a:off x="533400" y="4495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8" name="Rectangle 1817"/>
            <p:cNvSpPr/>
            <p:nvPr/>
          </p:nvSpPr>
          <p:spPr bwMode="auto">
            <a:xfrm>
              <a:off x="533400" y="4343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19" name="Rectangle 1818"/>
            <p:cNvSpPr/>
            <p:nvPr/>
          </p:nvSpPr>
          <p:spPr bwMode="auto">
            <a:xfrm>
              <a:off x="533400" y="4191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0" name="Rectangle 1819"/>
            <p:cNvSpPr/>
            <p:nvPr/>
          </p:nvSpPr>
          <p:spPr bwMode="auto">
            <a:xfrm>
              <a:off x="533400" y="5257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1" name="Rectangle 1820"/>
            <p:cNvSpPr/>
            <p:nvPr/>
          </p:nvSpPr>
          <p:spPr bwMode="auto">
            <a:xfrm>
              <a:off x="533400" y="5105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3" name="Rectangle 1822"/>
            <p:cNvSpPr/>
            <p:nvPr/>
          </p:nvSpPr>
          <p:spPr bwMode="auto">
            <a:xfrm>
              <a:off x="533400" y="3581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4" name="Rectangle 1823"/>
            <p:cNvSpPr/>
            <p:nvPr/>
          </p:nvSpPr>
          <p:spPr bwMode="auto">
            <a:xfrm>
              <a:off x="533400" y="3429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5" name="Rectangle 1824"/>
            <p:cNvSpPr/>
            <p:nvPr/>
          </p:nvSpPr>
          <p:spPr bwMode="auto">
            <a:xfrm>
              <a:off x="533400" y="3276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6" name="Rectangle 1825"/>
            <p:cNvSpPr/>
            <p:nvPr/>
          </p:nvSpPr>
          <p:spPr bwMode="auto">
            <a:xfrm>
              <a:off x="533400" y="3124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7" name="Rectangle 1826"/>
            <p:cNvSpPr/>
            <p:nvPr/>
          </p:nvSpPr>
          <p:spPr bwMode="auto">
            <a:xfrm>
              <a:off x="533400" y="2971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8" name="Rectangle 1827"/>
            <p:cNvSpPr/>
            <p:nvPr/>
          </p:nvSpPr>
          <p:spPr bwMode="auto">
            <a:xfrm>
              <a:off x="533400" y="2819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29" name="Rectangle 1828"/>
            <p:cNvSpPr/>
            <p:nvPr/>
          </p:nvSpPr>
          <p:spPr bwMode="auto">
            <a:xfrm>
              <a:off x="533400" y="3886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0" name="Rectangle 1829"/>
            <p:cNvSpPr/>
            <p:nvPr/>
          </p:nvSpPr>
          <p:spPr bwMode="auto">
            <a:xfrm>
              <a:off x="533400" y="3733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1" name="Rectangle 1830"/>
            <p:cNvSpPr/>
            <p:nvPr/>
          </p:nvSpPr>
          <p:spPr bwMode="auto">
            <a:xfrm>
              <a:off x="533400" y="4038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2" name="Rectangle 1831"/>
            <p:cNvSpPr/>
            <p:nvPr/>
          </p:nvSpPr>
          <p:spPr bwMode="auto">
            <a:xfrm>
              <a:off x="533400" y="22098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3" name="Rectangle 1832"/>
            <p:cNvSpPr/>
            <p:nvPr/>
          </p:nvSpPr>
          <p:spPr bwMode="auto">
            <a:xfrm>
              <a:off x="533400" y="20574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4" name="Rectangle 1833"/>
            <p:cNvSpPr/>
            <p:nvPr/>
          </p:nvSpPr>
          <p:spPr bwMode="auto">
            <a:xfrm>
              <a:off x="533400" y="25146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5" name="Rectangle 1834"/>
            <p:cNvSpPr/>
            <p:nvPr/>
          </p:nvSpPr>
          <p:spPr bwMode="auto">
            <a:xfrm>
              <a:off x="533400" y="23622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36" name="Rectangle 1835"/>
            <p:cNvSpPr/>
            <p:nvPr/>
          </p:nvSpPr>
          <p:spPr bwMode="auto">
            <a:xfrm>
              <a:off x="533400" y="2667000"/>
              <a:ext cx="152400" cy="152400"/>
            </a:xfrm>
            <a:prstGeom prst="rect">
              <a:avLst/>
            </a:prstGeom>
            <a:solidFill>
              <a:srgbClr val="0070C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6" name="Rectangle 1325"/>
            <p:cNvSpPr/>
            <p:nvPr/>
          </p:nvSpPr>
          <p:spPr bwMode="auto">
            <a:xfrm>
              <a:off x="533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7" name="Rectangle 1326"/>
            <p:cNvSpPr/>
            <p:nvPr/>
          </p:nvSpPr>
          <p:spPr bwMode="auto">
            <a:xfrm>
              <a:off x="685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8" name="Rectangle 1327"/>
            <p:cNvSpPr/>
            <p:nvPr/>
          </p:nvSpPr>
          <p:spPr bwMode="auto">
            <a:xfrm>
              <a:off x="838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29" name="Rectangle 1328"/>
            <p:cNvSpPr/>
            <p:nvPr/>
          </p:nvSpPr>
          <p:spPr bwMode="auto">
            <a:xfrm>
              <a:off x="990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0" name="Rectangle 1339"/>
            <p:cNvSpPr/>
            <p:nvPr/>
          </p:nvSpPr>
          <p:spPr bwMode="auto">
            <a:xfrm>
              <a:off x="1295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1" name="Rectangle 1340"/>
            <p:cNvSpPr/>
            <p:nvPr/>
          </p:nvSpPr>
          <p:spPr bwMode="auto">
            <a:xfrm>
              <a:off x="1447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2" name="Rectangle 1341"/>
            <p:cNvSpPr/>
            <p:nvPr/>
          </p:nvSpPr>
          <p:spPr bwMode="auto">
            <a:xfrm>
              <a:off x="1600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3" name="Rectangle 1342"/>
            <p:cNvSpPr/>
            <p:nvPr/>
          </p:nvSpPr>
          <p:spPr bwMode="auto">
            <a:xfrm>
              <a:off x="1752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4" name="Rectangle 1343"/>
            <p:cNvSpPr/>
            <p:nvPr/>
          </p:nvSpPr>
          <p:spPr bwMode="auto">
            <a:xfrm>
              <a:off x="1905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5" name="Rectangle 1344"/>
            <p:cNvSpPr/>
            <p:nvPr/>
          </p:nvSpPr>
          <p:spPr bwMode="auto">
            <a:xfrm>
              <a:off x="2057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6" name="Rectangle 1345"/>
            <p:cNvSpPr/>
            <p:nvPr/>
          </p:nvSpPr>
          <p:spPr bwMode="auto">
            <a:xfrm>
              <a:off x="1295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7" name="Rectangle 1346"/>
            <p:cNvSpPr/>
            <p:nvPr/>
          </p:nvSpPr>
          <p:spPr bwMode="auto">
            <a:xfrm>
              <a:off x="1447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8" name="Rectangle 1347"/>
            <p:cNvSpPr/>
            <p:nvPr/>
          </p:nvSpPr>
          <p:spPr bwMode="auto">
            <a:xfrm>
              <a:off x="1600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349" name="Rectangle 1348"/>
            <p:cNvSpPr/>
            <p:nvPr/>
          </p:nvSpPr>
          <p:spPr bwMode="auto">
            <a:xfrm>
              <a:off x="1752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8" name="Rectangle 1487"/>
            <p:cNvSpPr/>
            <p:nvPr/>
          </p:nvSpPr>
          <p:spPr bwMode="auto">
            <a:xfrm>
              <a:off x="1905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89" name="Rectangle 1488"/>
            <p:cNvSpPr/>
            <p:nvPr/>
          </p:nvSpPr>
          <p:spPr bwMode="auto">
            <a:xfrm>
              <a:off x="2057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0" name="Rectangle 1489"/>
            <p:cNvSpPr/>
            <p:nvPr/>
          </p:nvSpPr>
          <p:spPr bwMode="auto">
            <a:xfrm>
              <a:off x="2362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1" name="Rectangle 1490"/>
            <p:cNvSpPr/>
            <p:nvPr/>
          </p:nvSpPr>
          <p:spPr bwMode="auto">
            <a:xfrm>
              <a:off x="2514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2" name="Rectangle 1491"/>
            <p:cNvSpPr/>
            <p:nvPr/>
          </p:nvSpPr>
          <p:spPr bwMode="auto">
            <a:xfrm>
              <a:off x="2667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3" name="Rectangle 1492"/>
            <p:cNvSpPr/>
            <p:nvPr/>
          </p:nvSpPr>
          <p:spPr bwMode="auto">
            <a:xfrm>
              <a:off x="2819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4" name="Rectangle 1493"/>
            <p:cNvSpPr/>
            <p:nvPr/>
          </p:nvSpPr>
          <p:spPr bwMode="auto">
            <a:xfrm>
              <a:off x="2971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6" name="Rectangle 1495"/>
            <p:cNvSpPr/>
            <p:nvPr/>
          </p:nvSpPr>
          <p:spPr bwMode="auto">
            <a:xfrm>
              <a:off x="2362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7" name="Rectangle 1496"/>
            <p:cNvSpPr/>
            <p:nvPr/>
          </p:nvSpPr>
          <p:spPr bwMode="auto">
            <a:xfrm>
              <a:off x="2514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8" name="Rectangle 1497"/>
            <p:cNvSpPr/>
            <p:nvPr/>
          </p:nvSpPr>
          <p:spPr bwMode="auto">
            <a:xfrm>
              <a:off x="2667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499" name="Rectangle 1498"/>
            <p:cNvSpPr/>
            <p:nvPr/>
          </p:nvSpPr>
          <p:spPr bwMode="auto">
            <a:xfrm>
              <a:off x="2819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00" name="Rectangle 1499"/>
            <p:cNvSpPr/>
            <p:nvPr/>
          </p:nvSpPr>
          <p:spPr bwMode="auto">
            <a:xfrm>
              <a:off x="2971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520" name="Rectangle 1519"/>
            <p:cNvSpPr/>
            <p:nvPr/>
          </p:nvSpPr>
          <p:spPr bwMode="auto">
            <a:xfrm>
              <a:off x="3276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4" name="Rectangle 1623"/>
            <p:cNvSpPr/>
            <p:nvPr/>
          </p:nvSpPr>
          <p:spPr bwMode="auto">
            <a:xfrm>
              <a:off x="3429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5" name="Rectangle 1624"/>
            <p:cNvSpPr/>
            <p:nvPr/>
          </p:nvSpPr>
          <p:spPr bwMode="auto">
            <a:xfrm>
              <a:off x="3581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6" name="Rectangle 1625"/>
            <p:cNvSpPr/>
            <p:nvPr/>
          </p:nvSpPr>
          <p:spPr bwMode="auto">
            <a:xfrm>
              <a:off x="3733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7" name="Rectangle 1626"/>
            <p:cNvSpPr/>
            <p:nvPr/>
          </p:nvSpPr>
          <p:spPr bwMode="auto">
            <a:xfrm>
              <a:off x="3886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8" name="Rectangle 1627"/>
            <p:cNvSpPr/>
            <p:nvPr/>
          </p:nvSpPr>
          <p:spPr bwMode="auto">
            <a:xfrm>
              <a:off x="4038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29" name="Rectangle 1628"/>
            <p:cNvSpPr/>
            <p:nvPr/>
          </p:nvSpPr>
          <p:spPr bwMode="auto">
            <a:xfrm>
              <a:off x="3276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0" name="Rectangle 1629"/>
            <p:cNvSpPr/>
            <p:nvPr/>
          </p:nvSpPr>
          <p:spPr bwMode="auto">
            <a:xfrm>
              <a:off x="3429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1" name="Rectangle 1630"/>
            <p:cNvSpPr/>
            <p:nvPr/>
          </p:nvSpPr>
          <p:spPr bwMode="auto">
            <a:xfrm>
              <a:off x="3581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2" name="Rectangle 1631"/>
            <p:cNvSpPr/>
            <p:nvPr/>
          </p:nvSpPr>
          <p:spPr bwMode="auto">
            <a:xfrm>
              <a:off x="3733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3" name="Rectangle 1632"/>
            <p:cNvSpPr/>
            <p:nvPr/>
          </p:nvSpPr>
          <p:spPr bwMode="auto">
            <a:xfrm>
              <a:off x="3886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4" name="Rectangle 1633"/>
            <p:cNvSpPr/>
            <p:nvPr/>
          </p:nvSpPr>
          <p:spPr bwMode="auto">
            <a:xfrm>
              <a:off x="4038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5" name="Rectangle 1634"/>
            <p:cNvSpPr/>
            <p:nvPr/>
          </p:nvSpPr>
          <p:spPr bwMode="auto">
            <a:xfrm>
              <a:off x="3276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6" name="Rectangle 1635"/>
            <p:cNvSpPr/>
            <p:nvPr/>
          </p:nvSpPr>
          <p:spPr bwMode="auto">
            <a:xfrm>
              <a:off x="3429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7" name="Rectangle 1636"/>
            <p:cNvSpPr/>
            <p:nvPr/>
          </p:nvSpPr>
          <p:spPr bwMode="auto">
            <a:xfrm>
              <a:off x="3581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8" name="Rectangle 1637"/>
            <p:cNvSpPr/>
            <p:nvPr/>
          </p:nvSpPr>
          <p:spPr bwMode="auto">
            <a:xfrm>
              <a:off x="3733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39" name="Rectangle 1638"/>
            <p:cNvSpPr/>
            <p:nvPr/>
          </p:nvSpPr>
          <p:spPr bwMode="auto">
            <a:xfrm>
              <a:off x="3886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2" name="Rectangle 1671"/>
            <p:cNvSpPr/>
            <p:nvPr/>
          </p:nvSpPr>
          <p:spPr bwMode="auto">
            <a:xfrm>
              <a:off x="4038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3" name="Rectangle 1672"/>
            <p:cNvSpPr/>
            <p:nvPr/>
          </p:nvSpPr>
          <p:spPr bwMode="auto">
            <a:xfrm>
              <a:off x="4343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4" name="Rectangle 1673"/>
            <p:cNvSpPr/>
            <p:nvPr/>
          </p:nvSpPr>
          <p:spPr bwMode="auto">
            <a:xfrm>
              <a:off x="4495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5" name="Rectangle 1674"/>
            <p:cNvSpPr/>
            <p:nvPr/>
          </p:nvSpPr>
          <p:spPr bwMode="auto">
            <a:xfrm>
              <a:off x="4648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6" name="Rectangle 1675"/>
            <p:cNvSpPr/>
            <p:nvPr/>
          </p:nvSpPr>
          <p:spPr bwMode="auto">
            <a:xfrm>
              <a:off x="4800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79" name="Rectangle 1678"/>
            <p:cNvSpPr/>
            <p:nvPr/>
          </p:nvSpPr>
          <p:spPr bwMode="auto">
            <a:xfrm>
              <a:off x="4343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0" name="Rectangle 1679"/>
            <p:cNvSpPr/>
            <p:nvPr/>
          </p:nvSpPr>
          <p:spPr bwMode="auto">
            <a:xfrm>
              <a:off x="4495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1" name="Rectangle 1680"/>
            <p:cNvSpPr/>
            <p:nvPr/>
          </p:nvSpPr>
          <p:spPr bwMode="auto">
            <a:xfrm>
              <a:off x="4648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2" name="Rectangle 1681"/>
            <p:cNvSpPr/>
            <p:nvPr/>
          </p:nvSpPr>
          <p:spPr bwMode="auto">
            <a:xfrm>
              <a:off x="4800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5" name="Rectangle 1684"/>
            <p:cNvSpPr/>
            <p:nvPr/>
          </p:nvSpPr>
          <p:spPr bwMode="auto">
            <a:xfrm>
              <a:off x="4343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6" name="Rectangle 1685"/>
            <p:cNvSpPr/>
            <p:nvPr/>
          </p:nvSpPr>
          <p:spPr bwMode="auto">
            <a:xfrm>
              <a:off x="4495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7" name="Rectangle 1686"/>
            <p:cNvSpPr/>
            <p:nvPr/>
          </p:nvSpPr>
          <p:spPr bwMode="auto">
            <a:xfrm>
              <a:off x="4648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8" name="Rectangle 1687"/>
            <p:cNvSpPr/>
            <p:nvPr/>
          </p:nvSpPr>
          <p:spPr bwMode="auto">
            <a:xfrm>
              <a:off x="4800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89" name="Rectangle 1688"/>
            <p:cNvSpPr/>
            <p:nvPr/>
          </p:nvSpPr>
          <p:spPr bwMode="auto">
            <a:xfrm>
              <a:off x="5105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0" name="Rectangle 1689"/>
            <p:cNvSpPr/>
            <p:nvPr/>
          </p:nvSpPr>
          <p:spPr bwMode="auto">
            <a:xfrm>
              <a:off x="5257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1" name="Rectangle 1690"/>
            <p:cNvSpPr/>
            <p:nvPr/>
          </p:nvSpPr>
          <p:spPr bwMode="auto">
            <a:xfrm>
              <a:off x="5410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2" name="Rectangle 1691"/>
            <p:cNvSpPr/>
            <p:nvPr/>
          </p:nvSpPr>
          <p:spPr bwMode="auto">
            <a:xfrm>
              <a:off x="5562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3" name="Rectangle 1692"/>
            <p:cNvSpPr/>
            <p:nvPr/>
          </p:nvSpPr>
          <p:spPr bwMode="auto">
            <a:xfrm>
              <a:off x="5715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4" name="Rectangle 1693"/>
            <p:cNvSpPr/>
            <p:nvPr/>
          </p:nvSpPr>
          <p:spPr bwMode="auto">
            <a:xfrm>
              <a:off x="5105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5" name="Rectangle 1694"/>
            <p:cNvSpPr/>
            <p:nvPr/>
          </p:nvSpPr>
          <p:spPr bwMode="auto">
            <a:xfrm>
              <a:off x="5257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6" name="Rectangle 1695"/>
            <p:cNvSpPr/>
            <p:nvPr/>
          </p:nvSpPr>
          <p:spPr bwMode="auto">
            <a:xfrm>
              <a:off x="5410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7" name="Rectangle 1696"/>
            <p:cNvSpPr/>
            <p:nvPr/>
          </p:nvSpPr>
          <p:spPr bwMode="auto">
            <a:xfrm>
              <a:off x="5562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698" name="Rectangle 1697"/>
            <p:cNvSpPr/>
            <p:nvPr/>
          </p:nvSpPr>
          <p:spPr bwMode="auto">
            <a:xfrm>
              <a:off x="5715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2" name="Rectangle 1701"/>
            <p:cNvSpPr/>
            <p:nvPr/>
          </p:nvSpPr>
          <p:spPr bwMode="auto">
            <a:xfrm>
              <a:off x="5105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3" name="Rectangle 1702"/>
            <p:cNvSpPr/>
            <p:nvPr/>
          </p:nvSpPr>
          <p:spPr bwMode="auto">
            <a:xfrm>
              <a:off x="5257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04" name="Rectangle 1703"/>
            <p:cNvSpPr/>
            <p:nvPr/>
          </p:nvSpPr>
          <p:spPr bwMode="auto">
            <a:xfrm>
              <a:off x="5410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38" name="Rectangle 1737"/>
            <p:cNvSpPr/>
            <p:nvPr/>
          </p:nvSpPr>
          <p:spPr bwMode="auto">
            <a:xfrm>
              <a:off x="5562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1" name="Rectangle 1740"/>
            <p:cNvSpPr/>
            <p:nvPr/>
          </p:nvSpPr>
          <p:spPr bwMode="auto">
            <a:xfrm>
              <a:off x="5715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47" name="Rectangle 1746"/>
            <p:cNvSpPr/>
            <p:nvPr/>
          </p:nvSpPr>
          <p:spPr bwMode="auto">
            <a:xfrm>
              <a:off x="6019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59" name="Rectangle 1758"/>
            <p:cNvSpPr/>
            <p:nvPr/>
          </p:nvSpPr>
          <p:spPr bwMode="auto">
            <a:xfrm>
              <a:off x="6172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2" name="Rectangle 1761"/>
            <p:cNvSpPr/>
            <p:nvPr/>
          </p:nvSpPr>
          <p:spPr bwMode="auto">
            <a:xfrm>
              <a:off x="6324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765" name="Rectangle 1764"/>
            <p:cNvSpPr/>
            <p:nvPr/>
          </p:nvSpPr>
          <p:spPr bwMode="auto">
            <a:xfrm>
              <a:off x="6477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1" name="Rectangle 1840"/>
            <p:cNvSpPr/>
            <p:nvPr/>
          </p:nvSpPr>
          <p:spPr bwMode="auto">
            <a:xfrm>
              <a:off x="6629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2" name="Rectangle 1841"/>
            <p:cNvSpPr/>
            <p:nvPr/>
          </p:nvSpPr>
          <p:spPr bwMode="auto">
            <a:xfrm>
              <a:off x="6019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3" name="Rectangle 1842"/>
            <p:cNvSpPr/>
            <p:nvPr/>
          </p:nvSpPr>
          <p:spPr bwMode="auto">
            <a:xfrm>
              <a:off x="6172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4" name="Rectangle 1843"/>
            <p:cNvSpPr/>
            <p:nvPr/>
          </p:nvSpPr>
          <p:spPr bwMode="auto">
            <a:xfrm>
              <a:off x="6324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5" name="Rectangle 1844"/>
            <p:cNvSpPr/>
            <p:nvPr/>
          </p:nvSpPr>
          <p:spPr bwMode="auto">
            <a:xfrm>
              <a:off x="6477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6" name="Rectangle 1845"/>
            <p:cNvSpPr/>
            <p:nvPr/>
          </p:nvSpPr>
          <p:spPr bwMode="auto">
            <a:xfrm>
              <a:off x="6629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7" name="Rectangle 1846"/>
            <p:cNvSpPr/>
            <p:nvPr/>
          </p:nvSpPr>
          <p:spPr bwMode="auto">
            <a:xfrm>
              <a:off x="6781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8" name="Rectangle 1847"/>
            <p:cNvSpPr/>
            <p:nvPr/>
          </p:nvSpPr>
          <p:spPr bwMode="auto">
            <a:xfrm>
              <a:off x="69342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49" name="Rectangle 1848"/>
            <p:cNvSpPr/>
            <p:nvPr/>
          </p:nvSpPr>
          <p:spPr bwMode="auto">
            <a:xfrm>
              <a:off x="7086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0" name="Rectangle 1849"/>
            <p:cNvSpPr/>
            <p:nvPr/>
          </p:nvSpPr>
          <p:spPr bwMode="auto">
            <a:xfrm>
              <a:off x="7239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1" name="Rectangle 1850"/>
            <p:cNvSpPr/>
            <p:nvPr/>
          </p:nvSpPr>
          <p:spPr bwMode="auto">
            <a:xfrm>
              <a:off x="7391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2" name="Rectangle 1851"/>
            <p:cNvSpPr/>
            <p:nvPr/>
          </p:nvSpPr>
          <p:spPr bwMode="auto">
            <a:xfrm>
              <a:off x="6781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3" name="Rectangle 1852"/>
            <p:cNvSpPr/>
            <p:nvPr/>
          </p:nvSpPr>
          <p:spPr bwMode="auto">
            <a:xfrm>
              <a:off x="6934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4" name="Rectangle 1853"/>
            <p:cNvSpPr/>
            <p:nvPr/>
          </p:nvSpPr>
          <p:spPr bwMode="auto">
            <a:xfrm>
              <a:off x="7086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5" name="Rectangle 1854"/>
            <p:cNvSpPr/>
            <p:nvPr/>
          </p:nvSpPr>
          <p:spPr bwMode="auto">
            <a:xfrm>
              <a:off x="7239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6" name="Rectangle 1855"/>
            <p:cNvSpPr/>
            <p:nvPr/>
          </p:nvSpPr>
          <p:spPr bwMode="auto">
            <a:xfrm>
              <a:off x="7391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7" name="Rectangle 1856"/>
            <p:cNvSpPr/>
            <p:nvPr/>
          </p:nvSpPr>
          <p:spPr bwMode="auto">
            <a:xfrm>
              <a:off x="7543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8" name="Rectangle 1857"/>
            <p:cNvSpPr/>
            <p:nvPr/>
          </p:nvSpPr>
          <p:spPr bwMode="auto">
            <a:xfrm>
              <a:off x="7543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59" name="Rectangle 1858"/>
            <p:cNvSpPr/>
            <p:nvPr/>
          </p:nvSpPr>
          <p:spPr bwMode="auto">
            <a:xfrm>
              <a:off x="6019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0" name="Rectangle 1859"/>
            <p:cNvSpPr/>
            <p:nvPr/>
          </p:nvSpPr>
          <p:spPr bwMode="auto">
            <a:xfrm>
              <a:off x="6172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1" name="Rectangle 1860"/>
            <p:cNvSpPr/>
            <p:nvPr/>
          </p:nvSpPr>
          <p:spPr bwMode="auto">
            <a:xfrm>
              <a:off x="6324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2" name="Rectangle 1861"/>
            <p:cNvSpPr/>
            <p:nvPr/>
          </p:nvSpPr>
          <p:spPr bwMode="auto">
            <a:xfrm>
              <a:off x="6477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3" name="Rectangle 1862"/>
            <p:cNvSpPr/>
            <p:nvPr/>
          </p:nvSpPr>
          <p:spPr bwMode="auto">
            <a:xfrm>
              <a:off x="6629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4" name="Rectangle 1863"/>
            <p:cNvSpPr/>
            <p:nvPr/>
          </p:nvSpPr>
          <p:spPr bwMode="auto">
            <a:xfrm>
              <a:off x="6781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5" name="Rectangle 1864"/>
            <p:cNvSpPr/>
            <p:nvPr/>
          </p:nvSpPr>
          <p:spPr bwMode="auto">
            <a:xfrm>
              <a:off x="6934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6" name="Rectangle 1865"/>
            <p:cNvSpPr/>
            <p:nvPr/>
          </p:nvSpPr>
          <p:spPr bwMode="auto">
            <a:xfrm>
              <a:off x="7086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7" name="Rectangle 1866"/>
            <p:cNvSpPr/>
            <p:nvPr/>
          </p:nvSpPr>
          <p:spPr bwMode="auto">
            <a:xfrm>
              <a:off x="7239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8" name="Rectangle 1867"/>
            <p:cNvSpPr/>
            <p:nvPr/>
          </p:nvSpPr>
          <p:spPr bwMode="auto">
            <a:xfrm>
              <a:off x="7391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69" name="Rectangle 1868"/>
            <p:cNvSpPr/>
            <p:nvPr/>
          </p:nvSpPr>
          <p:spPr bwMode="auto">
            <a:xfrm>
              <a:off x="7543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0" name="Rectangle 1869"/>
            <p:cNvSpPr/>
            <p:nvPr/>
          </p:nvSpPr>
          <p:spPr bwMode="auto">
            <a:xfrm>
              <a:off x="7848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1" name="Rectangle 1870"/>
            <p:cNvSpPr/>
            <p:nvPr/>
          </p:nvSpPr>
          <p:spPr bwMode="auto">
            <a:xfrm>
              <a:off x="8001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2" name="Rectangle 1871"/>
            <p:cNvSpPr/>
            <p:nvPr/>
          </p:nvSpPr>
          <p:spPr bwMode="auto">
            <a:xfrm>
              <a:off x="8153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3" name="Rectangle 1872"/>
            <p:cNvSpPr/>
            <p:nvPr/>
          </p:nvSpPr>
          <p:spPr bwMode="auto">
            <a:xfrm>
              <a:off x="8305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6" name="Rectangle 1875"/>
            <p:cNvSpPr/>
            <p:nvPr/>
          </p:nvSpPr>
          <p:spPr bwMode="auto">
            <a:xfrm>
              <a:off x="7848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7" name="Rectangle 1876"/>
            <p:cNvSpPr/>
            <p:nvPr/>
          </p:nvSpPr>
          <p:spPr bwMode="auto">
            <a:xfrm>
              <a:off x="8001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8" name="Rectangle 1877"/>
            <p:cNvSpPr/>
            <p:nvPr/>
          </p:nvSpPr>
          <p:spPr bwMode="auto">
            <a:xfrm>
              <a:off x="8153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79" name="Rectangle 1878"/>
            <p:cNvSpPr/>
            <p:nvPr/>
          </p:nvSpPr>
          <p:spPr bwMode="auto">
            <a:xfrm>
              <a:off x="8305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2" name="Rectangle 1881"/>
            <p:cNvSpPr/>
            <p:nvPr/>
          </p:nvSpPr>
          <p:spPr bwMode="auto">
            <a:xfrm>
              <a:off x="7848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3" name="Rectangle 1882"/>
            <p:cNvSpPr/>
            <p:nvPr/>
          </p:nvSpPr>
          <p:spPr bwMode="auto">
            <a:xfrm>
              <a:off x="80010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4" name="Rectangle 1883"/>
            <p:cNvSpPr/>
            <p:nvPr/>
          </p:nvSpPr>
          <p:spPr bwMode="auto">
            <a:xfrm>
              <a:off x="8153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5" name="Rectangle 1884"/>
            <p:cNvSpPr/>
            <p:nvPr/>
          </p:nvSpPr>
          <p:spPr bwMode="auto">
            <a:xfrm>
              <a:off x="8305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8" name="Rectangle 1887"/>
            <p:cNvSpPr/>
            <p:nvPr/>
          </p:nvSpPr>
          <p:spPr bwMode="auto">
            <a:xfrm>
              <a:off x="78486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89" name="Rectangle 1888"/>
            <p:cNvSpPr/>
            <p:nvPr/>
          </p:nvSpPr>
          <p:spPr bwMode="auto">
            <a:xfrm>
              <a:off x="80010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0" name="Rectangle 1889"/>
            <p:cNvSpPr/>
            <p:nvPr/>
          </p:nvSpPr>
          <p:spPr bwMode="auto">
            <a:xfrm>
              <a:off x="81534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1" name="Rectangle 1890"/>
            <p:cNvSpPr/>
            <p:nvPr/>
          </p:nvSpPr>
          <p:spPr bwMode="auto">
            <a:xfrm>
              <a:off x="8305800" y="190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5" name="Rectangle 1894"/>
            <p:cNvSpPr/>
            <p:nvPr/>
          </p:nvSpPr>
          <p:spPr bwMode="auto">
            <a:xfrm>
              <a:off x="7086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6" name="Rectangle 1895"/>
            <p:cNvSpPr/>
            <p:nvPr/>
          </p:nvSpPr>
          <p:spPr bwMode="auto">
            <a:xfrm>
              <a:off x="7239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7" name="Rectangle 1896"/>
            <p:cNvSpPr/>
            <p:nvPr/>
          </p:nvSpPr>
          <p:spPr bwMode="auto">
            <a:xfrm>
              <a:off x="7391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8" name="Rectangle 1897"/>
            <p:cNvSpPr/>
            <p:nvPr/>
          </p:nvSpPr>
          <p:spPr bwMode="auto">
            <a:xfrm>
              <a:off x="7543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899" name="Rectangle 1898"/>
            <p:cNvSpPr/>
            <p:nvPr/>
          </p:nvSpPr>
          <p:spPr bwMode="auto">
            <a:xfrm>
              <a:off x="6477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0" name="Rectangle 1899"/>
            <p:cNvSpPr/>
            <p:nvPr/>
          </p:nvSpPr>
          <p:spPr bwMode="auto">
            <a:xfrm>
              <a:off x="6629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1" name="Rectangle 1900"/>
            <p:cNvSpPr/>
            <p:nvPr/>
          </p:nvSpPr>
          <p:spPr bwMode="auto">
            <a:xfrm>
              <a:off x="6781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2" name="Rectangle 1901"/>
            <p:cNvSpPr/>
            <p:nvPr/>
          </p:nvSpPr>
          <p:spPr bwMode="auto">
            <a:xfrm>
              <a:off x="6934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3" name="Rectangle 1902"/>
            <p:cNvSpPr/>
            <p:nvPr/>
          </p:nvSpPr>
          <p:spPr bwMode="auto">
            <a:xfrm>
              <a:off x="5257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4" name="Rectangle 1903"/>
            <p:cNvSpPr/>
            <p:nvPr/>
          </p:nvSpPr>
          <p:spPr bwMode="auto">
            <a:xfrm>
              <a:off x="5410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5" name="Rectangle 1904"/>
            <p:cNvSpPr/>
            <p:nvPr/>
          </p:nvSpPr>
          <p:spPr bwMode="auto">
            <a:xfrm>
              <a:off x="5562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6" name="Rectangle 1905"/>
            <p:cNvSpPr/>
            <p:nvPr/>
          </p:nvSpPr>
          <p:spPr bwMode="auto">
            <a:xfrm>
              <a:off x="5715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7" name="Rectangle 1906"/>
            <p:cNvSpPr/>
            <p:nvPr/>
          </p:nvSpPr>
          <p:spPr bwMode="auto">
            <a:xfrm>
              <a:off x="4343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8" name="Rectangle 1907"/>
            <p:cNvSpPr/>
            <p:nvPr/>
          </p:nvSpPr>
          <p:spPr bwMode="auto">
            <a:xfrm>
              <a:off x="4495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09" name="Rectangle 1908"/>
            <p:cNvSpPr/>
            <p:nvPr/>
          </p:nvSpPr>
          <p:spPr bwMode="auto">
            <a:xfrm>
              <a:off x="4648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0" name="Rectangle 1909"/>
            <p:cNvSpPr/>
            <p:nvPr/>
          </p:nvSpPr>
          <p:spPr bwMode="auto">
            <a:xfrm>
              <a:off x="4800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1" name="Rectangle 1910"/>
            <p:cNvSpPr/>
            <p:nvPr/>
          </p:nvSpPr>
          <p:spPr bwMode="auto">
            <a:xfrm>
              <a:off x="3581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2" name="Rectangle 1911"/>
            <p:cNvSpPr/>
            <p:nvPr/>
          </p:nvSpPr>
          <p:spPr bwMode="auto">
            <a:xfrm>
              <a:off x="3733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3" name="Rectangle 1912"/>
            <p:cNvSpPr/>
            <p:nvPr/>
          </p:nvSpPr>
          <p:spPr bwMode="auto">
            <a:xfrm>
              <a:off x="3886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4" name="Rectangle 1913"/>
            <p:cNvSpPr/>
            <p:nvPr/>
          </p:nvSpPr>
          <p:spPr bwMode="auto">
            <a:xfrm>
              <a:off x="4038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5" name="Rectangle 1914"/>
            <p:cNvSpPr/>
            <p:nvPr/>
          </p:nvSpPr>
          <p:spPr bwMode="auto">
            <a:xfrm>
              <a:off x="2971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6" name="Rectangle 1915"/>
            <p:cNvSpPr/>
            <p:nvPr/>
          </p:nvSpPr>
          <p:spPr bwMode="auto">
            <a:xfrm>
              <a:off x="2362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7" name="Rectangle 1916"/>
            <p:cNvSpPr/>
            <p:nvPr/>
          </p:nvSpPr>
          <p:spPr bwMode="auto">
            <a:xfrm>
              <a:off x="2514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8" name="Rectangle 1917"/>
            <p:cNvSpPr/>
            <p:nvPr/>
          </p:nvSpPr>
          <p:spPr bwMode="auto">
            <a:xfrm>
              <a:off x="2667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19" name="Rectangle 1918"/>
            <p:cNvSpPr/>
            <p:nvPr/>
          </p:nvSpPr>
          <p:spPr bwMode="auto">
            <a:xfrm>
              <a:off x="2819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0" name="Rectangle 1919"/>
            <p:cNvSpPr/>
            <p:nvPr/>
          </p:nvSpPr>
          <p:spPr bwMode="auto">
            <a:xfrm>
              <a:off x="2057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1" name="Rectangle 1920"/>
            <p:cNvSpPr/>
            <p:nvPr/>
          </p:nvSpPr>
          <p:spPr bwMode="auto">
            <a:xfrm>
              <a:off x="1447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2" name="Rectangle 1921"/>
            <p:cNvSpPr/>
            <p:nvPr/>
          </p:nvSpPr>
          <p:spPr bwMode="auto">
            <a:xfrm>
              <a:off x="1600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3" name="Rectangle 1922"/>
            <p:cNvSpPr/>
            <p:nvPr/>
          </p:nvSpPr>
          <p:spPr bwMode="auto">
            <a:xfrm>
              <a:off x="1752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4" name="Rectangle 1923"/>
            <p:cNvSpPr/>
            <p:nvPr/>
          </p:nvSpPr>
          <p:spPr bwMode="auto">
            <a:xfrm>
              <a:off x="19050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5" name="Rectangle 1924"/>
            <p:cNvSpPr/>
            <p:nvPr/>
          </p:nvSpPr>
          <p:spPr bwMode="auto">
            <a:xfrm>
              <a:off x="9906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6" name="Rectangle 1925"/>
            <p:cNvSpPr/>
            <p:nvPr/>
          </p:nvSpPr>
          <p:spPr bwMode="auto">
            <a:xfrm>
              <a:off x="1295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7" name="Rectangle 1926"/>
            <p:cNvSpPr/>
            <p:nvPr/>
          </p:nvSpPr>
          <p:spPr bwMode="auto">
            <a:xfrm>
              <a:off x="5334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8" name="Rectangle 1927"/>
            <p:cNvSpPr/>
            <p:nvPr/>
          </p:nvSpPr>
          <p:spPr bwMode="auto">
            <a:xfrm>
              <a:off x="6858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29" name="Rectangle 1928"/>
            <p:cNvSpPr/>
            <p:nvPr/>
          </p:nvSpPr>
          <p:spPr bwMode="auto">
            <a:xfrm>
              <a:off x="838200" y="175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0" name="Rectangle 1929"/>
            <p:cNvSpPr/>
            <p:nvPr/>
          </p:nvSpPr>
          <p:spPr bwMode="auto">
            <a:xfrm>
              <a:off x="9906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1" name="Rectangle 1930"/>
            <p:cNvSpPr/>
            <p:nvPr/>
          </p:nvSpPr>
          <p:spPr bwMode="auto">
            <a:xfrm>
              <a:off x="5334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2" name="Rectangle 1931"/>
            <p:cNvSpPr/>
            <p:nvPr/>
          </p:nvSpPr>
          <p:spPr bwMode="auto">
            <a:xfrm>
              <a:off x="6858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3" name="Rectangle 1932"/>
            <p:cNvSpPr/>
            <p:nvPr/>
          </p:nvSpPr>
          <p:spPr bwMode="auto">
            <a:xfrm>
              <a:off x="838200" y="16002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4" name="Rectangle 1933"/>
            <p:cNvSpPr/>
            <p:nvPr/>
          </p:nvSpPr>
          <p:spPr bwMode="auto">
            <a:xfrm>
              <a:off x="990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5" name="Rectangle 1934"/>
            <p:cNvSpPr/>
            <p:nvPr/>
          </p:nvSpPr>
          <p:spPr bwMode="auto">
            <a:xfrm>
              <a:off x="533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6" name="Rectangle 1935"/>
            <p:cNvSpPr/>
            <p:nvPr/>
          </p:nvSpPr>
          <p:spPr bwMode="auto">
            <a:xfrm>
              <a:off x="685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7" name="Rectangle 1936"/>
            <p:cNvSpPr/>
            <p:nvPr/>
          </p:nvSpPr>
          <p:spPr bwMode="auto">
            <a:xfrm>
              <a:off x="838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8" name="Rectangle 1937"/>
            <p:cNvSpPr/>
            <p:nvPr/>
          </p:nvSpPr>
          <p:spPr bwMode="auto">
            <a:xfrm>
              <a:off x="2057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39" name="Rectangle 1938"/>
            <p:cNvSpPr/>
            <p:nvPr/>
          </p:nvSpPr>
          <p:spPr bwMode="auto">
            <a:xfrm>
              <a:off x="1447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0" name="Rectangle 1939"/>
            <p:cNvSpPr/>
            <p:nvPr/>
          </p:nvSpPr>
          <p:spPr bwMode="auto">
            <a:xfrm>
              <a:off x="1600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1" name="Rectangle 1940"/>
            <p:cNvSpPr/>
            <p:nvPr/>
          </p:nvSpPr>
          <p:spPr bwMode="auto">
            <a:xfrm>
              <a:off x="1752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2" name="Rectangle 1941"/>
            <p:cNvSpPr/>
            <p:nvPr/>
          </p:nvSpPr>
          <p:spPr bwMode="auto">
            <a:xfrm>
              <a:off x="1905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3" name="Rectangle 1942"/>
            <p:cNvSpPr/>
            <p:nvPr/>
          </p:nvSpPr>
          <p:spPr bwMode="auto">
            <a:xfrm>
              <a:off x="1295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4" name="Rectangle 1943"/>
            <p:cNvSpPr/>
            <p:nvPr/>
          </p:nvSpPr>
          <p:spPr bwMode="auto">
            <a:xfrm>
              <a:off x="2971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5" name="Rectangle 1944"/>
            <p:cNvSpPr/>
            <p:nvPr/>
          </p:nvSpPr>
          <p:spPr bwMode="auto">
            <a:xfrm>
              <a:off x="2362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6" name="Rectangle 1945"/>
            <p:cNvSpPr/>
            <p:nvPr/>
          </p:nvSpPr>
          <p:spPr bwMode="auto">
            <a:xfrm>
              <a:off x="2514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7" name="Rectangle 1946"/>
            <p:cNvSpPr/>
            <p:nvPr/>
          </p:nvSpPr>
          <p:spPr bwMode="auto">
            <a:xfrm>
              <a:off x="2667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8" name="Rectangle 1947"/>
            <p:cNvSpPr/>
            <p:nvPr/>
          </p:nvSpPr>
          <p:spPr bwMode="auto">
            <a:xfrm>
              <a:off x="2819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49" name="Rectangle 1948"/>
            <p:cNvSpPr/>
            <p:nvPr/>
          </p:nvSpPr>
          <p:spPr bwMode="auto">
            <a:xfrm>
              <a:off x="3276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50" name="Rectangle 1949"/>
            <p:cNvSpPr/>
            <p:nvPr/>
          </p:nvSpPr>
          <p:spPr bwMode="auto">
            <a:xfrm>
              <a:off x="34290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51" name="Rectangle 1950"/>
            <p:cNvSpPr/>
            <p:nvPr/>
          </p:nvSpPr>
          <p:spPr bwMode="auto">
            <a:xfrm>
              <a:off x="51054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52" name="Rectangle 1951"/>
            <p:cNvSpPr/>
            <p:nvPr/>
          </p:nvSpPr>
          <p:spPr bwMode="auto">
            <a:xfrm>
              <a:off x="60198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53" name="Rectangle 1952"/>
            <p:cNvSpPr/>
            <p:nvPr/>
          </p:nvSpPr>
          <p:spPr bwMode="auto">
            <a:xfrm>
              <a:off x="61722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54" name="Rectangle 1953"/>
            <p:cNvSpPr/>
            <p:nvPr/>
          </p:nvSpPr>
          <p:spPr bwMode="auto">
            <a:xfrm>
              <a:off x="6324600" y="1447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66" name="Rectangle 1965"/>
            <p:cNvSpPr/>
            <p:nvPr/>
          </p:nvSpPr>
          <p:spPr bwMode="auto">
            <a:xfrm>
              <a:off x="1295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67" name="Rectangle 1966"/>
            <p:cNvSpPr/>
            <p:nvPr/>
          </p:nvSpPr>
          <p:spPr bwMode="auto">
            <a:xfrm>
              <a:off x="1447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68" name="Rectangle 1967"/>
            <p:cNvSpPr/>
            <p:nvPr/>
          </p:nvSpPr>
          <p:spPr bwMode="auto">
            <a:xfrm>
              <a:off x="1600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69" name="Rectangle 1968"/>
            <p:cNvSpPr/>
            <p:nvPr/>
          </p:nvSpPr>
          <p:spPr bwMode="auto">
            <a:xfrm>
              <a:off x="1752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0" name="Rectangle 1969"/>
            <p:cNvSpPr/>
            <p:nvPr/>
          </p:nvSpPr>
          <p:spPr bwMode="auto">
            <a:xfrm>
              <a:off x="2819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1" name="Rectangle 1970"/>
            <p:cNvSpPr/>
            <p:nvPr/>
          </p:nvSpPr>
          <p:spPr bwMode="auto">
            <a:xfrm>
              <a:off x="2971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2" name="Rectangle 1971"/>
            <p:cNvSpPr/>
            <p:nvPr/>
          </p:nvSpPr>
          <p:spPr bwMode="auto">
            <a:xfrm>
              <a:off x="3124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3" name="Rectangle 1972"/>
            <p:cNvSpPr/>
            <p:nvPr/>
          </p:nvSpPr>
          <p:spPr bwMode="auto">
            <a:xfrm>
              <a:off x="3276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4" name="Rectangle 1973"/>
            <p:cNvSpPr/>
            <p:nvPr/>
          </p:nvSpPr>
          <p:spPr bwMode="auto">
            <a:xfrm>
              <a:off x="3429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6" name="Rectangle 1975"/>
            <p:cNvSpPr/>
            <p:nvPr/>
          </p:nvSpPr>
          <p:spPr bwMode="auto">
            <a:xfrm>
              <a:off x="2819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7" name="Rectangle 1976"/>
            <p:cNvSpPr/>
            <p:nvPr/>
          </p:nvSpPr>
          <p:spPr bwMode="auto">
            <a:xfrm>
              <a:off x="2971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8" name="Rectangle 1977"/>
            <p:cNvSpPr/>
            <p:nvPr/>
          </p:nvSpPr>
          <p:spPr bwMode="auto">
            <a:xfrm>
              <a:off x="3124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79" name="Rectangle 1978"/>
            <p:cNvSpPr/>
            <p:nvPr/>
          </p:nvSpPr>
          <p:spPr bwMode="auto">
            <a:xfrm>
              <a:off x="3276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0" name="Rectangle 1979"/>
            <p:cNvSpPr/>
            <p:nvPr/>
          </p:nvSpPr>
          <p:spPr bwMode="auto">
            <a:xfrm>
              <a:off x="3429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2" name="Rectangle 1981"/>
            <p:cNvSpPr/>
            <p:nvPr/>
          </p:nvSpPr>
          <p:spPr bwMode="auto">
            <a:xfrm>
              <a:off x="3733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3" name="Rectangle 1982"/>
            <p:cNvSpPr/>
            <p:nvPr/>
          </p:nvSpPr>
          <p:spPr bwMode="auto">
            <a:xfrm>
              <a:off x="3886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4" name="Rectangle 1983"/>
            <p:cNvSpPr/>
            <p:nvPr/>
          </p:nvSpPr>
          <p:spPr bwMode="auto">
            <a:xfrm>
              <a:off x="4038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5" name="Rectangle 1984"/>
            <p:cNvSpPr/>
            <p:nvPr/>
          </p:nvSpPr>
          <p:spPr bwMode="auto">
            <a:xfrm>
              <a:off x="4191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6" name="Rectangle 1985"/>
            <p:cNvSpPr/>
            <p:nvPr/>
          </p:nvSpPr>
          <p:spPr bwMode="auto">
            <a:xfrm>
              <a:off x="4343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7" name="Rectangle 1986"/>
            <p:cNvSpPr/>
            <p:nvPr/>
          </p:nvSpPr>
          <p:spPr bwMode="auto">
            <a:xfrm>
              <a:off x="3733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8" name="Rectangle 1987"/>
            <p:cNvSpPr/>
            <p:nvPr/>
          </p:nvSpPr>
          <p:spPr bwMode="auto">
            <a:xfrm>
              <a:off x="3886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89" name="Rectangle 1988"/>
            <p:cNvSpPr/>
            <p:nvPr/>
          </p:nvSpPr>
          <p:spPr bwMode="auto">
            <a:xfrm>
              <a:off x="4038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0" name="Rectangle 1989"/>
            <p:cNvSpPr/>
            <p:nvPr/>
          </p:nvSpPr>
          <p:spPr bwMode="auto">
            <a:xfrm>
              <a:off x="4191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1" name="Rectangle 1990"/>
            <p:cNvSpPr/>
            <p:nvPr/>
          </p:nvSpPr>
          <p:spPr bwMode="auto">
            <a:xfrm>
              <a:off x="4343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2" name="Rectangle 1991"/>
            <p:cNvSpPr/>
            <p:nvPr/>
          </p:nvSpPr>
          <p:spPr bwMode="auto">
            <a:xfrm>
              <a:off x="4648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3" name="Rectangle 1992"/>
            <p:cNvSpPr/>
            <p:nvPr/>
          </p:nvSpPr>
          <p:spPr bwMode="auto">
            <a:xfrm>
              <a:off x="4800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4" name="Rectangle 1993"/>
            <p:cNvSpPr/>
            <p:nvPr/>
          </p:nvSpPr>
          <p:spPr bwMode="auto">
            <a:xfrm>
              <a:off x="4953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5" name="Rectangle 1994"/>
            <p:cNvSpPr/>
            <p:nvPr/>
          </p:nvSpPr>
          <p:spPr bwMode="auto">
            <a:xfrm>
              <a:off x="5105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6" name="Rectangle 1995"/>
            <p:cNvSpPr/>
            <p:nvPr/>
          </p:nvSpPr>
          <p:spPr bwMode="auto">
            <a:xfrm>
              <a:off x="5257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7" name="Rectangle 1996"/>
            <p:cNvSpPr/>
            <p:nvPr/>
          </p:nvSpPr>
          <p:spPr bwMode="auto">
            <a:xfrm>
              <a:off x="5410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8" name="Rectangle 1997"/>
            <p:cNvSpPr/>
            <p:nvPr/>
          </p:nvSpPr>
          <p:spPr bwMode="auto">
            <a:xfrm>
              <a:off x="4648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99" name="Rectangle 1998"/>
            <p:cNvSpPr/>
            <p:nvPr/>
          </p:nvSpPr>
          <p:spPr bwMode="auto">
            <a:xfrm>
              <a:off x="4800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0" name="Rectangle 1999"/>
            <p:cNvSpPr/>
            <p:nvPr/>
          </p:nvSpPr>
          <p:spPr bwMode="auto">
            <a:xfrm>
              <a:off x="4953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1" name="Rectangle 2000"/>
            <p:cNvSpPr/>
            <p:nvPr/>
          </p:nvSpPr>
          <p:spPr bwMode="auto">
            <a:xfrm>
              <a:off x="5105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2" name="Rectangle 2001"/>
            <p:cNvSpPr/>
            <p:nvPr/>
          </p:nvSpPr>
          <p:spPr bwMode="auto">
            <a:xfrm>
              <a:off x="5257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3" name="Rectangle 2002"/>
            <p:cNvSpPr/>
            <p:nvPr/>
          </p:nvSpPr>
          <p:spPr bwMode="auto">
            <a:xfrm>
              <a:off x="5410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4" name="Rectangle 2003"/>
            <p:cNvSpPr/>
            <p:nvPr/>
          </p:nvSpPr>
          <p:spPr bwMode="auto">
            <a:xfrm>
              <a:off x="4648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5" name="Rectangle 2004"/>
            <p:cNvSpPr/>
            <p:nvPr/>
          </p:nvSpPr>
          <p:spPr bwMode="auto">
            <a:xfrm>
              <a:off x="4800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6" name="Rectangle 2005"/>
            <p:cNvSpPr/>
            <p:nvPr/>
          </p:nvSpPr>
          <p:spPr bwMode="auto">
            <a:xfrm>
              <a:off x="4953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7" name="Rectangle 2006"/>
            <p:cNvSpPr/>
            <p:nvPr/>
          </p:nvSpPr>
          <p:spPr bwMode="auto">
            <a:xfrm>
              <a:off x="5105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8" name="Rectangle 2007"/>
            <p:cNvSpPr/>
            <p:nvPr/>
          </p:nvSpPr>
          <p:spPr bwMode="auto">
            <a:xfrm>
              <a:off x="5257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09" name="Rectangle 2008"/>
            <p:cNvSpPr/>
            <p:nvPr/>
          </p:nvSpPr>
          <p:spPr bwMode="auto">
            <a:xfrm>
              <a:off x="5410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0" name="Rectangle 2009"/>
            <p:cNvSpPr/>
            <p:nvPr/>
          </p:nvSpPr>
          <p:spPr bwMode="auto">
            <a:xfrm>
              <a:off x="6934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1" name="Rectangle 2010"/>
            <p:cNvSpPr/>
            <p:nvPr/>
          </p:nvSpPr>
          <p:spPr bwMode="auto">
            <a:xfrm>
              <a:off x="7086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2" name="Rectangle 2011"/>
            <p:cNvSpPr/>
            <p:nvPr/>
          </p:nvSpPr>
          <p:spPr bwMode="auto">
            <a:xfrm>
              <a:off x="7239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3" name="Rectangle 2012"/>
            <p:cNvSpPr/>
            <p:nvPr/>
          </p:nvSpPr>
          <p:spPr bwMode="auto">
            <a:xfrm>
              <a:off x="7391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4" name="Rectangle 2013"/>
            <p:cNvSpPr/>
            <p:nvPr/>
          </p:nvSpPr>
          <p:spPr bwMode="auto">
            <a:xfrm>
              <a:off x="6934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5" name="Rectangle 2014"/>
            <p:cNvSpPr/>
            <p:nvPr/>
          </p:nvSpPr>
          <p:spPr bwMode="auto">
            <a:xfrm>
              <a:off x="7086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6" name="Rectangle 2015"/>
            <p:cNvSpPr/>
            <p:nvPr/>
          </p:nvSpPr>
          <p:spPr bwMode="auto">
            <a:xfrm>
              <a:off x="7239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7" name="Rectangle 2016"/>
            <p:cNvSpPr/>
            <p:nvPr/>
          </p:nvSpPr>
          <p:spPr bwMode="auto">
            <a:xfrm>
              <a:off x="7391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8" name="Rectangle 2017"/>
            <p:cNvSpPr/>
            <p:nvPr/>
          </p:nvSpPr>
          <p:spPr bwMode="auto">
            <a:xfrm>
              <a:off x="6934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19" name="Rectangle 2018"/>
            <p:cNvSpPr/>
            <p:nvPr/>
          </p:nvSpPr>
          <p:spPr bwMode="auto">
            <a:xfrm>
              <a:off x="7086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20" name="Rectangle 2019"/>
            <p:cNvSpPr/>
            <p:nvPr/>
          </p:nvSpPr>
          <p:spPr bwMode="auto">
            <a:xfrm>
              <a:off x="7239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021" name="Rectangle 2020"/>
            <p:cNvSpPr/>
            <p:nvPr/>
          </p:nvSpPr>
          <p:spPr bwMode="auto">
            <a:xfrm>
              <a:off x="7391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15" name="Rectangle 2114"/>
            <p:cNvSpPr/>
            <p:nvPr/>
          </p:nvSpPr>
          <p:spPr bwMode="auto">
            <a:xfrm>
              <a:off x="6934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16" name="Rectangle 2115"/>
            <p:cNvSpPr/>
            <p:nvPr/>
          </p:nvSpPr>
          <p:spPr bwMode="auto">
            <a:xfrm>
              <a:off x="7086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17" name="Rectangle 2116"/>
            <p:cNvSpPr/>
            <p:nvPr/>
          </p:nvSpPr>
          <p:spPr bwMode="auto">
            <a:xfrm>
              <a:off x="7239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18" name="Rectangle 2117"/>
            <p:cNvSpPr/>
            <p:nvPr/>
          </p:nvSpPr>
          <p:spPr bwMode="auto">
            <a:xfrm>
              <a:off x="7391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19" name="Rectangle 2118"/>
            <p:cNvSpPr/>
            <p:nvPr/>
          </p:nvSpPr>
          <p:spPr bwMode="auto">
            <a:xfrm>
              <a:off x="4953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0" name="Rectangle 2119"/>
            <p:cNvSpPr/>
            <p:nvPr/>
          </p:nvSpPr>
          <p:spPr bwMode="auto">
            <a:xfrm>
              <a:off x="5105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1" name="Rectangle 2120"/>
            <p:cNvSpPr/>
            <p:nvPr/>
          </p:nvSpPr>
          <p:spPr bwMode="auto">
            <a:xfrm>
              <a:off x="5257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2" name="Rectangle 2121"/>
            <p:cNvSpPr/>
            <p:nvPr/>
          </p:nvSpPr>
          <p:spPr bwMode="auto">
            <a:xfrm>
              <a:off x="5410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3" name="Rectangle 2122"/>
            <p:cNvSpPr/>
            <p:nvPr/>
          </p:nvSpPr>
          <p:spPr bwMode="auto">
            <a:xfrm>
              <a:off x="4343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4" name="Rectangle 2123"/>
            <p:cNvSpPr/>
            <p:nvPr/>
          </p:nvSpPr>
          <p:spPr bwMode="auto">
            <a:xfrm>
              <a:off x="3733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5" name="Rectangle 2124"/>
            <p:cNvSpPr/>
            <p:nvPr/>
          </p:nvSpPr>
          <p:spPr bwMode="auto">
            <a:xfrm>
              <a:off x="3886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6" name="Rectangle 2125"/>
            <p:cNvSpPr/>
            <p:nvPr/>
          </p:nvSpPr>
          <p:spPr bwMode="auto">
            <a:xfrm>
              <a:off x="4038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7" name="Rectangle 2126"/>
            <p:cNvSpPr/>
            <p:nvPr/>
          </p:nvSpPr>
          <p:spPr bwMode="auto">
            <a:xfrm>
              <a:off x="4191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29" name="Rectangle 2128"/>
            <p:cNvSpPr/>
            <p:nvPr/>
          </p:nvSpPr>
          <p:spPr bwMode="auto">
            <a:xfrm>
              <a:off x="2971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0" name="Rectangle 2129"/>
            <p:cNvSpPr/>
            <p:nvPr/>
          </p:nvSpPr>
          <p:spPr bwMode="auto">
            <a:xfrm>
              <a:off x="3124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1" name="Rectangle 2130"/>
            <p:cNvSpPr/>
            <p:nvPr/>
          </p:nvSpPr>
          <p:spPr bwMode="auto">
            <a:xfrm>
              <a:off x="3276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2" name="Rectangle 2131"/>
            <p:cNvSpPr/>
            <p:nvPr/>
          </p:nvSpPr>
          <p:spPr bwMode="auto">
            <a:xfrm>
              <a:off x="3429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3" name="Rectangle 2132"/>
            <p:cNvSpPr/>
            <p:nvPr/>
          </p:nvSpPr>
          <p:spPr bwMode="auto">
            <a:xfrm>
              <a:off x="1752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4" name="Rectangle 2133"/>
            <p:cNvSpPr/>
            <p:nvPr/>
          </p:nvSpPr>
          <p:spPr bwMode="auto">
            <a:xfrm>
              <a:off x="2819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5" name="Rectangle 2134"/>
            <p:cNvSpPr/>
            <p:nvPr/>
          </p:nvSpPr>
          <p:spPr bwMode="auto">
            <a:xfrm>
              <a:off x="1295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6" name="Rectangle 2135"/>
            <p:cNvSpPr/>
            <p:nvPr/>
          </p:nvSpPr>
          <p:spPr bwMode="auto">
            <a:xfrm>
              <a:off x="1447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7" name="Rectangle 2136"/>
            <p:cNvSpPr/>
            <p:nvPr/>
          </p:nvSpPr>
          <p:spPr bwMode="auto">
            <a:xfrm>
              <a:off x="1600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8" name="Rectangle 2137"/>
            <p:cNvSpPr/>
            <p:nvPr/>
          </p:nvSpPr>
          <p:spPr bwMode="auto">
            <a:xfrm>
              <a:off x="1752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39" name="Rectangle 2138"/>
            <p:cNvSpPr/>
            <p:nvPr/>
          </p:nvSpPr>
          <p:spPr bwMode="auto">
            <a:xfrm>
              <a:off x="1295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0" name="Rectangle 2139"/>
            <p:cNvSpPr/>
            <p:nvPr/>
          </p:nvSpPr>
          <p:spPr bwMode="auto">
            <a:xfrm>
              <a:off x="1447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1" name="Rectangle 2140"/>
            <p:cNvSpPr/>
            <p:nvPr/>
          </p:nvSpPr>
          <p:spPr bwMode="auto">
            <a:xfrm>
              <a:off x="1600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2" name="Rectangle 2141"/>
            <p:cNvSpPr/>
            <p:nvPr/>
          </p:nvSpPr>
          <p:spPr bwMode="auto">
            <a:xfrm>
              <a:off x="1752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3" name="Rectangle 2142"/>
            <p:cNvSpPr/>
            <p:nvPr/>
          </p:nvSpPr>
          <p:spPr bwMode="auto">
            <a:xfrm>
              <a:off x="1295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4" name="Rectangle 2143"/>
            <p:cNvSpPr/>
            <p:nvPr/>
          </p:nvSpPr>
          <p:spPr bwMode="auto">
            <a:xfrm>
              <a:off x="1447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5" name="Rectangle 2144"/>
            <p:cNvSpPr/>
            <p:nvPr/>
          </p:nvSpPr>
          <p:spPr bwMode="auto">
            <a:xfrm>
              <a:off x="1600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7" name="Rectangle 2146"/>
            <p:cNvSpPr/>
            <p:nvPr/>
          </p:nvSpPr>
          <p:spPr bwMode="auto">
            <a:xfrm>
              <a:off x="2971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8" name="Rectangle 2147"/>
            <p:cNvSpPr/>
            <p:nvPr/>
          </p:nvSpPr>
          <p:spPr bwMode="auto">
            <a:xfrm>
              <a:off x="3124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49" name="Rectangle 2148"/>
            <p:cNvSpPr/>
            <p:nvPr/>
          </p:nvSpPr>
          <p:spPr bwMode="auto">
            <a:xfrm>
              <a:off x="3276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0" name="Rectangle 2149"/>
            <p:cNvSpPr/>
            <p:nvPr/>
          </p:nvSpPr>
          <p:spPr bwMode="auto">
            <a:xfrm>
              <a:off x="3429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1" name="Rectangle 2150"/>
            <p:cNvSpPr/>
            <p:nvPr/>
          </p:nvSpPr>
          <p:spPr bwMode="auto">
            <a:xfrm>
              <a:off x="2819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2" name="Rectangle 2151"/>
            <p:cNvSpPr/>
            <p:nvPr/>
          </p:nvSpPr>
          <p:spPr bwMode="auto">
            <a:xfrm>
              <a:off x="4343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3" name="Rectangle 2152"/>
            <p:cNvSpPr/>
            <p:nvPr/>
          </p:nvSpPr>
          <p:spPr bwMode="auto">
            <a:xfrm>
              <a:off x="3733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4" name="Rectangle 2153"/>
            <p:cNvSpPr/>
            <p:nvPr/>
          </p:nvSpPr>
          <p:spPr bwMode="auto">
            <a:xfrm>
              <a:off x="3886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5" name="Rectangle 2154"/>
            <p:cNvSpPr/>
            <p:nvPr/>
          </p:nvSpPr>
          <p:spPr bwMode="auto">
            <a:xfrm>
              <a:off x="4038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6" name="Rectangle 2155"/>
            <p:cNvSpPr/>
            <p:nvPr/>
          </p:nvSpPr>
          <p:spPr bwMode="auto">
            <a:xfrm>
              <a:off x="4191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7" name="Rectangle 2156"/>
            <p:cNvSpPr/>
            <p:nvPr/>
          </p:nvSpPr>
          <p:spPr bwMode="auto">
            <a:xfrm>
              <a:off x="4648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58" name="Rectangle 2157"/>
            <p:cNvSpPr/>
            <p:nvPr/>
          </p:nvSpPr>
          <p:spPr bwMode="auto">
            <a:xfrm>
              <a:off x="4800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4" name="Rectangle 2173"/>
            <p:cNvSpPr/>
            <p:nvPr/>
          </p:nvSpPr>
          <p:spPr bwMode="auto">
            <a:xfrm>
              <a:off x="7543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5" name="Rectangle 2174"/>
            <p:cNvSpPr/>
            <p:nvPr/>
          </p:nvSpPr>
          <p:spPr bwMode="auto">
            <a:xfrm>
              <a:off x="7543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6" name="Rectangle 2175"/>
            <p:cNvSpPr/>
            <p:nvPr/>
          </p:nvSpPr>
          <p:spPr bwMode="auto">
            <a:xfrm>
              <a:off x="7543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7" name="Rectangle 2176"/>
            <p:cNvSpPr/>
            <p:nvPr/>
          </p:nvSpPr>
          <p:spPr bwMode="auto">
            <a:xfrm>
              <a:off x="7543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8" name="Rectangle 2177"/>
            <p:cNvSpPr/>
            <p:nvPr/>
          </p:nvSpPr>
          <p:spPr bwMode="auto">
            <a:xfrm>
              <a:off x="5562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79" name="Rectangle 2178"/>
            <p:cNvSpPr/>
            <p:nvPr/>
          </p:nvSpPr>
          <p:spPr bwMode="auto">
            <a:xfrm>
              <a:off x="5715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0" name="Rectangle 2179"/>
            <p:cNvSpPr/>
            <p:nvPr/>
          </p:nvSpPr>
          <p:spPr bwMode="auto">
            <a:xfrm>
              <a:off x="5867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1" name="Rectangle 2180"/>
            <p:cNvSpPr/>
            <p:nvPr/>
          </p:nvSpPr>
          <p:spPr bwMode="auto">
            <a:xfrm>
              <a:off x="6019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2" name="Rectangle 2181"/>
            <p:cNvSpPr/>
            <p:nvPr/>
          </p:nvSpPr>
          <p:spPr bwMode="auto">
            <a:xfrm>
              <a:off x="6172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3" name="Rectangle 2182"/>
            <p:cNvSpPr/>
            <p:nvPr/>
          </p:nvSpPr>
          <p:spPr bwMode="auto">
            <a:xfrm>
              <a:off x="6324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4" name="Rectangle 2183"/>
            <p:cNvSpPr/>
            <p:nvPr/>
          </p:nvSpPr>
          <p:spPr bwMode="auto">
            <a:xfrm>
              <a:off x="5562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5" name="Rectangle 2184"/>
            <p:cNvSpPr/>
            <p:nvPr/>
          </p:nvSpPr>
          <p:spPr bwMode="auto">
            <a:xfrm>
              <a:off x="5715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6" name="Rectangle 2185"/>
            <p:cNvSpPr/>
            <p:nvPr/>
          </p:nvSpPr>
          <p:spPr bwMode="auto">
            <a:xfrm>
              <a:off x="5867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7" name="Rectangle 2186"/>
            <p:cNvSpPr/>
            <p:nvPr/>
          </p:nvSpPr>
          <p:spPr bwMode="auto">
            <a:xfrm>
              <a:off x="6019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8" name="Rectangle 2187"/>
            <p:cNvSpPr/>
            <p:nvPr/>
          </p:nvSpPr>
          <p:spPr bwMode="auto">
            <a:xfrm>
              <a:off x="6172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89" name="Rectangle 2188"/>
            <p:cNvSpPr/>
            <p:nvPr/>
          </p:nvSpPr>
          <p:spPr bwMode="auto">
            <a:xfrm>
              <a:off x="6324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0" name="Rectangle 2189"/>
            <p:cNvSpPr/>
            <p:nvPr/>
          </p:nvSpPr>
          <p:spPr bwMode="auto">
            <a:xfrm>
              <a:off x="5562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1" name="Rectangle 2190"/>
            <p:cNvSpPr/>
            <p:nvPr/>
          </p:nvSpPr>
          <p:spPr bwMode="auto">
            <a:xfrm>
              <a:off x="5715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2" name="Rectangle 2191"/>
            <p:cNvSpPr/>
            <p:nvPr/>
          </p:nvSpPr>
          <p:spPr bwMode="auto">
            <a:xfrm>
              <a:off x="5867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3" name="Rectangle 2192"/>
            <p:cNvSpPr/>
            <p:nvPr/>
          </p:nvSpPr>
          <p:spPr bwMode="auto">
            <a:xfrm>
              <a:off x="6019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4" name="Rectangle 2193"/>
            <p:cNvSpPr/>
            <p:nvPr/>
          </p:nvSpPr>
          <p:spPr bwMode="auto">
            <a:xfrm>
              <a:off x="6172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5" name="Rectangle 2194"/>
            <p:cNvSpPr/>
            <p:nvPr/>
          </p:nvSpPr>
          <p:spPr bwMode="auto">
            <a:xfrm>
              <a:off x="6324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6" name="Rectangle 2195"/>
            <p:cNvSpPr/>
            <p:nvPr/>
          </p:nvSpPr>
          <p:spPr bwMode="auto">
            <a:xfrm>
              <a:off x="5867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7" name="Rectangle 2196"/>
            <p:cNvSpPr/>
            <p:nvPr/>
          </p:nvSpPr>
          <p:spPr bwMode="auto">
            <a:xfrm>
              <a:off x="6019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8" name="Rectangle 2197"/>
            <p:cNvSpPr/>
            <p:nvPr/>
          </p:nvSpPr>
          <p:spPr bwMode="auto">
            <a:xfrm>
              <a:off x="6172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99" name="Rectangle 2198"/>
            <p:cNvSpPr/>
            <p:nvPr/>
          </p:nvSpPr>
          <p:spPr bwMode="auto">
            <a:xfrm>
              <a:off x="6324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0" name="Rectangle 2199"/>
            <p:cNvSpPr/>
            <p:nvPr/>
          </p:nvSpPr>
          <p:spPr bwMode="auto">
            <a:xfrm>
              <a:off x="5562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1" name="Rectangle 2200"/>
            <p:cNvSpPr/>
            <p:nvPr/>
          </p:nvSpPr>
          <p:spPr bwMode="auto">
            <a:xfrm>
              <a:off x="5715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2" name="Rectangle 2201"/>
            <p:cNvSpPr/>
            <p:nvPr/>
          </p:nvSpPr>
          <p:spPr bwMode="auto">
            <a:xfrm>
              <a:off x="6477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3" name="Rectangle 2202"/>
            <p:cNvSpPr/>
            <p:nvPr/>
          </p:nvSpPr>
          <p:spPr bwMode="auto">
            <a:xfrm>
              <a:off x="6629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4" name="Rectangle 2203"/>
            <p:cNvSpPr/>
            <p:nvPr/>
          </p:nvSpPr>
          <p:spPr bwMode="auto">
            <a:xfrm>
              <a:off x="6477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5" name="Rectangle 2204"/>
            <p:cNvSpPr/>
            <p:nvPr/>
          </p:nvSpPr>
          <p:spPr bwMode="auto">
            <a:xfrm>
              <a:off x="6629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6" name="Rectangle 2205"/>
            <p:cNvSpPr/>
            <p:nvPr/>
          </p:nvSpPr>
          <p:spPr bwMode="auto">
            <a:xfrm>
              <a:off x="6477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7" name="Rectangle 2206"/>
            <p:cNvSpPr/>
            <p:nvPr/>
          </p:nvSpPr>
          <p:spPr bwMode="auto">
            <a:xfrm>
              <a:off x="6629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8" name="Rectangle 2207"/>
            <p:cNvSpPr/>
            <p:nvPr/>
          </p:nvSpPr>
          <p:spPr bwMode="auto">
            <a:xfrm>
              <a:off x="6477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09" name="Rectangle 2208"/>
            <p:cNvSpPr/>
            <p:nvPr/>
          </p:nvSpPr>
          <p:spPr bwMode="auto">
            <a:xfrm>
              <a:off x="6629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0" name="Rectangle 2209"/>
            <p:cNvSpPr/>
            <p:nvPr/>
          </p:nvSpPr>
          <p:spPr bwMode="auto">
            <a:xfrm>
              <a:off x="19050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1" name="Rectangle 2210"/>
            <p:cNvSpPr/>
            <p:nvPr/>
          </p:nvSpPr>
          <p:spPr bwMode="auto">
            <a:xfrm>
              <a:off x="20574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2" name="Rectangle 2211"/>
            <p:cNvSpPr/>
            <p:nvPr/>
          </p:nvSpPr>
          <p:spPr bwMode="auto">
            <a:xfrm>
              <a:off x="22098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3" name="Rectangle 2212"/>
            <p:cNvSpPr/>
            <p:nvPr/>
          </p:nvSpPr>
          <p:spPr bwMode="auto">
            <a:xfrm>
              <a:off x="23622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4" name="Rectangle 2213"/>
            <p:cNvSpPr/>
            <p:nvPr/>
          </p:nvSpPr>
          <p:spPr bwMode="auto">
            <a:xfrm>
              <a:off x="23622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5" name="Rectangle 2214"/>
            <p:cNvSpPr/>
            <p:nvPr/>
          </p:nvSpPr>
          <p:spPr bwMode="auto">
            <a:xfrm>
              <a:off x="19050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6" name="Rectangle 2215"/>
            <p:cNvSpPr/>
            <p:nvPr/>
          </p:nvSpPr>
          <p:spPr bwMode="auto">
            <a:xfrm>
              <a:off x="20574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7" name="Rectangle 2216"/>
            <p:cNvSpPr/>
            <p:nvPr/>
          </p:nvSpPr>
          <p:spPr bwMode="auto">
            <a:xfrm>
              <a:off x="22098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8" name="Rectangle 2217"/>
            <p:cNvSpPr/>
            <p:nvPr/>
          </p:nvSpPr>
          <p:spPr bwMode="auto">
            <a:xfrm>
              <a:off x="23622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19" name="Rectangle 2218"/>
            <p:cNvSpPr/>
            <p:nvPr/>
          </p:nvSpPr>
          <p:spPr bwMode="auto">
            <a:xfrm>
              <a:off x="19050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0" name="Rectangle 2219"/>
            <p:cNvSpPr/>
            <p:nvPr/>
          </p:nvSpPr>
          <p:spPr bwMode="auto">
            <a:xfrm>
              <a:off x="20574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1" name="Rectangle 2220"/>
            <p:cNvSpPr/>
            <p:nvPr/>
          </p:nvSpPr>
          <p:spPr bwMode="auto">
            <a:xfrm>
              <a:off x="22098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2" name="Rectangle 2221"/>
            <p:cNvSpPr/>
            <p:nvPr/>
          </p:nvSpPr>
          <p:spPr bwMode="auto">
            <a:xfrm>
              <a:off x="23622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3" name="Rectangle 2222"/>
            <p:cNvSpPr/>
            <p:nvPr/>
          </p:nvSpPr>
          <p:spPr bwMode="auto">
            <a:xfrm>
              <a:off x="19050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4" name="Rectangle 2223"/>
            <p:cNvSpPr/>
            <p:nvPr/>
          </p:nvSpPr>
          <p:spPr bwMode="auto">
            <a:xfrm>
              <a:off x="20574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5" name="Rectangle 2224"/>
            <p:cNvSpPr/>
            <p:nvPr/>
          </p:nvSpPr>
          <p:spPr bwMode="auto">
            <a:xfrm>
              <a:off x="22098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6" name="Rectangle 2225"/>
            <p:cNvSpPr/>
            <p:nvPr/>
          </p:nvSpPr>
          <p:spPr bwMode="auto">
            <a:xfrm>
              <a:off x="2514600" y="60198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/>
                <a:t>1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7" name="Rectangle 2226"/>
            <p:cNvSpPr/>
            <p:nvPr/>
          </p:nvSpPr>
          <p:spPr bwMode="auto">
            <a:xfrm>
              <a:off x="2514600" y="58674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8" name="Rectangle 2227"/>
            <p:cNvSpPr/>
            <p:nvPr/>
          </p:nvSpPr>
          <p:spPr bwMode="auto">
            <a:xfrm>
              <a:off x="2514600" y="57150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229" name="Rectangle 2228"/>
            <p:cNvSpPr/>
            <p:nvPr/>
          </p:nvSpPr>
          <p:spPr bwMode="auto">
            <a:xfrm>
              <a:off x="2514600" y="5562600"/>
              <a:ext cx="152400" cy="152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600" dirty="0" smtClean="0"/>
                <a:t>0</a:t>
              </a:r>
              <a:endParaRPr kumimoji="0" lang="en-US" sz="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5" name="Rectangle 914"/>
            <p:cNvSpPr/>
            <p:nvPr/>
          </p:nvSpPr>
          <p:spPr bwMode="auto">
            <a:xfrm>
              <a:off x="11430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6" name="Rectangle 915"/>
            <p:cNvSpPr/>
            <p:nvPr/>
          </p:nvSpPr>
          <p:spPr bwMode="auto">
            <a:xfrm>
              <a:off x="11430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7" name="Rectangle 916"/>
            <p:cNvSpPr/>
            <p:nvPr/>
          </p:nvSpPr>
          <p:spPr bwMode="auto">
            <a:xfrm>
              <a:off x="11430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18" name="Rectangle 917"/>
            <p:cNvSpPr/>
            <p:nvPr/>
          </p:nvSpPr>
          <p:spPr bwMode="auto">
            <a:xfrm>
              <a:off x="11430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3" name="Rectangle 922"/>
            <p:cNvSpPr/>
            <p:nvPr/>
          </p:nvSpPr>
          <p:spPr bwMode="auto">
            <a:xfrm>
              <a:off x="22098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4" name="Rectangle 923"/>
            <p:cNvSpPr/>
            <p:nvPr/>
          </p:nvSpPr>
          <p:spPr bwMode="auto">
            <a:xfrm>
              <a:off x="22098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5" name="Rectangle 924"/>
            <p:cNvSpPr/>
            <p:nvPr/>
          </p:nvSpPr>
          <p:spPr bwMode="auto">
            <a:xfrm>
              <a:off x="22098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6" name="Rectangle 925"/>
            <p:cNvSpPr/>
            <p:nvPr/>
          </p:nvSpPr>
          <p:spPr bwMode="auto">
            <a:xfrm>
              <a:off x="22098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7" name="Rectangle 926"/>
            <p:cNvSpPr/>
            <p:nvPr/>
          </p:nvSpPr>
          <p:spPr bwMode="auto">
            <a:xfrm>
              <a:off x="31242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8" name="Rectangle 927"/>
            <p:cNvSpPr/>
            <p:nvPr/>
          </p:nvSpPr>
          <p:spPr bwMode="auto">
            <a:xfrm>
              <a:off x="31242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29" name="Rectangle 928"/>
            <p:cNvSpPr/>
            <p:nvPr/>
          </p:nvSpPr>
          <p:spPr bwMode="auto">
            <a:xfrm>
              <a:off x="31242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0" name="Rectangle 929"/>
            <p:cNvSpPr/>
            <p:nvPr/>
          </p:nvSpPr>
          <p:spPr bwMode="auto">
            <a:xfrm>
              <a:off x="31242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0" name="Rectangle 939"/>
            <p:cNvSpPr/>
            <p:nvPr/>
          </p:nvSpPr>
          <p:spPr bwMode="auto">
            <a:xfrm>
              <a:off x="41910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1" name="Rectangle 940"/>
            <p:cNvSpPr/>
            <p:nvPr/>
          </p:nvSpPr>
          <p:spPr bwMode="auto">
            <a:xfrm>
              <a:off x="41910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2" name="Rectangle 941"/>
            <p:cNvSpPr/>
            <p:nvPr/>
          </p:nvSpPr>
          <p:spPr bwMode="auto">
            <a:xfrm>
              <a:off x="41910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Rectangle 942"/>
            <p:cNvSpPr/>
            <p:nvPr/>
          </p:nvSpPr>
          <p:spPr bwMode="auto">
            <a:xfrm>
              <a:off x="41910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4" name="Rectangle 943"/>
            <p:cNvSpPr/>
            <p:nvPr/>
          </p:nvSpPr>
          <p:spPr bwMode="auto">
            <a:xfrm>
              <a:off x="49530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5" name="Rectangle 944"/>
            <p:cNvSpPr/>
            <p:nvPr/>
          </p:nvSpPr>
          <p:spPr bwMode="auto">
            <a:xfrm>
              <a:off x="49530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6" name="Rectangle 945"/>
            <p:cNvSpPr/>
            <p:nvPr/>
          </p:nvSpPr>
          <p:spPr bwMode="auto">
            <a:xfrm>
              <a:off x="49530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7" name="Rectangle 946"/>
            <p:cNvSpPr/>
            <p:nvPr/>
          </p:nvSpPr>
          <p:spPr bwMode="auto">
            <a:xfrm>
              <a:off x="49530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8" name="Rectangle 947"/>
            <p:cNvSpPr/>
            <p:nvPr/>
          </p:nvSpPr>
          <p:spPr bwMode="auto">
            <a:xfrm>
              <a:off x="58674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9" name="Rectangle 948"/>
            <p:cNvSpPr/>
            <p:nvPr/>
          </p:nvSpPr>
          <p:spPr bwMode="auto">
            <a:xfrm>
              <a:off x="58674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0" name="Rectangle 949"/>
            <p:cNvSpPr/>
            <p:nvPr/>
          </p:nvSpPr>
          <p:spPr bwMode="auto">
            <a:xfrm>
              <a:off x="58674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1" name="Rectangle 950"/>
            <p:cNvSpPr/>
            <p:nvPr/>
          </p:nvSpPr>
          <p:spPr bwMode="auto">
            <a:xfrm>
              <a:off x="58674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Rectangle 951"/>
            <p:cNvSpPr/>
            <p:nvPr/>
          </p:nvSpPr>
          <p:spPr bwMode="auto">
            <a:xfrm>
              <a:off x="7696200" y="160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Rectangle 952"/>
            <p:cNvSpPr/>
            <p:nvPr/>
          </p:nvSpPr>
          <p:spPr bwMode="auto">
            <a:xfrm>
              <a:off x="7696200" y="1447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Rectangle 953"/>
            <p:cNvSpPr/>
            <p:nvPr/>
          </p:nvSpPr>
          <p:spPr bwMode="auto">
            <a:xfrm>
              <a:off x="7696200" y="190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Rectangle 954"/>
            <p:cNvSpPr/>
            <p:nvPr/>
          </p:nvSpPr>
          <p:spPr bwMode="auto">
            <a:xfrm>
              <a:off x="7696200" y="175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6" name="Rectangle 955"/>
            <p:cNvSpPr/>
            <p:nvPr/>
          </p:nvSpPr>
          <p:spPr bwMode="auto">
            <a:xfrm>
              <a:off x="2667000" y="571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7" name="Rectangle 956"/>
            <p:cNvSpPr/>
            <p:nvPr/>
          </p:nvSpPr>
          <p:spPr bwMode="auto">
            <a:xfrm>
              <a:off x="2667000" y="556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8" name="Rectangle 957"/>
            <p:cNvSpPr/>
            <p:nvPr/>
          </p:nvSpPr>
          <p:spPr bwMode="auto">
            <a:xfrm>
              <a:off x="2667000" y="6019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9" name="Rectangle 958"/>
            <p:cNvSpPr/>
            <p:nvPr/>
          </p:nvSpPr>
          <p:spPr bwMode="auto">
            <a:xfrm>
              <a:off x="2667000" y="58674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0" name="Rectangle 959"/>
            <p:cNvSpPr/>
            <p:nvPr/>
          </p:nvSpPr>
          <p:spPr bwMode="auto">
            <a:xfrm>
              <a:off x="3581400" y="571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1" name="Rectangle 960"/>
            <p:cNvSpPr/>
            <p:nvPr/>
          </p:nvSpPr>
          <p:spPr bwMode="auto">
            <a:xfrm>
              <a:off x="3581400" y="556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Rectangle 961"/>
            <p:cNvSpPr/>
            <p:nvPr/>
          </p:nvSpPr>
          <p:spPr bwMode="auto">
            <a:xfrm>
              <a:off x="3581400" y="6019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3" name="Rectangle 962"/>
            <p:cNvSpPr/>
            <p:nvPr/>
          </p:nvSpPr>
          <p:spPr bwMode="auto">
            <a:xfrm>
              <a:off x="3581400" y="58674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4" name="Rectangle 963"/>
            <p:cNvSpPr/>
            <p:nvPr/>
          </p:nvSpPr>
          <p:spPr bwMode="auto">
            <a:xfrm>
              <a:off x="4495800" y="571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5" name="Rectangle 964"/>
            <p:cNvSpPr/>
            <p:nvPr/>
          </p:nvSpPr>
          <p:spPr bwMode="auto">
            <a:xfrm>
              <a:off x="4495800" y="556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6" name="Rectangle 965"/>
            <p:cNvSpPr/>
            <p:nvPr/>
          </p:nvSpPr>
          <p:spPr bwMode="auto">
            <a:xfrm>
              <a:off x="4495800" y="6019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Rectangle 966"/>
            <p:cNvSpPr/>
            <p:nvPr/>
          </p:nvSpPr>
          <p:spPr bwMode="auto">
            <a:xfrm>
              <a:off x="4495800" y="58674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Rectangle 967"/>
            <p:cNvSpPr/>
            <p:nvPr/>
          </p:nvSpPr>
          <p:spPr bwMode="auto">
            <a:xfrm>
              <a:off x="6781800" y="57150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9" name="Rectangle 968"/>
            <p:cNvSpPr/>
            <p:nvPr/>
          </p:nvSpPr>
          <p:spPr bwMode="auto">
            <a:xfrm>
              <a:off x="6781800" y="55626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0" name="Rectangle 969"/>
            <p:cNvSpPr/>
            <p:nvPr/>
          </p:nvSpPr>
          <p:spPr bwMode="auto">
            <a:xfrm>
              <a:off x="6781800" y="60198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1" name="Rectangle 970"/>
            <p:cNvSpPr/>
            <p:nvPr/>
          </p:nvSpPr>
          <p:spPr bwMode="auto">
            <a:xfrm>
              <a:off x="6781800" y="58674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2" name="Rectangle 971"/>
            <p:cNvSpPr/>
            <p:nvPr/>
          </p:nvSpPr>
          <p:spPr bwMode="auto">
            <a:xfrm>
              <a:off x="1143000" y="541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3" name="Rectangle 972"/>
            <p:cNvSpPr/>
            <p:nvPr/>
          </p:nvSpPr>
          <p:spPr bwMode="auto">
            <a:xfrm>
              <a:off x="990600" y="541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4" name="Rectangle 973"/>
            <p:cNvSpPr/>
            <p:nvPr/>
          </p:nvSpPr>
          <p:spPr bwMode="auto">
            <a:xfrm>
              <a:off x="7696200" y="541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Rectangle 974"/>
            <p:cNvSpPr/>
            <p:nvPr/>
          </p:nvSpPr>
          <p:spPr bwMode="auto">
            <a:xfrm>
              <a:off x="7848600" y="5410200"/>
              <a:ext cx="152400" cy="15240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6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aphicFrame>
        <p:nvGraphicFramePr>
          <p:cNvPr id="978" name="Group 78"/>
          <p:cNvGraphicFramePr>
            <a:graphicFrameLocks noGrp="1"/>
          </p:cNvGraphicFramePr>
          <p:nvPr/>
        </p:nvGraphicFramePr>
        <p:xfrm>
          <a:off x="3124200" y="1720850"/>
          <a:ext cx="2590800" cy="863600"/>
        </p:xfrm>
        <a:graphic>
          <a:graphicData uri="http://schemas.openxmlformats.org/drawingml/2006/table">
            <a:tbl>
              <a:tblPr/>
              <a:tblGrid>
                <a:gridCol w="1524000"/>
                <a:gridCol w="1066800"/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Tile types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Stages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979" name="Text Box 92"/>
          <p:cNvSpPr txBox="1">
            <a:spLocks noChangeArrowheads="1"/>
          </p:cNvSpPr>
          <p:nvPr/>
        </p:nvSpPr>
        <p:spPr bwMode="auto">
          <a:xfrm>
            <a:off x="3124200" y="990600"/>
            <a:ext cx="2590800" cy="707886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dirty="0" smtClean="0"/>
              <a:t>Infinite Yield:</a:t>
            </a:r>
          </a:p>
          <a:p>
            <a:pPr algn="ctr"/>
            <a:r>
              <a:rPr lang="en-US" dirty="0" smtClean="0"/>
              <a:t>Vertically convex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188"/>
          <p:cNvGrpSpPr/>
          <p:nvPr/>
        </p:nvGrpSpPr>
        <p:grpSpPr>
          <a:xfrm>
            <a:off x="3352800" y="1524000"/>
            <a:ext cx="3657600" cy="4572000"/>
            <a:chOff x="2819400" y="1752600"/>
            <a:chExt cx="3657600" cy="4572000"/>
          </a:xfrm>
        </p:grpSpPr>
        <p:sp>
          <p:nvSpPr>
            <p:cNvPr id="3" name="Rectangle 2"/>
            <p:cNvSpPr/>
            <p:nvPr/>
          </p:nvSpPr>
          <p:spPr bwMode="auto">
            <a:xfrm>
              <a:off x="5867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" name="Rectangle 3"/>
            <p:cNvSpPr/>
            <p:nvPr/>
          </p:nvSpPr>
          <p:spPr bwMode="auto">
            <a:xfrm>
              <a:off x="6172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" name="Rectangle 4"/>
            <p:cNvSpPr/>
            <p:nvPr/>
          </p:nvSpPr>
          <p:spPr bwMode="auto">
            <a:xfrm>
              <a:off x="28194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31242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8194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" name="Rectangle 7"/>
            <p:cNvSpPr/>
            <p:nvPr/>
          </p:nvSpPr>
          <p:spPr bwMode="auto">
            <a:xfrm>
              <a:off x="2819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" name="Rectangle 8"/>
            <p:cNvSpPr/>
            <p:nvPr/>
          </p:nvSpPr>
          <p:spPr bwMode="auto">
            <a:xfrm>
              <a:off x="31242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55626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55626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" name="Rectangle 11"/>
            <p:cNvSpPr/>
            <p:nvPr/>
          </p:nvSpPr>
          <p:spPr bwMode="auto">
            <a:xfrm>
              <a:off x="5867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5867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6172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6172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819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" name="Rectangle 16"/>
            <p:cNvSpPr/>
            <p:nvPr/>
          </p:nvSpPr>
          <p:spPr bwMode="auto">
            <a:xfrm>
              <a:off x="52578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" name="Rectangle 17"/>
            <p:cNvSpPr/>
            <p:nvPr/>
          </p:nvSpPr>
          <p:spPr bwMode="auto">
            <a:xfrm>
              <a:off x="55626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55626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" name="Rectangle 19"/>
            <p:cNvSpPr/>
            <p:nvPr/>
          </p:nvSpPr>
          <p:spPr bwMode="auto">
            <a:xfrm>
              <a:off x="28194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" name="Rectangle 20"/>
            <p:cNvSpPr/>
            <p:nvPr/>
          </p:nvSpPr>
          <p:spPr bwMode="auto">
            <a:xfrm>
              <a:off x="31242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" name="Rectangle 21"/>
            <p:cNvSpPr/>
            <p:nvPr/>
          </p:nvSpPr>
          <p:spPr bwMode="auto">
            <a:xfrm>
              <a:off x="34290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>
              <a:off x="3124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" name="Rectangle 23"/>
            <p:cNvSpPr/>
            <p:nvPr/>
          </p:nvSpPr>
          <p:spPr bwMode="auto">
            <a:xfrm>
              <a:off x="34290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" name="Rectangle 24"/>
            <p:cNvSpPr/>
            <p:nvPr/>
          </p:nvSpPr>
          <p:spPr bwMode="auto">
            <a:xfrm>
              <a:off x="37338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" name="Rectangle 25"/>
            <p:cNvSpPr/>
            <p:nvPr/>
          </p:nvSpPr>
          <p:spPr bwMode="auto">
            <a:xfrm>
              <a:off x="2819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" name="Rectangle 26"/>
            <p:cNvSpPr/>
            <p:nvPr/>
          </p:nvSpPr>
          <p:spPr bwMode="auto">
            <a:xfrm>
              <a:off x="28194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" name="Rectangle 27"/>
            <p:cNvSpPr/>
            <p:nvPr/>
          </p:nvSpPr>
          <p:spPr bwMode="auto">
            <a:xfrm>
              <a:off x="31242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" name="Rectangle 28"/>
            <p:cNvSpPr/>
            <p:nvPr/>
          </p:nvSpPr>
          <p:spPr bwMode="auto">
            <a:xfrm>
              <a:off x="34290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" name="Rectangle 29"/>
            <p:cNvSpPr/>
            <p:nvPr/>
          </p:nvSpPr>
          <p:spPr bwMode="auto">
            <a:xfrm>
              <a:off x="49530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" name="Rectangle 30"/>
            <p:cNvSpPr/>
            <p:nvPr/>
          </p:nvSpPr>
          <p:spPr bwMode="auto">
            <a:xfrm>
              <a:off x="52578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" name="Rectangle 31"/>
            <p:cNvSpPr/>
            <p:nvPr/>
          </p:nvSpPr>
          <p:spPr bwMode="auto">
            <a:xfrm>
              <a:off x="40386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" name="Rectangle 32"/>
            <p:cNvSpPr/>
            <p:nvPr/>
          </p:nvSpPr>
          <p:spPr bwMode="auto">
            <a:xfrm>
              <a:off x="4343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" name="Rectangle 33"/>
            <p:cNvSpPr/>
            <p:nvPr/>
          </p:nvSpPr>
          <p:spPr bwMode="auto">
            <a:xfrm>
              <a:off x="4648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" name="Rectangle 34"/>
            <p:cNvSpPr/>
            <p:nvPr/>
          </p:nvSpPr>
          <p:spPr bwMode="auto">
            <a:xfrm>
              <a:off x="49530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" name="Rectangle 35"/>
            <p:cNvSpPr/>
            <p:nvPr/>
          </p:nvSpPr>
          <p:spPr bwMode="auto">
            <a:xfrm>
              <a:off x="52578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" name="Rectangle 36"/>
            <p:cNvSpPr/>
            <p:nvPr/>
          </p:nvSpPr>
          <p:spPr bwMode="auto">
            <a:xfrm>
              <a:off x="40386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" name="Rectangle 37"/>
            <p:cNvSpPr/>
            <p:nvPr/>
          </p:nvSpPr>
          <p:spPr bwMode="auto">
            <a:xfrm>
              <a:off x="4343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" name="Rectangle 38"/>
            <p:cNvSpPr/>
            <p:nvPr/>
          </p:nvSpPr>
          <p:spPr bwMode="auto">
            <a:xfrm>
              <a:off x="4648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" name="Rectangle 39"/>
            <p:cNvSpPr/>
            <p:nvPr/>
          </p:nvSpPr>
          <p:spPr bwMode="auto">
            <a:xfrm>
              <a:off x="49530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" name="Rectangle 40"/>
            <p:cNvSpPr/>
            <p:nvPr/>
          </p:nvSpPr>
          <p:spPr bwMode="auto">
            <a:xfrm>
              <a:off x="52578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" name="Rectangle 41"/>
            <p:cNvSpPr/>
            <p:nvPr/>
          </p:nvSpPr>
          <p:spPr bwMode="auto">
            <a:xfrm>
              <a:off x="34290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" name="Rectangle 42"/>
            <p:cNvSpPr/>
            <p:nvPr/>
          </p:nvSpPr>
          <p:spPr bwMode="auto">
            <a:xfrm>
              <a:off x="34290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" name="Rectangle 43"/>
            <p:cNvSpPr/>
            <p:nvPr/>
          </p:nvSpPr>
          <p:spPr bwMode="auto">
            <a:xfrm>
              <a:off x="58674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" name="Rectangle 44"/>
            <p:cNvSpPr/>
            <p:nvPr/>
          </p:nvSpPr>
          <p:spPr bwMode="auto">
            <a:xfrm>
              <a:off x="55626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" name="Rectangle 45"/>
            <p:cNvSpPr/>
            <p:nvPr/>
          </p:nvSpPr>
          <p:spPr bwMode="auto">
            <a:xfrm>
              <a:off x="5867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" name="Rectangle 46"/>
            <p:cNvSpPr/>
            <p:nvPr/>
          </p:nvSpPr>
          <p:spPr bwMode="auto">
            <a:xfrm>
              <a:off x="4648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" name="Rectangle 47"/>
            <p:cNvSpPr/>
            <p:nvPr/>
          </p:nvSpPr>
          <p:spPr bwMode="auto">
            <a:xfrm>
              <a:off x="40386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" name="Rectangle 48"/>
            <p:cNvSpPr/>
            <p:nvPr/>
          </p:nvSpPr>
          <p:spPr bwMode="auto">
            <a:xfrm>
              <a:off x="4343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" name="Rectangle 49"/>
            <p:cNvSpPr/>
            <p:nvPr/>
          </p:nvSpPr>
          <p:spPr bwMode="auto">
            <a:xfrm>
              <a:off x="3124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" name="Rectangle 50"/>
            <p:cNvSpPr/>
            <p:nvPr/>
          </p:nvSpPr>
          <p:spPr bwMode="auto">
            <a:xfrm>
              <a:off x="34290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" name="Rectangle 51"/>
            <p:cNvSpPr/>
            <p:nvPr/>
          </p:nvSpPr>
          <p:spPr bwMode="auto">
            <a:xfrm>
              <a:off x="37338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" name="Rectangle 52"/>
            <p:cNvSpPr/>
            <p:nvPr/>
          </p:nvSpPr>
          <p:spPr bwMode="auto">
            <a:xfrm>
              <a:off x="37338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" name="Rectangle 53"/>
            <p:cNvSpPr/>
            <p:nvPr/>
          </p:nvSpPr>
          <p:spPr bwMode="auto">
            <a:xfrm>
              <a:off x="3124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" name="Rectangle 54"/>
            <p:cNvSpPr/>
            <p:nvPr/>
          </p:nvSpPr>
          <p:spPr bwMode="auto">
            <a:xfrm>
              <a:off x="34290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7" name="Rectangle 86"/>
            <p:cNvSpPr/>
            <p:nvPr/>
          </p:nvSpPr>
          <p:spPr bwMode="auto">
            <a:xfrm>
              <a:off x="28194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8" name="Rectangle 87"/>
            <p:cNvSpPr/>
            <p:nvPr/>
          </p:nvSpPr>
          <p:spPr bwMode="auto">
            <a:xfrm>
              <a:off x="31242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9" name="Rectangle 88"/>
            <p:cNvSpPr/>
            <p:nvPr/>
          </p:nvSpPr>
          <p:spPr bwMode="auto">
            <a:xfrm>
              <a:off x="28194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0" name="Rectangle 89"/>
            <p:cNvSpPr/>
            <p:nvPr/>
          </p:nvSpPr>
          <p:spPr bwMode="auto">
            <a:xfrm>
              <a:off x="31242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1" name="Rectangle 90"/>
            <p:cNvSpPr/>
            <p:nvPr/>
          </p:nvSpPr>
          <p:spPr bwMode="auto">
            <a:xfrm>
              <a:off x="34290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2" name="Rectangle 91"/>
            <p:cNvSpPr/>
            <p:nvPr/>
          </p:nvSpPr>
          <p:spPr bwMode="auto">
            <a:xfrm>
              <a:off x="34290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3" name="Rectangle 92"/>
            <p:cNvSpPr/>
            <p:nvPr/>
          </p:nvSpPr>
          <p:spPr bwMode="auto">
            <a:xfrm>
              <a:off x="28194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4" name="Rectangle 93"/>
            <p:cNvSpPr/>
            <p:nvPr/>
          </p:nvSpPr>
          <p:spPr bwMode="auto">
            <a:xfrm>
              <a:off x="31242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5" name="Rectangle 94"/>
            <p:cNvSpPr/>
            <p:nvPr/>
          </p:nvSpPr>
          <p:spPr bwMode="auto">
            <a:xfrm>
              <a:off x="34290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6" name="Rectangle 95"/>
            <p:cNvSpPr/>
            <p:nvPr/>
          </p:nvSpPr>
          <p:spPr bwMode="auto">
            <a:xfrm>
              <a:off x="2819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7" name="Rectangle 96"/>
            <p:cNvSpPr/>
            <p:nvPr/>
          </p:nvSpPr>
          <p:spPr bwMode="auto">
            <a:xfrm>
              <a:off x="31242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8" name="Rectangle 97"/>
            <p:cNvSpPr/>
            <p:nvPr/>
          </p:nvSpPr>
          <p:spPr bwMode="auto">
            <a:xfrm>
              <a:off x="2819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9" name="Rectangle 98"/>
            <p:cNvSpPr/>
            <p:nvPr/>
          </p:nvSpPr>
          <p:spPr bwMode="auto">
            <a:xfrm>
              <a:off x="31242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0" name="Rectangle 99"/>
            <p:cNvSpPr/>
            <p:nvPr/>
          </p:nvSpPr>
          <p:spPr bwMode="auto">
            <a:xfrm>
              <a:off x="2819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1" name="Rectangle 100"/>
            <p:cNvSpPr/>
            <p:nvPr/>
          </p:nvSpPr>
          <p:spPr bwMode="auto">
            <a:xfrm>
              <a:off x="31242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2" name="Rectangle 101"/>
            <p:cNvSpPr/>
            <p:nvPr/>
          </p:nvSpPr>
          <p:spPr bwMode="auto">
            <a:xfrm>
              <a:off x="34290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3" name="Rectangle 102"/>
            <p:cNvSpPr/>
            <p:nvPr/>
          </p:nvSpPr>
          <p:spPr bwMode="auto">
            <a:xfrm>
              <a:off x="34290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" name="Rectangle 103"/>
            <p:cNvSpPr/>
            <p:nvPr/>
          </p:nvSpPr>
          <p:spPr bwMode="auto">
            <a:xfrm>
              <a:off x="34290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" name="Rectangle 104"/>
            <p:cNvSpPr/>
            <p:nvPr/>
          </p:nvSpPr>
          <p:spPr bwMode="auto">
            <a:xfrm>
              <a:off x="28194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" name="Rectangle 105"/>
            <p:cNvSpPr/>
            <p:nvPr/>
          </p:nvSpPr>
          <p:spPr bwMode="auto">
            <a:xfrm>
              <a:off x="31242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" name="Rectangle 106"/>
            <p:cNvSpPr/>
            <p:nvPr/>
          </p:nvSpPr>
          <p:spPr bwMode="auto">
            <a:xfrm>
              <a:off x="34290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" name="Rectangle 107"/>
            <p:cNvSpPr/>
            <p:nvPr/>
          </p:nvSpPr>
          <p:spPr bwMode="auto">
            <a:xfrm>
              <a:off x="28194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" name="Rectangle 108"/>
            <p:cNvSpPr/>
            <p:nvPr/>
          </p:nvSpPr>
          <p:spPr bwMode="auto">
            <a:xfrm>
              <a:off x="31242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" name="Rectangle 109"/>
            <p:cNvSpPr/>
            <p:nvPr/>
          </p:nvSpPr>
          <p:spPr bwMode="auto">
            <a:xfrm>
              <a:off x="34290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" name="Rectangle 110"/>
            <p:cNvSpPr/>
            <p:nvPr/>
          </p:nvSpPr>
          <p:spPr bwMode="auto">
            <a:xfrm>
              <a:off x="52578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" name="Rectangle 111"/>
            <p:cNvSpPr/>
            <p:nvPr/>
          </p:nvSpPr>
          <p:spPr bwMode="auto">
            <a:xfrm>
              <a:off x="55626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" name="Rectangle 112"/>
            <p:cNvSpPr/>
            <p:nvPr/>
          </p:nvSpPr>
          <p:spPr bwMode="auto">
            <a:xfrm>
              <a:off x="58674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" name="Rectangle 113"/>
            <p:cNvSpPr/>
            <p:nvPr/>
          </p:nvSpPr>
          <p:spPr bwMode="auto">
            <a:xfrm>
              <a:off x="55626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" name="Rectangle 114"/>
            <p:cNvSpPr/>
            <p:nvPr/>
          </p:nvSpPr>
          <p:spPr bwMode="auto">
            <a:xfrm>
              <a:off x="5867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" name="Rectangle 115"/>
            <p:cNvSpPr/>
            <p:nvPr/>
          </p:nvSpPr>
          <p:spPr bwMode="auto">
            <a:xfrm>
              <a:off x="52578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" name="Rectangle 116"/>
            <p:cNvSpPr/>
            <p:nvPr/>
          </p:nvSpPr>
          <p:spPr bwMode="auto">
            <a:xfrm>
              <a:off x="55626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" name="Rectangle 117"/>
            <p:cNvSpPr/>
            <p:nvPr/>
          </p:nvSpPr>
          <p:spPr bwMode="auto">
            <a:xfrm>
              <a:off x="58674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" name="Rectangle 118"/>
            <p:cNvSpPr/>
            <p:nvPr/>
          </p:nvSpPr>
          <p:spPr bwMode="auto">
            <a:xfrm>
              <a:off x="55626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" name="Rectangle 119"/>
            <p:cNvSpPr/>
            <p:nvPr/>
          </p:nvSpPr>
          <p:spPr bwMode="auto">
            <a:xfrm>
              <a:off x="5867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" name="Rectangle 120"/>
            <p:cNvSpPr/>
            <p:nvPr/>
          </p:nvSpPr>
          <p:spPr bwMode="auto">
            <a:xfrm>
              <a:off x="37338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" name="Rectangle 121"/>
            <p:cNvSpPr/>
            <p:nvPr/>
          </p:nvSpPr>
          <p:spPr bwMode="auto">
            <a:xfrm>
              <a:off x="40386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" name="Rectangle 122"/>
            <p:cNvSpPr/>
            <p:nvPr/>
          </p:nvSpPr>
          <p:spPr bwMode="auto">
            <a:xfrm>
              <a:off x="4343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" name="Rectangle 123"/>
            <p:cNvSpPr/>
            <p:nvPr/>
          </p:nvSpPr>
          <p:spPr bwMode="auto">
            <a:xfrm>
              <a:off x="46482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" name="Rectangle 124"/>
            <p:cNvSpPr/>
            <p:nvPr/>
          </p:nvSpPr>
          <p:spPr bwMode="auto">
            <a:xfrm>
              <a:off x="49530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" name="Rectangle 125"/>
            <p:cNvSpPr/>
            <p:nvPr/>
          </p:nvSpPr>
          <p:spPr bwMode="auto">
            <a:xfrm>
              <a:off x="52578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" name="Rectangle 126"/>
            <p:cNvSpPr/>
            <p:nvPr/>
          </p:nvSpPr>
          <p:spPr bwMode="auto">
            <a:xfrm>
              <a:off x="37338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" name="Rectangle 127"/>
            <p:cNvSpPr/>
            <p:nvPr/>
          </p:nvSpPr>
          <p:spPr bwMode="auto">
            <a:xfrm>
              <a:off x="40386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" name="Rectangle 128"/>
            <p:cNvSpPr/>
            <p:nvPr/>
          </p:nvSpPr>
          <p:spPr bwMode="auto">
            <a:xfrm>
              <a:off x="4343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" name="Rectangle 129"/>
            <p:cNvSpPr/>
            <p:nvPr/>
          </p:nvSpPr>
          <p:spPr bwMode="auto">
            <a:xfrm>
              <a:off x="46482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1" name="Rectangle 130"/>
            <p:cNvSpPr/>
            <p:nvPr/>
          </p:nvSpPr>
          <p:spPr bwMode="auto">
            <a:xfrm>
              <a:off x="49530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2" name="Rectangle 131"/>
            <p:cNvSpPr/>
            <p:nvPr/>
          </p:nvSpPr>
          <p:spPr bwMode="auto">
            <a:xfrm>
              <a:off x="52578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3" name="Rectangle 132"/>
            <p:cNvSpPr/>
            <p:nvPr/>
          </p:nvSpPr>
          <p:spPr bwMode="auto">
            <a:xfrm>
              <a:off x="37338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4" name="Rectangle 133"/>
            <p:cNvSpPr/>
            <p:nvPr/>
          </p:nvSpPr>
          <p:spPr bwMode="auto">
            <a:xfrm>
              <a:off x="40386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5" name="Rectangle 134"/>
            <p:cNvSpPr/>
            <p:nvPr/>
          </p:nvSpPr>
          <p:spPr bwMode="auto">
            <a:xfrm>
              <a:off x="4343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6" name="Rectangle 135"/>
            <p:cNvSpPr/>
            <p:nvPr/>
          </p:nvSpPr>
          <p:spPr bwMode="auto">
            <a:xfrm>
              <a:off x="46482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7" name="Rectangle 136"/>
            <p:cNvSpPr/>
            <p:nvPr/>
          </p:nvSpPr>
          <p:spPr bwMode="auto">
            <a:xfrm>
              <a:off x="49530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8" name="Rectangle 137"/>
            <p:cNvSpPr/>
            <p:nvPr/>
          </p:nvSpPr>
          <p:spPr bwMode="auto">
            <a:xfrm>
              <a:off x="52578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sp>
        <p:nvSpPr>
          <p:cNvPr id="18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352800" y="15240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6553200" y="19812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9" name="Straight Connector 148"/>
          <p:cNvCxnSpPr/>
          <p:nvPr/>
        </p:nvCxnSpPr>
        <p:spPr bwMode="auto">
          <a:xfrm rot="5400000">
            <a:off x="2895600" y="38100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1" name="Straight Connector 150"/>
          <p:cNvCxnSpPr/>
          <p:nvPr/>
        </p:nvCxnSpPr>
        <p:spPr bwMode="auto">
          <a:xfrm>
            <a:off x="4267200" y="5181600"/>
            <a:ext cx="1524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3" name="Straight Connector 152"/>
          <p:cNvCxnSpPr/>
          <p:nvPr/>
        </p:nvCxnSpPr>
        <p:spPr bwMode="auto">
          <a:xfrm rot="5400000" flipH="1" flipV="1">
            <a:off x="5333206" y="4724400"/>
            <a:ext cx="915194" cy="79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5791200" y="42672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8" name="Straight Connector 157"/>
          <p:cNvCxnSpPr/>
          <p:nvPr/>
        </p:nvCxnSpPr>
        <p:spPr bwMode="auto">
          <a:xfrm rot="5400000">
            <a:off x="5791200" y="5181600"/>
            <a:ext cx="1828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352800" y="60960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78" name="TextBox 177"/>
          <p:cNvSpPr txBox="1"/>
          <p:nvPr/>
        </p:nvSpPr>
        <p:spPr>
          <a:xfrm>
            <a:off x="152400" y="1066800"/>
            <a:ext cx="22098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88"/>
          <p:cNvGrpSpPr/>
          <p:nvPr/>
        </p:nvGrpSpPr>
        <p:grpSpPr>
          <a:xfrm>
            <a:off x="3352800" y="1524000"/>
            <a:ext cx="3657600" cy="4572000"/>
            <a:chOff x="2819400" y="1752600"/>
            <a:chExt cx="3657600" cy="4572000"/>
          </a:xfrm>
        </p:grpSpPr>
        <p:sp>
          <p:nvSpPr>
            <p:cNvPr id="3" name="Rectangle 2"/>
            <p:cNvSpPr/>
            <p:nvPr/>
          </p:nvSpPr>
          <p:spPr bwMode="auto">
            <a:xfrm>
              <a:off x="5867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" name="Rectangle 3"/>
            <p:cNvSpPr/>
            <p:nvPr/>
          </p:nvSpPr>
          <p:spPr bwMode="auto">
            <a:xfrm>
              <a:off x="6172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" name="Rectangle 4"/>
            <p:cNvSpPr/>
            <p:nvPr/>
          </p:nvSpPr>
          <p:spPr bwMode="auto">
            <a:xfrm>
              <a:off x="28194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31242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8194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" name="Rectangle 7"/>
            <p:cNvSpPr/>
            <p:nvPr/>
          </p:nvSpPr>
          <p:spPr bwMode="auto">
            <a:xfrm>
              <a:off x="2819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" name="Rectangle 8"/>
            <p:cNvSpPr/>
            <p:nvPr/>
          </p:nvSpPr>
          <p:spPr bwMode="auto">
            <a:xfrm>
              <a:off x="31242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55626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55626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" name="Rectangle 11"/>
            <p:cNvSpPr/>
            <p:nvPr/>
          </p:nvSpPr>
          <p:spPr bwMode="auto">
            <a:xfrm>
              <a:off x="5867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5867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6172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6172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819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7" name="Rectangle 16"/>
            <p:cNvSpPr/>
            <p:nvPr/>
          </p:nvSpPr>
          <p:spPr bwMode="auto">
            <a:xfrm>
              <a:off x="52578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" name="Rectangle 17"/>
            <p:cNvSpPr/>
            <p:nvPr/>
          </p:nvSpPr>
          <p:spPr bwMode="auto">
            <a:xfrm>
              <a:off x="55626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55626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" name="Rectangle 19"/>
            <p:cNvSpPr/>
            <p:nvPr/>
          </p:nvSpPr>
          <p:spPr bwMode="auto">
            <a:xfrm>
              <a:off x="28194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1" name="Rectangle 20"/>
            <p:cNvSpPr/>
            <p:nvPr/>
          </p:nvSpPr>
          <p:spPr bwMode="auto">
            <a:xfrm>
              <a:off x="31242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2" name="Rectangle 21"/>
            <p:cNvSpPr/>
            <p:nvPr/>
          </p:nvSpPr>
          <p:spPr bwMode="auto">
            <a:xfrm>
              <a:off x="34290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>
              <a:off x="3124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4" name="Rectangle 23"/>
            <p:cNvSpPr/>
            <p:nvPr/>
          </p:nvSpPr>
          <p:spPr bwMode="auto">
            <a:xfrm>
              <a:off x="34290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5" name="Rectangle 24"/>
            <p:cNvSpPr/>
            <p:nvPr/>
          </p:nvSpPr>
          <p:spPr bwMode="auto">
            <a:xfrm>
              <a:off x="37338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6" name="Rectangle 25"/>
            <p:cNvSpPr/>
            <p:nvPr/>
          </p:nvSpPr>
          <p:spPr bwMode="auto">
            <a:xfrm>
              <a:off x="2819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7" name="Rectangle 26"/>
            <p:cNvSpPr/>
            <p:nvPr/>
          </p:nvSpPr>
          <p:spPr bwMode="auto">
            <a:xfrm>
              <a:off x="28194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8" name="Rectangle 27"/>
            <p:cNvSpPr/>
            <p:nvPr/>
          </p:nvSpPr>
          <p:spPr bwMode="auto">
            <a:xfrm>
              <a:off x="31242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9" name="Rectangle 28"/>
            <p:cNvSpPr/>
            <p:nvPr/>
          </p:nvSpPr>
          <p:spPr bwMode="auto">
            <a:xfrm>
              <a:off x="3429000" y="2667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0" name="Rectangle 29"/>
            <p:cNvSpPr/>
            <p:nvPr/>
          </p:nvSpPr>
          <p:spPr bwMode="auto">
            <a:xfrm>
              <a:off x="49530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1" name="Rectangle 30"/>
            <p:cNvSpPr/>
            <p:nvPr/>
          </p:nvSpPr>
          <p:spPr bwMode="auto">
            <a:xfrm>
              <a:off x="52578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2" name="Rectangle 31"/>
            <p:cNvSpPr/>
            <p:nvPr/>
          </p:nvSpPr>
          <p:spPr bwMode="auto">
            <a:xfrm>
              <a:off x="40386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3" name="Rectangle 32"/>
            <p:cNvSpPr/>
            <p:nvPr/>
          </p:nvSpPr>
          <p:spPr bwMode="auto">
            <a:xfrm>
              <a:off x="43434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4" name="Rectangle 33"/>
            <p:cNvSpPr/>
            <p:nvPr/>
          </p:nvSpPr>
          <p:spPr bwMode="auto">
            <a:xfrm>
              <a:off x="46482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5" name="Rectangle 34"/>
            <p:cNvSpPr/>
            <p:nvPr/>
          </p:nvSpPr>
          <p:spPr bwMode="auto">
            <a:xfrm>
              <a:off x="49530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6" name="Rectangle 35"/>
            <p:cNvSpPr/>
            <p:nvPr/>
          </p:nvSpPr>
          <p:spPr bwMode="auto">
            <a:xfrm>
              <a:off x="5257800" y="2362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7" name="Rectangle 36"/>
            <p:cNvSpPr/>
            <p:nvPr/>
          </p:nvSpPr>
          <p:spPr bwMode="auto">
            <a:xfrm>
              <a:off x="40386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8" name="Rectangle 37"/>
            <p:cNvSpPr/>
            <p:nvPr/>
          </p:nvSpPr>
          <p:spPr bwMode="auto">
            <a:xfrm>
              <a:off x="43434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39" name="Rectangle 38"/>
            <p:cNvSpPr/>
            <p:nvPr/>
          </p:nvSpPr>
          <p:spPr bwMode="auto">
            <a:xfrm>
              <a:off x="4648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0" name="Rectangle 39"/>
            <p:cNvSpPr/>
            <p:nvPr/>
          </p:nvSpPr>
          <p:spPr bwMode="auto">
            <a:xfrm>
              <a:off x="49530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1" name="Rectangle 40"/>
            <p:cNvSpPr/>
            <p:nvPr/>
          </p:nvSpPr>
          <p:spPr bwMode="auto">
            <a:xfrm>
              <a:off x="52578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2" name="Rectangle 41"/>
            <p:cNvSpPr/>
            <p:nvPr/>
          </p:nvSpPr>
          <p:spPr bwMode="auto">
            <a:xfrm>
              <a:off x="3429000" y="3886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3" name="Rectangle 42"/>
            <p:cNvSpPr/>
            <p:nvPr/>
          </p:nvSpPr>
          <p:spPr bwMode="auto">
            <a:xfrm>
              <a:off x="3429000" y="4191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4" name="Rectangle 43"/>
            <p:cNvSpPr/>
            <p:nvPr/>
          </p:nvSpPr>
          <p:spPr bwMode="auto">
            <a:xfrm>
              <a:off x="58674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5" name="Rectangle 44"/>
            <p:cNvSpPr/>
            <p:nvPr/>
          </p:nvSpPr>
          <p:spPr bwMode="auto">
            <a:xfrm>
              <a:off x="55626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6" name="Rectangle 45"/>
            <p:cNvSpPr/>
            <p:nvPr/>
          </p:nvSpPr>
          <p:spPr bwMode="auto">
            <a:xfrm>
              <a:off x="5867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7" name="Rectangle 46"/>
            <p:cNvSpPr/>
            <p:nvPr/>
          </p:nvSpPr>
          <p:spPr bwMode="auto">
            <a:xfrm>
              <a:off x="4648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8" name="Rectangle 47"/>
            <p:cNvSpPr/>
            <p:nvPr/>
          </p:nvSpPr>
          <p:spPr bwMode="auto">
            <a:xfrm>
              <a:off x="40386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49" name="Rectangle 48"/>
            <p:cNvSpPr/>
            <p:nvPr/>
          </p:nvSpPr>
          <p:spPr bwMode="auto">
            <a:xfrm>
              <a:off x="43434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0" name="Rectangle 49"/>
            <p:cNvSpPr/>
            <p:nvPr/>
          </p:nvSpPr>
          <p:spPr bwMode="auto">
            <a:xfrm>
              <a:off x="31242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1" name="Rectangle 50"/>
            <p:cNvSpPr/>
            <p:nvPr/>
          </p:nvSpPr>
          <p:spPr bwMode="auto">
            <a:xfrm>
              <a:off x="34290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2" name="Rectangle 51"/>
            <p:cNvSpPr/>
            <p:nvPr/>
          </p:nvSpPr>
          <p:spPr bwMode="auto">
            <a:xfrm>
              <a:off x="3733800" y="2057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3" name="Rectangle 52"/>
            <p:cNvSpPr/>
            <p:nvPr/>
          </p:nvSpPr>
          <p:spPr bwMode="auto">
            <a:xfrm>
              <a:off x="37338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4" name="Rectangle 53"/>
            <p:cNvSpPr/>
            <p:nvPr/>
          </p:nvSpPr>
          <p:spPr bwMode="auto">
            <a:xfrm>
              <a:off x="31242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55" name="Rectangle 54"/>
            <p:cNvSpPr/>
            <p:nvPr/>
          </p:nvSpPr>
          <p:spPr bwMode="auto">
            <a:xfrm>
              <a:off x="3429000" y="1752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7" name="Rectangle 86"/>
            <p:cNvSpPr/>
            <p:nvPr/>
          </p:nvSpPr>
          <p:spPr bwMode="auto">
            <a:xfrm>
              <a:off x="28194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8" name="Rectangle 87"/>
            <p:cNvSpPr/>
            <p:nvPr/>
          </p:nvSpPr>
          <p:spPr bwMode="auto">
            <a:xfrm>
              <a:off x="31242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89" name="Rectangle 88"/>
            <p:cNvSpPr/>
            <p:nvPr/>
          </p:nvSpPr>
          <p:spPr bwMode="auto">
            <a:xfrm>
              <a:off x="28194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0" name="Rectangle 89"/>
            <p:cNvSpPr/>
            <p:nvPr/>
          </p:nvSpPr>
          <p:spPr bwMode="auto">
            <a:xfrm>
              <a:off x="31242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1" name="Rectangle 90"/>
            <p:cNvSpPr/>
            <p:nvPr/>
          </p:nvSpPr>
          <p:spPr bwMode="auto">
            <a:xfrm>
              <a:off x="3429000" y="2971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2" name="Rectangle 91"/>
            <p:cNvSpPr/>
            <p:nvPr/>
          </p:nvSpPr>
          <p:spPr bwMode="auto">
            <a:xfrm>
              <a:off x="3429000" y="3276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3" name="Rectangle 92"/>
            <p:cNvSpPr/>
            <p:nvPr/>
          </p:nvSpPr>
          <p:spPr bwMode="auto">
            <a:xfrm>
              <a:off x="28194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4" name="Rectangle 93"/>
            <p:cNvSpPr/>
            <p:nvPr/>
          </p:nvSpPr>
          <p:spPr bwMode="auto">
            <a:xfrm>
              <a:off x="31242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5" name="Rectangle 94"/>
            <p:cNvSpPr/>
            <p:nvPr/>
          </p:nvSpPr>
          <p:spPr bwMode="auto">
            <a:xfrm>
              <a:off x="3429000" y="3581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6" name="Rectangle 95"/>
            <p:cNvSpPr/>
            <p:nvPr/>
          </p:nvSpPr>
          <p:spPr bwMode="auto">
            <a:xfrm>
              <a:off x="2819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7" name="Rectangle 96"/>
            <p:cNvSpPr/>
            <p:nvPr/>
          </p:nvSpPr>
          <p:spPr bwMode="auto">
            <a:xfrm>
              <a:off x="31242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8" name="Rectangle 97"/>
            <p:cNvSpPr/>
            <p:nvPr/>
          </p:nvSpPr>
          <p:spPr bwMode="auto">
            <a:xfrm>
              <a:off x="2819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99" name="Rectangle 98"/>
            <p:cNvSpPr/>
            <p:nvPr/>
          </p:nvSpPr>
          <p:spPr bwMode="auto">
            <a:xfrm>
              <a:off x="31242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0" name="Rectangle 99"/>
            <p:cNvSpPr/>
            <p:nvPr/>
          </p:nvSpPr>
          <p:spPr bwMode="auto">
            <a:xfrm>
              <a:off x="2819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1" name="Rectangle 100"/>
            <p:cNvSpPr/>
            <p:nvPr/>
          </p:nvSpPr>
          <p:spPr bwMode="auto">
            <a:xfrm>
              <a:off x="31242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2" name="Rectangle 101"/>
            <p:cNvSpPr/>
            <p:nvPr/>
          </p:nvSpPr>
          <p:spPr bwMode="auto">
            <a:xfrm>
              <a:off x="34290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3" name="Rectangle 102"/>
            <p:cNvSpPr/>
            <p:nvPr/>
          </p:nvSpPr>
          <p:spPr bwMode="auto">
            <a:xfrm>
              <a:off x="34290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4" name="Rectangle 103"/>
            <p:cNvSpPr/>
            <p:nvPr/>
          </p:nvSpPr>
          <p:spPr bwMode="auto">
            <a:xfrm>
              <a:off x="34290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5" name="Rectangle 104"/>
            <p:cNvSpPr/>
            <p:nvPr/>
          </p:nvSpPr>
          <p:spPr bwMode="auto">
            <a:xfrm>
              <a:off x="28194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6" name="Rectangle 105"/>
            <p:cNvSpPr/>
            <p:nvPr/>
          </p:nvSpPr>
          <p:spPr bwMode="auto">
            <a:xfrm>
              <a:off x="31242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7" name="Rectangle 106"/>
            <p:cNvSpPr/>
            <p:nvPr/>
          </p:nvSpPr>
          <p:spPr bwMode="auto">
            <a:xfrm>
              <a:off x="34290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8" name="Rectangle 107"/>
            <p:cNvSpPr/>
            <p:nvPr/>
          </p:nvSpPr>
          <p:spPr bwMode="auto">
            <a:xfrm>
              <a:off x="28194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09" name="Rectangle 108"/>
            <p:cNvSpPr/>
            <p:nvPr/>
          </p:nvSpPr>
          <p:spPr bwMode="auto">
            <a:xfrm>
              <a:off x="31242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0" name="Rectangle 109"/>
            <p:cNvSpPr/>
            <p:nvPr/>
          </p:nvSpPr>
          <p:spPr bwMode="auto">
            <a:xfrm>
              <a:off x="3429000" y="51054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1" name="Rectangle 110"/>
            <p:cNvSpPr/>
            <p:nvPr/>
          </p:nvSpPr>
          <p:spPr bwMode="auto">
            <a:xfrm>
              <a:off x="52578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2" name="Rectangle 111"/>
            <p:cNvSpPr/>
            <p:nvPr/>
          </p:nvSpPr>
          <p:spPr bwMode="auto">
            <a:xfrm>
              <a:off x="55626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3" name="Rectangle 112"/>
            <p:cNvSpPr/>
            <p:nvPr/>
          </p:nvSpPr>
          <p:spPr bwMode="auto">
            <a:xfrm>
              <a:off x="5867400" y="48006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4" name="Rectangle 113"/>
            <p:cNvSpPr/>
            <p:nvPr/>
          </p:nvSpPr>
          <p:spPr bwMode="auto">
            <a:xfrm>
              <a:off x="55626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5" name="Rectangle 114"/>
            <p:cNvSpPr/>
            <p:nvPr/>
          </p:nvSpPr>
          <p:spPr bwMode="auto">
            <a:xfrm>
              <a:off x="5867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6" name="Rectangle 115"/>
            <p:cNvSpPr/>
            <p:nvPr/>
          </p:nvSpPr>
          <p:spPr bwMode="auto">
            <a:xfrm>
              <a:off x="52578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7" name="Rectangle 116"/>
            <p:cNvSpPr/>
            <p:nvPr/>
          </p:nvSpPr>
          <p:spPr bwMode="auto">
            <a:xfrm>
              <a:off x="55626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8" name="Rectangle 117"/>
            <p:cNvSpPr/>
            <p:nvPr/>
          </p:nvSpPr>
          <p:spPr bwMode="auto">
            <a:xfrm>
              <a:off x="5867400" y="4495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19" name="Rectangle 118"/>
            <p:cNvSpPr/>
            <p:nvPr/>
          </p:nvSpPr>
          <p:spPr bwMode="auto">
            <a:xfrm>
              <a:off x="55626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0" name="Rectangle 119"/>
            <p:cNvSpPr/>
            <p:nvPr/>
          </p:nvSpPr>
          <p:spPr bwMode="auto">
            <a:xfrm>
              <a:off x="5867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1" name="Rectangle 120"/>
            <p:cNvSpPr/>
            <p:nvPr/>
          </p:nvSpPr>
          <p:spPr bwMode="auto">
            <a:xfrm>
              <a:off x="37338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2" name="Rectangle 121"/>
            <p:cNvSpPr/>
            <p:nvPr/>
          </p:nvSpPr>
          <p:spPr bwMode="auto">
            <a:xfrm>
              <a:off x="40386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3" name="Rectangle 122"/>
            <p:cNvSpPr/>
            <p:nvPr/>
          </p:nvSpPr>
          <p:spPr bwMode="auto">
            <a:xfrm>
              <a:off x="43434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4" name="Rectangle 123"/>
            <p:cNvSpPr/>
            <p:nvPr/>
          </p:nvSpPr>
          <p:spPr bwMode="auto">
            <a:xfrm>
              <a:off x="46482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5" name="Rectangle 124"/>
            <p:cNvSpPr/>
            <p:nvPr/>
          </p:nvSpPr>
          <p:spPr bwMode="auto">
            <a:xfrm>
              <a:off x="49530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6" name="Rectangle 125"/>
            <p:cNvSpPr/>
            <p:nvPr/>
          </p:nvSpPr>
          <p:spPr bwMode="auto">
            <a:xfrm>
              <a:off x="5257800" y="60198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7" name="Rectangle 126"/>
            <p:cNvSpPr/>
            <p:nvPr/>
          </p:nvSpPr>
          <p:spPr bwMode="auto">
            <a:xfrm>
              <a:off x="37338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8" name="Rectangle 127"/>
            <p:cNvSpPr/>
            <p:nvPr/>
          </p:nvSpPr>
          <p:spPr bwMode="auto">
            <a:xfrm>
              <a:off x="40386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29" name="Rectangle 128"/>
            <p:cNvSpPr/>
            <p:nvPr/>
          </p:nvSpPr>
          <p:spPr bwMode="auto">
            <a:xfrm>
              <a:off x="43434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0" name="Rectangle 129"/>
            <p:cNvSpPr/>
            <p:nvPr/>
          </p:nvSpPr>
          <p:spPr bwMode="auto">
            <a:xfrm>
              <a:off x="46482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1" name="Rectangle 130"/>
            <p:cNvSpPr/>
            <p:nvPr/>
          </p:nvSpPr>
          <p:spPr bwMode="auto">
            <a:xfrm>
              <a:off x="49530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2" name="Rectangle 131"/>
            <p:cNvSpPr/>
            <p:nvPr/>
          </p:nvSpPr>
          <p:spPr bwMode="auto">
            <a:xfrm>
              <a:off x="5257800" y="57150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3" name="Rectangle 132"/>
            <p:cNvSpPr/>
            <p:nvPr/>
          </p:nvSpPr>
          <p:spPr bwMode="auto">
            <a:xfrm>
              <a:off x="37338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4" name="Rectangle 133"/>
            <p:cNvSpPr/>
            <p:nvPr/>
          </p:nvSpPr>
          <p:spPr bwMode="auto">
            <a:xfrm>
              <a:off x="40386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5" name="Rectangle 134"/>
            <p:cNvSpPr/>
            <p:nvPr/>
          </p:nvSpPr>
          <p:spPr bwMode="auto">
            <a:xfrm>
              <a:off x="43434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6" name="Rectangle 135"/>
            <p:cNvSpPr/>
            <p:nvPr/>
          </p:nvSpPr>
          <p:spPr bwMode="auto">
            <a:xfrm>
              <a:off x="46482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7" name="Rectangle 136"/>
            <p:cNvSpPr/>
            <p:nvPr/>
          </p:nvSpPr>
          <p:spPr bwMode="auto">
            <a:xfrm>
              <a:off x="49530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38" name="Rectangle 137"/>
            <p:cNvSpPr/>
            <p:nvPr/>
          </p:nvSpPr>
          <p:spPr bwMode="auto">
            <a:xfrm>
              <a:off x="5257800" y="5410200"/>
              <a:ext cx="304800" cy="304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4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Comic Sans MS" pitchFamily="66" charset="0"/>
              </a:endParaRPr>
            </a:p>
          </p:txBody>
        </p:sp>
      </p:grpSp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352800" y="15240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6553200" y="19812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9" name="Straight Connector 148"/>
          <p:cNvCxnSpPr/>
          <p:nvPr/>
        </p:nvCxnSpPr>
        <p:spPr bwMode="auto">
          <a:xfrm rot="5400000">
            <a:off x="2895600" y="38100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1" name="Straight Connector 150"/>
          <p:cNvCxnSpPr/>
          <p:nvPr/>
        </p:nvCxnSpPr>
        <p:spPr bwMode="auto">
          <a:xfrm>
            <a:off x="4267200" y="5181600"/>
            <a:ext cx="1524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3" name="Straight Connector 152"/>
          <p:cNvCxnSpPr/>
          <p:nvPr/>
        </p:nvCxnSpPr>
        <p:spPr bwMode="auto">
          <a:xfrm rot="5400000" flipH="1" flipV="1">
            <a:off x="5333206" y="4724400"/>
            <a:ext cx="915194" cy="79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5791200" y="42672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8" name="Straight Connector 157"/>
          <p:cNvCxnSpPr/>
          <p:nvPr/>
        </p:nvCxnSpPr>
        <p:spPr bwMode="auto">
          <a:xfrm rot="5400000">
            <a:off x="5791200" y="5181600"/>
            <a:ext cx="1828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352800" y="60960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Rectangle 160"/>
          <p:cNvSpPr/>
          <p:nvPr/>
        </p:nvSpPr>
        <p:spPr bwMode="auto">
          <a:xfrm>
            <a:off x="3352800" y="1143000"/>
            <a:ext cx="4038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                    0001</a:t>
            </a:r>
            <a:endParaRPr kumimoji="0" lang="en-US" sz="2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010400" y="1524000"/>
            <a:ext cx="381000" cy="12954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0010</a:t>
            </a:r>
          </a:p>
        </p:txBody>
      </p:sp>
      <p:sp>
        <p:nvSpPr>
          <p:cNvPr id="163" name="Rectangle 162"/>
          <p:cNvSpPr/>
          <p:nvPr/>
        </p:nvSpPr>
        <p:spPr bwMode="auto">
          <a:xfrm>
            <a:off x="4267200" y="2438400"/>
            <a:ext cx="27432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0011</a:t>
            </a:r>
          </a:p>
        </p:txBody>
      </p:sp>
      <p:sp>
        <p:nvSpPr>
          <p:cNvPr id="164" name="Rectangle 163"/>
          <p:cNvSpPr/>
          <p:nvPr/>
        </p:nvSpPr>
        <p:spPr bwMode="auto">
          <a:xfrm>
            <a:off x="4267200" y="2819400"/>
            <a:ext cx="381000" cy="23622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0100</a:t>
            </a:r>
          </a:p>
        </p:txBody>
      </p:sp>
      <p:sp>
        <p:nvSpPr>
          <p:cNvPr id="165" name="Rectangle 164"/>
          <p:cNvSpPr/>
          <p:nvPr/>
        </p:nvSpPr>
        <p:spPr bwMode="auto">
          <a:xfrm>
            <a:off x="4648200" y="4876800"/>
            <a:ext cx="1143000" cy="304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0101</a:t>
            </a:r>
          </a:p>
        </p:txBody>
      </p:sp>
      <p:sp>
        <p:nvSpPr>
          <p:cNvPr id="166" name="Rectangle 165"/>
          <p:cNvSpPr/>
          <p:nvPr/>
        </p:nvSpPr>
        <p:spPr bwMode="auto">
          <a:xfrm>
            <a:off x="5486400" y="3886200"/>
            <a:ext cx="304800" cy="9906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0110</a:t>
            </a:r>
          </a:p>
        </p:txBody>
      </p:sp>
      <p:sp>
        <p:nvSpPr>
          <p:cNvPr id="167" name="Rectangle 166"/>
          <p:cNvSpPr/>
          <p:nvPr/>
        </p:nvSpPr>
        <p:spPr bwMode="auto">
          <a:xfrm>
            <a:off x="5791200" y="3886200"/>
            <a:ext cx="1371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0111</a:t>
            </a:r>
          </a:p>
        </p:txBody>
      </p:sp>
      <p:sp>
        <p:nvSpPr>
          <p:cNvPr id="168" name="Rectangle 167"/>
          <p:cNvSpPr/>
          <p:nvPr/>
        </p:nvSpPr>
        <p:spPr bwMode="auto">
          <a:xfrm>
            <a:off x="6705600" y="4267200"/>
            <a:ext cx="457200" cy="2209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1000</a:t>
            </a:r>
          </a:p>
        </p:txBody>
      </p:sp>
      <p:sp>
        <p:nvSpPr>
          <p:cNvPr id="169" name="Rectangle 168"/>
          <p:cNvSpPr/>
          <p:nvPr/>
        </p:nvSpPr>
        <p:spPr bwMode="auto">
          <a:xfrm>
            <a:off x="2971800" y="6096000"/>
            <a:ext cx="37338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1001</a:t>
            </a:r>
          </a:p>
        </p:txBody>
      </p:sp>
      <p:sp>
        <p:nvSpPr>
          <p:cNvPr id="170" name="Rectangle 169"/>
          <p:cNvSpPr/>
          <p:nvPr/>
        </p:nvSpPr>
        <p:spPr bwMode="auto">
          <a:xfrm>
            <a:off x="2971800" y="1143000"/>
            <a:ext cx="381000" cy="4953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				1010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1066800"/>
            <a:ext cx="22098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505200" y="762000"/>
            <a:ext cx="8386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C00000"/>
                </a:solidFill>
              </a:rPr>
              <a:t>Start</a:t>
            </a:r>
            <a:r>
              <a:rPr lang="en-US" dirty="0" smtClean="0"/>
              <a:t> </a:t>
            </a:r>
            <a:endParaRPr lang="en-US" dirty="0"/>
          </a:p>
        </p:txBody>
      </p:sp>
      <p:sp>
        <p:nvSpPr>
          <p:cNvPr id="180" name="TextBox 179"/>
          <p:cNvSpPr txBox="1"/>
          <p:nvPr/>
        </p:nvSpPr>
        <p:spPr>
          <a:xfrm>
            <a:off x="2412146" y="1066800"/>
            <a:ext cx="7120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C00000"/>
                </a:solidFill>
              </a:rPr>
              <a:t>end</a:t>
            </a:r>
            <a:r>
              <a:rPr lang="en-US" dirty="0" smtClean="0"/>
              <a:t> </a:t>
            </a:r>
            <a:endParaRPr lang="en-US" dirty="0"/>
          </a:p>
        </p:txBody>
      </p:sp>
      <p:cxnSp>
        <p:nvCxnSpPr>
          <p:cNvPr id="182" name="Straight Arrow Connector 181"/>
          <p:cNvCxnSpPr/>
          <p:nvPr/>
        </p:nvCxnSpPr>
        <p:spPr bwMode="auto">
          <a:xfrm>
            <a:off x="4495800" y="914400"/>
            <a:ext cx="1828800" cy="1588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4" name="Straight Arrow Connector 183"/>
          <p:cNvCxnSpPr/>
          <p:nvPr/>
        </p:nvCxnSpPr>
        <p:spPr bwMode="auto">
          <a:xfrm rot="5400000" flipH="1" flipV="1">
            <a:off x="1790700" y="2552700"/>
            <a:ext cx="1905000" cy="1588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39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886200" y="12954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7162800" y="2286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6019800" y="4191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276600" y="64008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Rectangle 160"/>
          <p:cNvSpPr/>
          <p:nvPr/>
        </p:nvSpPr>
        <p:spPr bwMode="auto">
          <a:xfrm>
            <a:off x="3886200" y="914400"/>
            <a:ext cx="4038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                    0001</a:t>
            </a:r>
            <a:endParaRPr kumimoji="0" lang="en-US" sz="2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620000" y="1828800"/>
            <a:ext cx="381000" cy="12954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0010</a:t>
            </a:r>
          </a:p>
        </p:txBody>
      </p:sp>
      <p:sp>
        <p:nvSpPr>
          <p:cNvPr id="163" name="Rectangle 162"/>
          <p:cNvSpPr/>
          <p:nvPr/>
        </p:nvSpPr>
        <p:spPr bwMode="auto">
          <a:xfrm>
            <a:off x="4267200" y="2438400"/>
            <a:ext cx="27432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0011</a:t>
            </a:r>
          </a:p>
        </p:txBody>
      </p:sp>
      <p:sp>
        <p:nvSpPr>
          <p:cNvPr id="164" name="Rectangle 163"/>
          <p:cNvSpPr/>
          <p:nvPr/>
        </p:nvSpPr>
        <p:spPr bwMode="auto">
          <a:xfrm>
            <a:off x="3962400" y="2971800"/>
            <a:ext cx="381000" cy="23622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0100</a:t>
            </a:r>
          </a:p>
        </p:txBody>
      </p:sp>
      <p:sp>
        <p:nvSpPr>
          <p:cNvPr id="165" name="Rectangle 164"/>
          <p:cNvSpPr/>
          <p:nvPr/>
        </p:nvSpPr>
        <p:spPr bwMode="auto">
          <a:xfrm>
            <a:off x="4648200" y="5257800"/>
            <a:ext cx="1143000" cy="304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0101</a:t>
            </a:r>
          </a:p>
        </p:txBody>
      </p:sp>
      <p:sp>
        <p:nvSpPr>
          <p:cNvPr id="166" name="Rectangle 165"/>
          <p:cNvSpPr/>
          <p:nvPr/>
        </p:nvSpPr>
        <p:spPr bwMode="auto">
          <a:xfrm>
            <a:off x="5486400" y="3886200"/>
            <a:ext cx="304800" cy="9906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0110</a:t>
            </a:r>
          </a:p>
        </p:txBody>
      </p:sp>
      <p:sp>
        <p:nvSpPr>
          <p:cNvPr id="167" name="Rectangle 166"/>
          <p:cNvSpPr/>
          <p:nvPr/>
        </p:nvSpPr>
        <p:spPr bwMode="auto">
          <a:xfrm>
            <a:off x="6019800" y="3810000"/>
            <a:ext cx="1371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0111</a:t>
            </a:r>
          </a:p>
        </p:txBody>
      </p:sp>
      <p:sp>
        <p:nvSpPr>
          <p:cNvPr id="168" name="Rectangle 167"/>
          <p:cNvSpPr/>
          <p:nvPr/>
        </p:nvSpPr>
        <p:spPr bwMode="auto">
          <a:xfrm>
            <a:off x="7315200" y="4419600"/>
            <a:ext cx="457200" cy="2209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1000</a:t>
            </a:r>
          </a:p>
        </p:txBody>
      </p:sp>
      <p:sp>
        <p:nvSpPr>
          <p:cNvPr id="169" name="Rectangle 168"/>
          <p:cNvSpPr/>
          <p:nvPr/>
        </p:nvSpPr>
        <p:spPr bwMode="auto">
          <a:xfrm>
            <a:off x="2895600" y="6400800"/>
            <a:ext cx="37338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1001</a:t>
            </a:r>
          </a:p>
        </p:txBody>
      </p:sp>
      <p:sp>
        <p:nvSpPr>
          <p:cNvPr id="170" name="Rectangle 169"/>
          <p:cNvSpPr/>
          <p:nvPr/>
        </p:nvSpPr>
        <p:spPr bwMode="auto">
          <a:xfrm>
            <a:off x="2971800" y="1143000"/>
            <a:ext cx="381000" cy="4953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				1010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1066800"/>
            <a:ext cx="22098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Break apart with enzyme</a:t>
            </a:r>
          </a:p>
          <a:p>
            <a:pPr>
              <a:buFont typeface="Arial" pitchFamily="34" charset="0"/>
              <a:buChar char="•"/>
            </a:pPr>
            <a:endParaRPr lang="en-US" dirty="0"/>
          </a:p>
          <a:p>
            <a:endParaRPr lang="en-US" dirty="0" smtClean="0"/>
          </a:p>
          <a:p>
            <a:pPr>
              <a:buFont typeface="Arial" pitchFamily="34" charset="0"/>
              <a:buChar char="•"/>
            </a:pPr>
            <a:endParaRPr lang="en-US" dirty="0"/>
          </a:p>
        </p:txBody>
      </p:sp>
      <p:sp>
        <p:nvSpPr>
          <p:cNvPr id="139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886200" y="12954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7162800" y="2286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6019800" y="4191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276600" y="64008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Rectangle 160"/>
          <p:cNvSpPr/>
          <p:nvPr/>
        </p:nvSpPr>
        <p:spPr bwMode="auto">
          <a:xfrm>
            <a:off x="3886200" y="914400"/>
            <a:ext cx="4038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                    0001</a:t>
            </a:r>
            <a:endParaRPr kumimoji="0" lang="en-US" sz="2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620000" y="1828800"/>
            <a:ext cx="381000" cy="12954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0010</a:t>
            </a:r>
          </a:p>
        </p:txBody>
      </p:sp>
      <p:sp>
        <p:nvSpPr>
          <p:cNvPr id="163" name="Rectangle 162"/>
          <p:cNvSpPr/>
          <p:nvPr/>
        </p:nvSpPr>
        <p:spPr bwMode="auto">
          <a:xfrm>
            <a:off x="4267200" y="2438400"/>
            <a:ext cx="27432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0011</a:t>
            </a:r>
          </a:p>
        </p:txBody>
      </p:sp>
      <p:sp>
        <p:nvSpPr>
          <p:cNvPr id="164" name="Rectangle 163"/>
          <p:cNvSpPr/>
          <p:nvPr/>
        </p:nvSpPr>
        <p:spPr bwMode="auto">
          <a:xfrm>
            <a:off x="3962400" y="2971800"/>
            <a:ext cx="381000" cy="23622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0100</a:t>
            </a:r>
          </a:p>
        </p:txBody>
      </p:sp>
      <p:sp>
        <p:nvSpPr>
          <p:cNvPr id="165" name="Rectangle 164"/>
          <p:cNvSpPr/>
          <p:nvPr/>
        </p:nvSpPr>
        <p:spPr bwMode="auto">
          <a:xfrm>
            <a:off x="4648200" y="5257800"/>
            <a:ext cx="1143000" cy="304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0101</a:t>
            </a:r>
          </a:p>
        </p:txBody>
      </p:sp>
      <p:sp>
        <p:nvSpPr>
          <p:cNvPr id="166" name="Rectangle 165"/>
          <p:cNvSpPr/>
          <p:nvPr/>
        </p:nvSpPr>
        <p:spPr bwMode="auto">
          <a:xfrm>
            <a:off x="5486400" y="3886200"/>
            <a:ext cx="304800" cy="9906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0110</a:t>
            </a:r>
          </a:p>
        </p:txBody>
      </p:sp>
      <p:sp>
        <p:nvSpPr>
          <p:cNvPr id="167" name="Rectangle 166"/>
          <p:cNvSpPr/>
          <p:nvPr/>
        </p:nvSpPr>
        <p:spPr bwMode="auto">
          <a:xfrm>
            <a:off x="6019800" y="3810000"/>
            <a:ext cx="1371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0111</a:t>
            </a:r>
          </a:p>
        </p:txBody>
      </p:sp>
      <p:sp>
        <p:nvSpPr>
          <p:cNvPr id="168" name="Rectangle 167"/>
          <p:cNvSpPr/>
          <p:nvPr/>
        </p:nvSpPr>
        <p:spPr bwMode="auto">
          <a:xfrm>
            <a:off x="7315200" y="4419600"/>
            <a:ext cx="457200" cy="2209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1000</a:t>
            </a:r>
          </a:p>
        </p:txBody>
      </p:sp>
      <p:sp>
        <p:nvSpPr>
          <p:cNvPr id="169" name="Rectangle 168"/>
          <p:cNvSpPr/>
          <p:nvPr/>
        </p:nvSpPr>
        <p:spPr bwMode="auto">
          <a:xfrm>
            <a:off x="2895600" y="6400800"/>
            <a:ext cx="37338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1001</a:t>
            </a:r>
          </a:p>
        </p:txBody>
      </p:sp>
      <p:sp>
        <p:nvSpPr>
          <p:cNvPr id="170" name="Rectangle 169"/>
          <p:cNvSpPr/>
          <p:nvPr/>
        </p:nvSpPr>
        <p:spPr bwMode="auto">
          <a:xfrm>
            <a:off x="2971800" y="1143000"/>
            <a:ext cx="381000" cy="4953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				1010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1066800"/>
            <a:ext cx="2209800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  <a:p>
            <a:r>
              <a:rPr lang="en-US" dirty="0"/>
              <a:t> </a:t>
            </a: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Break apart with enzyme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Replicate</a:t>
            </a:r>
          </a:p>
          <a:p>
            <a:endParaRPr lang="en-US" dirty="0" smtClean="0"/>
          </a:p>
          <a:p>
            <a:pPr>
              <a:buFont typeface="Arial" pitchFamily="34" charset="0"/>
              <a:buChar char="•"/>
            </a:pPr>
            <a:endParaRPr lang="en-US" dirty="0"/>
          </a:p>
        </p:txBody>
      </p:sp>
      <p:sp>
        <p:nvSpPr>
          <p:cNvPr id="20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886200" y="12954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7162800" y="2286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6019800" y="41910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276600" y="64008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Rectangle 160"/>
          <p:cNvSpPr/>
          <p:nvPr/>
        </p:nvSpPr>
        <p:spPr bwMode="auto">
          <a:xfrm>
            <a:off x="3886200" y="914400"/>
            <a:ext cx="4038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                    0001</a:t>
            </a:r>
            <a:endParaRPr kumimoji="0" lang="en-US" sz="2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620000" y="1828800"/>
            <a:ext cx="381000" cy="12954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0010</a:t>
            </a:r>
          </a:p>
        </p:txBody>
      </p:sp>
      <p:sp>
        <p:nvSpPr>
          <p:cNvPr id="163" name="Rectangle 162"/>
          <p:cNvSpPr/>
          <p:nvPr/>
        </p:nvSpPr>
        <p:spPr bwMode="auto">
          <a:xfrm>
            <a:off x="4267200" y="2438400"/>
            <a:ext cx="27432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0011</a:t>
            </a:r>
          </a:p>
        </p:txBody>
      </p:sp>
      <p:sp>
        <p:nvSpPr>
          <p:cNvPr id="164" name="Rectangle 163"/>
          <p:cNvSpPr/>
          <p:nvPr/>
        </p:nvSpPr>
        <p:spPr bwMode="auto">
          <a:xfrm>
            <a:off x="3962400" y="2971800"/>
            <a:ext cx="381000" cy="23622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0100</a:t>
            </a:r>
          </a:p>
        </p:txBody>
      </p:sp>
      <p:sp>
        <p:nvSpPr>
          <p:cNvPr id="165" name="Rectangle 164"/>
          <p:cNvSpPr/>
          <p:nvPr/>
        </p:nvSpPr>
        <p:spPr bwMode="auto">
          <a:xfrm>
            <a:off x="4648200" y="5257800"/>
            <a:ext cx="1143000" cy="304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0101</a:t>
            </a:r>
          </a:p>
        </p:txBody>
      </p:sp>
      <p:sp>
        <p:nvSpPr>
          <p:cNvPr id="166" name="Rectangle 165"/>
          <p:cNvSpPr/>
          <p:nvPr/>
        </p:nvSpPr>
        <p:spPr bwMode="auto">
          <a:xfrm>
            <a:off x="5486400" y="3886200"/>
            <a:ext cx="304800" cy="9906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0110</a:t>
            </a:r>
          </a:p>
        </p:txBody>
      </p:sp>
      <p:sp>
        <p:nvSpPr>
          <p:cNvPr id="167" name="Rectangle 166"/>
          <p:cNvSpPr/>
          <p:nvPr/>
        </p:nvSpPr>
        <p:spPr bwMode="auto">
          <a:xfrm>
            <a:off x="6019800" y="3810000"/>
            <a:ext cx="1371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0111</a:t>
            </a:r>
          </a:p>
        </p:txBody>
      </p:sp>
      <p:sp>
        <p:nvSpPr>
          <p:cNvPr id="168" name="Rectangle 167"/>
          <p:cNvSpPr/>
          <p:nvPr/>
        </p:nvSpPr>
        <p:spPr bwMode="auto">
          <a:xfrm>
            <a:off x="7315200" y="4419600"/>
            <a:ext cx="457200" cy="2209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1000</a:t>
            </a:r>
          </a:p>
        </p:txBody>
      </p:sp>
      <p:sp>
        <p:nvSpPr>
          <p:cNvPr id="169" name="Rectangle 168"/>
          <p:cNvSpPr/>
          <p:nvPr/>
        </p:nvSpPr>
        <p:spPr bwMode="auto">
          <a:xfrm>
            <a:off x="2895600" y="6400800"/>
            <a:ext cx="37338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1001</a:t>
            </a:r>
          </a:p>
        </p:txBody>
      </p:sp>
      <p:sp>
        <p:nvSpPr>
          <p:cNvPr id="170" name="Rectangle 169"/>
          <p:cNvSpPr/>
          <p:nvPr/>
        </p:nvSpPr>
        <p:spPr bwMode="auto">
          <a:xfrm>
            <a:off x="2971800" y="1143000"/>
            <a:ext cx="381000" cy="4953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				1010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1066800"/>
            <a:ext cx="2209800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  <a:p>
            <a:r>
              <a:rPr lang="en-US" dirty="0"/>
              <a:t> </a:t>
            </a: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Break apart with enzyme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Replicate</a:t>
            </a:r>
          </a:p>
          <a:p>
            <a:pPr>
              <a:buFont typeface="Arial" pitchFamily="34" charset="0"/>
              <a:buChar char="•"/>
            </a:pPr>
            <a:endParaRPr lang="en-US" dirty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Reassemble</a:t>
            </a:r>
          </a:p>
          <a:p>
            <a:endParaRPr lang="en-US" dirty="0" smtClean="0"/>
          </a:p>
          <a:p>
            <a:pPr>
              <a:buFont typeface="Arial" pitchFamily="34" charset="0"/>
              <a:buChar char="•"/>
            </a:pPr>
            <a:endParaRPr lang="en-US" dirty="0"/>
          </a:p>
        </p:txBody>
      </p:sp>
      <p:sp>
        <p:nvSpPr>
          <p:cNvPr id="46" name="Rectangle 45"/>
          <p:cNvSpPr/>
          <p:nvPr/>
        </p:nvSpPr>
        <p:spPr bwMode="auto">
          <a:xfrm>
            <a:off x="2895600" y="63246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7" name="Rectangle 46"/>
          <p:cNvSpPr/>
          <p:nvPr/>
        </p:nvSpPr>
        <p:spPr bwMode="auto">
          <a:xfrm>
            <a:off x="2971800" y="60960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8" name="Rectangle 47"/>
          <p:cNvSpPr/>
          <p:nvPr/>
        </p:nvSpPr>
        <p:spPr bwMode="auto">
          <a:xfrm>
            <a:off x="4572000" y="52578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9" name="Rectangle 48"/>
          <p:cNvSpPr/>
          <p:nvPr/>
        </p:nvSpPr>
        <p:spPr bwMode="auto">
          <a:xfrm>
            <a:off x="4343400" y="50292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0" name="Rectangle 49"/>
          <p:cNvSpPr/>
          <p:nvPr/>
        </p:nvSpPr>
        <p:spPr bwMode="auto">
          <a:xfrm>
            <a:off x="5486400" y="4876800"/>
            <a:ext cx="3048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1" name="Rectangle 50"/>
          <p:cNvSpPr/>
          <p:nvPr/>
        </p:nvSpPr>
        <p:spPr bwMode="auto">
          <a:xfrm>
            <a:off x="5410200" y="51816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2" name="Rectangle 51"/>
          <p:cNvSpPr/>
          <p:nvPr/>
        </p:nvSpPr>
        <p:spPr bwMode="auto">
          <a:xfrm>
            <a:off x="6629400" y="64008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3" name="Rectangle 52"/>
          <p:cNvSpPr/>
          <p:nvPr/>
        </p:nvSpPr>
        <p:spPr bwMode="auto">
          <a:xfrm>
            <a:off x="7239000" y="62484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4" name="Rectangle 53"/>
          <p:cNvSpPr/>
          <p:nvPr/>
        </p:nvSpPr>
        <p:spPr bwMode="auto">
          <a:xfrm>
            <a:off x="7315200" y="4343400"/>
            <a:ext cx="4572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" name="Rectangle 54"/>
          <p:cNvSpPr/>
          <p:nvPr/>
        </p:nvSpPr>
        <p:spPr bwMode="auto">
          <a:xfrm>
            <a:off x="7010400" y="4191000"/>
            <a:ext cx="381000" cy="4571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5791200" y="38862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5943600" y="38100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" name="Rectangle 57"/>
          <p:cNvSpPr/>
          <p:nvPr/>
        </p:nvSpPr>
        <p:spPr bwMode="auto">
          <a:xfrm>
            <a:off x="4267200" y="2819400"/>
            <a:ext cx="3048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9" name="Rectangle 58"/>
          <p:cNvSpPr/>
          <p:nvPr/>
        </p:nvSpPr>
        <p:spPr bwMode="auto">
          <a:xfrm>
            <a:off x="3962400" y="2971800"/>
            <a:ext cx="381000" cy="4571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7010400" y="24384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7543800" y="28194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" name="Rectangle 61"/>
          <p:cNvSpPr/>
          <p:nvPr/>
        </p:nvSpPr>
        <p:spPr bwMode="auto">
          <a:xfrm>
            <a:off x="7543800" y="12954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7620000" y="17526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4" name="Rectangle 63"/>
          <p:cNvSpPr/>
          <p:nvPr/>
        </p:nvSpPr>
        <p:spPr bwMode="auto">
          <a:xfrm>
            <a:off x="3810000" y="9144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5" name="Rectangle 64"/>
          <p:cNvSpPr/>
          <p:nvPr/>
        </p:nvSpPr>
        <p:spPr bwMode="auto">
          <a:xfrm>
            <a:off x="3352800" y="11430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6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0" name="Straight Connector 139"/>
          <p:cNvCxnSpPr/>
          <p:nvPr/>
        </p:nvCxnSpPr>
        <p:spPr bwMode="auto">
          <a:xfrm rot="5400000">
            <a:off x="1066800" y="3810000"/>
            <a:ext cx="45720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141"/>
          <p:cNvCxnSpPr/>
          <p:nvPr/>
        </p:nvCxnSpPr>
        <p:spPr bwMode="auto">
          <a:xfrm>
            <a:off x="3429000" y="1524000"/>
            <a:ext cx="36576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144"/>
          <p:cNvCxnSpPr/>
          <p:nvPr/>
        </p:nvCxnSpPr>
        <p:spPr bwMode="auto">
          <a:xfrm rot="5400000">
            <a:off x="6629400" y="21336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146"/>
          <p:cNvCxnSpPr/>
          <p:nvPr/>
        </p:nvCxnSpPr>
        <p:spPr bwMode="auto">
          <a:xfrm rot="10800000">
            <a:off x="4267200" y="2438400"/>
            <a:ext cx="27432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6" name="Straight Connector 155"/>
          <p:cNvCxnSpPr/>
          <p:nvPr/>
        </p:nvCxnSpPr>
        <p:spPr bwMode="auto">
          <a:xfrm>
            <a:off x="5867400" y="4267200"/>
            <a:ext cx="9144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/>
          <p:cNvCxnSpPr/>
          <p:nvPr/>
        </p:nvCxnSpPr>
        <p:spPr bwMode="auto">
          <a:xfrm rot="10800000">
            <a:off x="3352800" y="6172200"/>
            <a:ext cx="3352800" cy="15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Rectangle 160"/>
          <p:cNvSpPr/>
          <p:nvPr/>
        </p:nvSpPr>
        <p:spPr bwMode="auto">
          <a:xfrm>
            <a:off x="3429000" y="1143000"/>
            <a:ext cx="4038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                    0001</a:t>
            </a:r>
            <a:endParaRPr kumimoji="0" lang="en-US" sz="20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2" name="Rectangle 161"/>
          <p:cNvSpPr/>
          <p:nvPr/>
        </p:nvSpPr>
        <p:spPr bwMode="auto">
          <a:xfrm>
            <a:off x="7086600" y="1676400"/>
            <a:ext cx="381000" cy="12954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0010</a:t>
            </a:r>
          </a:p>
        </p:txBody>
      </p:sp>
      <p:sp>
        <p:nvSpPr>
          <p:cNvPr id="163" name="Rectangle 162"/>
          <p:cNvSpPr/>
          <p:nvPr/>
        </p:nvSpPr>
        <p:spPr bwMode="auto">
          <a:xfrm>
            <a:off x="4267200" y="2438400"/>
            <a:ext cx="27432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0011</a:t>
            </a:r>
          </a:p>
        </p:txBody>
      </p:sp>
      <p:sp>
        <p:nvSpPr>
          <p:cNvPr id="164" name="Rectangle 163"/>
          <p:cNvSpPr/>
          <p:nvPr/>
        </p:nvSpPr>
        <p:spPr bwMode="auto">
          <a:xfrm>
            <a:off x="4191000" y="2895600"/>
            <a:ext cx="381000" cy="23622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0100</a:t>
            </a:r>
          </a:p>
        </p:txBody>
      </p:sp>
      <p:sp>
        <p:nvSpPr>
          <p:cNvPr id="165" name="Rectangle 164"/>
          <p:cNvSpPr/>
          <p:nvPr/>
        </p:nvSpPr>
        <p:spPr bwMode="auto">
          <a:xfrm>
            <a:off x="4648200" y="4953000"/>
            <a:ext cx="1143000" cy="304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0101</a:t>
            </a:r>
          </a:p>
        </p:txBody>
      </p:sp>
      <p:sp>
        <p:nvSpPr>
          <p:cNvPr id="166" name="Rectangle 165"/>
          <p:cNvSpPr/>
          <p:nvPr/>
        </p:nvSpPr>
        <p:spPr bwMode="auto">
          <a:xfrm>
            <a:off x="5486400" y="3886200"/>
            <a:ext cx="304800" cy="9906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0110</a:t>
            </a:r>
          </a:p>
        </p:txBody>
      </p:sp>
      <p:sp>
        <p:nvSpPr>
          <p:cNvPr id="167" name="Rectangle 166"/>
          <p:cNvSpPr/>
          <p:nvPr/>
        </p:nvSpPr>
        <p:spPr bwMode="auto">
          <a:xfrm>
            <a:off x="5867400" y="3886200"/>
            <a:ext cx="13716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dirty="0"/>
              <a:t> </a:t>
            </a:r>
            <a:r>
              <a:rPr lang="en-US" dirty="0" smtClean="0"/>
              <a:t>   </a:t>
            </a: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0111</a:t>
            </a:r>
          </a:p>
        </p:txBody>
      </p:sp>
      <p:sp>
        <p:nvSpPr>
          <p:cNvPr id="168" name="Rectangle 167"/>
          <p:cNvSpPr/>
          <p:nvPr/>
        </p:nvSpPr>
        <p:spPr bwMode="auto">
          <a:xfrm>
            <a:off x="6781800" y="4343400"/>
            <a:ext cx="457200" cy="22098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1000</a:t>
            </a:r>
          </a:p>
        </p:txBody>
      </p:sp>
      <p:sp>
        <p:nvSpPr>
          <p:cNvPr id="169" name="Rectangle 168"/>
          <p:cNvSpPr/>
          <p:nvPr/>
        </p:nvSpPr>
        <p:spPr bwMode="auto">
          <a:xfrm>
            <a:off x="2971800" y="6172200"/>
            <a:ext cx="3733800" cy="381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1001</a:t>
            </a:r>
          </a:p>
        </p:txBody>
      </p:sp>
      <p:sp>
        <p:nvSpPr>
          <p:cNvPr id="170" name="Rectangle 169"/>
          <p:cNvSpPr/>
          <p:nvPr/>
        </p:nvSpPr>
        <p:spPr bwMode="auto">
          <a:xfrm>
            <a:off x="2971800" y="1143000"/>
            <a:ext cx="381000" cy="49530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2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rPr>
              <a:t>					1010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152400" y="1066800"/>
            <a:ext cx="2209800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Grow counter along surface of shape</a:t>
            </a:r>
          </a:p>
          <a:p>
            <a:r>
              <a:rPr lang="en-US" dirty="0"/>
              <a:t> </a:t>
            </a: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Break apart with enzyme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Replicate</a:t>
            </a:r>
          </a:p>
          <a:p>
            <a:pPr>
              <a:buFont typeface="Arial" pitchFamily="34" charset="0"/>
              <a:buChar char="•"/>
            </a:pPr>
            <a:endParaRPr lang="en-US" dirty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Reassemble</a:t>
            </a:r>
          </a:p>
          <a:p>
            <a:endParaRPr lang="en-US" dirty="0" smtClean="0"/>
          </a:p>
          <a:p>
            <a:pPr>
              <a:buFont typeface="Arial" pitchFamily="34" charset="0"/>
              <a:buChar char="•"/>
            </a:pPr>
            <a:endParaRPr lang="en-US" dirty="0"/>
          </a:p>
        </p:txBody>
      </p:sp>
      <p:sp>
        <p:nvSpPr>
          <p:cNvPr id="46" name="Rectangle 45"/>
          <p:cNvSpPr/>
          <p:nvPr/>
        </p:nvSpPr>
        <p:spPr bwMode="auto">
          <a:xfrm>
            <a:off x="2971800" y="60960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7" name="Rectangle 46"/>
          <p:cNvSpPr/>
          <p:nvPr/>
        </p:nvSpPr>
        <p:spPr bwMode="auto">
          <a:xfrm>
            <a:off x="2971800" y="60960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8" name="Rectangle 47"/>
          <p:cNvSpPr/>
          <p:nvPr/>
        </p:nvSpPr>
        <p:spPr bwMode="auto">
          <a:xfrm>
            <a:off x="4572000" y="49530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9" name="Rectangle 48"/>
          <p:cNvSpPr/>
          <p:nvPr/>
        </p:nvSpPr>
        <p:spPr bwMode="auto">
          <a:xfrm>
            <a:off x="4572000" y="49530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0" name="Rectangle 49"/>
          <p:cNvSpPr/>
          <p:nvPr/>
        </p:nvSpPr>
        <p:spPr bwMode="auto">
          <a:xfrm>
            <a:off x="5486400" y="4876800"/>
            <a:ext cx="3048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1" name="Rectangle 50"/>
          <p:cNvSpPr/>
          <p:nvPr/>
        </p:nvSpPr>
        <p:spPr bwMode="auto">
          <a:xfrm>
            <a:off x="5410200" y="48768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2" name="Rectangle 51"/>
          <p:cNvSpPr/>
          <p:nvPr/>
        </p:nvSpPr>
        <p:spPr bwMode="auto">
          <a:xfrm>
            <a:off x="6705600" y="61722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3" name="Rectangle 52"/>
          <p:cNvSpPr/>
          <p:nvPr/>
        </p:nvSpPr>
        <p:spPr bwMode="auto">
          <a:xfrm>
            <a:off x="6705600" y="61722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4" name="Rectangle 53"/>
          <p:cNvSpPr/>
          <p:nvPr/>
        </p:nvSpPr>
        <p:spPr bwMode="auto">
          <a:xfrm>
            <a:off x="6781800" y="4267200"/>
            <a:ext cx="4572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5" name="Rectangle 54"/>
          <p:cNvSpPr/>
          <p:nvPr/>
        </p:nvSpPr>
        <p:spPr bwMode="auto">
          <a:xfrm>
            <a:off x="6858000" y="4267200"/>
            <a:ext cx="381000" cy="4571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6" name="Rectangle 55"/>
          <p:cNvSpPr/>
          <p:nvPr/>
        </p:nvSpPr>
        <p:spPr bwMode="auto">
          <a:xfrm>
            <a:off x="5791200" y="38862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7" name="Rectangle 56"/>
          <p:cNvSpPr/>
          <p:nvPr/>
        </p:nvSpPr>
        <p:spPr bwMode="auto">
          <a:xfrm>
            <a:off x="5791200" y="38862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8" name="Rectangle 57"/>
          <p:cNvSpPr/>
          <p:nvPr/>
        </p:nvSpPr>
        <p:spPr bwMode="auto">
          <a:xfrm>
            <a:off x="4267200" y="2819400"/>
            <a:ext cx="3048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9" name="Rectangle 58"/>
          <p:cNvSpPr/>
          <p:nvPr/>
        </p:nvSpPr>
        <p:spPr bwMode="auto">
          <a:xfrm>
            <a:off x="4191000" y="2895600"/>
            <a:ext cx="381000" cy="4571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0" name="Rectangle 59"/>
          <p:cNvSpPr/>
          <p:nvPr/>
        </p:nvSpPr>
        <p:spPr bwMode="auto">
          <a:xfrm>
            <a:off x="7010400" y="24384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1" name="Rectangle 60"/>
          <p:cNvSpPr/>
          <p:nvPr/>
        </p:nvSpPr>
        <p:spPr bwMode="auto">
          <a:xfrm>
            <a:off x="7010400" y="2667000"/>
            <a:ext cx="76200" cy="3048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2" name="Rectangle 61"/>
          <p:cNvSpPr/>
          <p:nvPr/>
        </p:nvSpPr>
        <p:spPr bwMode="auto">
          <a:xfrm>
            <a:off x="7086600" y="15240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3" name="Rectangle 62"/>
          <p:cNvSpPr/>
          <p:nvPr/>
        </p:nvSpPr>
        <p:spPr bwMode="auto">
          <a:xfrm>
            <a:off x="7086600" y="1600200"/>
            <a:ext cx="381000" cy="762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4" name="Rectangle 63"/>
          <p:cNvSpPr/>
          <p:nvPr/>
        </p:nvSpPr>
        <p:spPr bwMode="auto">
          <a:xfrm>
            <a:off x="3352800" y="11430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65" name="Rectangle 64"/>
          <p:cNvSpPr/>
          <p:nvPr/>
        </p:nvSpPr>
        <p:spPr bwMode="auto">
          <a:xfrm>
            <a:off x="3352800" y="1143000"/>
            <a:ext cx="76200" cy="3810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0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Non-vertically convex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5641FE2-17ED-4E26-9B31-4B039984FED7}" type="slidenum">
              <a:rPr lang="en-US" smtClean="0"/>
              <a:pPr>
                <a:defRPr/>
              </a:pPr>
              <a:t>107</a:t>
            </a:fld>
            <a:endParaRPr lang="en-US"/>
          </a:p>
        </p:txBody>
      </p:sp>
      <p:graphicFrame>
        <p:nvGraphicFramePr>
          <p:cNvPr id="3" name="Group 78"/>
          <p:cNvGraphicFramePr>
            <a:graphicFrameLocks noGrp="1"/>
          </p:cNvGraphicFramePr>
          <p:nvPr/>
        </p:nvGraphicFramePr>
        <p:xfrm>
          <a:off x="3124200" y="1720850"/>
          <a:ext cx="2590800" cy="863600"/>
        </p:xfrm>
        <a:graphic>
          <a:graphicData uri="http://schemas.openxmlformats.org/drawingml/2006/table">
            <a:tbl>
              <a:tblPr/>
              <a:tblGrid>
                <a:gridCol w="1524000"/>
                <a:gridCol w="1066800"/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Tile types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Stages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Arial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" name="Text Box 92"/>
          <p:cNvSpPr txBox="1">
            <a:spLocks noChangeArrowheads="1"/>
          </p:cNvSpPr>
          <p:nvPr/>
        </p:nvSpPr>
        <p:spPr bwMode="auto">
          <a:xfrm>
            <a:off x="3124200" y="990600"/>
            <a:ext cx="2590800" cy="707886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dirty="0" smtClean="0"/>
              <a:t>Infinite Yield:</a:t>
            </a:r>
          </a:p>
          <a:p>
            <a:pPr algn="ctr"/>
            <a:endParaRPr lang="en-US" dirty="0" smtClean="0"/>
          </a:p>
        </p:txBody>
      </p:sp>
      <p:sp>
        <p:nvSpPr>
          <p:cNvPr id="5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Infinite Yield: General Shapes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200" b="0" dirty="0" smtClean="0">
                <a:solidFill>
                  <a:schemeClr val="tx2"/>
                </a:solidFill>
                <a:latin typeface="Comic Sans MS" pitchFamily="66" charset="0"/>
              </a:rPr>
              <a:t>Future Work</a:t>
            </a:r>
            <a:endParaRPr lang="en-US" sz="3600" b="0" dirty="0">
              <a:solidFill>
                <a:schemeClr val="tx2"/>
              </a:solidFill>
              <a:latin typeface="Comic Sans MS" pitchFamily="66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>
            <a:off x="914400" y="1752600"/>
            <a:ext cx="6822702" cy="378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 Replicate and improve</a:t>
            </a:r>
          </a:p>
          <a:p>
            <a:pPr lvl="1"/>
            <a:r>
              <a:rPr lang="en-US" dirty="0" smtClean="0"/>
              <a:t>-Hybrid algorithms for replication and modification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Extension to 3D</a:t>
            </a:r>
          </a:p>
          <a:p>
            <a:pPr lvl="1"/>
            <a:r>
              <a:rPr lang="en-US" dirty="0" smtClean="0"/>
              <a:t>-Planarity/</a:t>
            </a:r>
            <a:r>
              <a:rPr lang="en-US" dirty="0" err="1" smtClean="0"/>
              <a:t>spacial</a:t>
            </a:r>
            <a:r>
              <a:rPr lang="en-US" dirty="0" smtClean="0"/>
              <a:t> constraint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 Replication of internal pattern</a:t>
            </a:r>
          </a:p>
          <a:p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/>
              <a:t> </a:t>
            </a:r>
            <a:r>
              <a:rPr lang="en-US" dirty="0" smtClean="0"/>
              <a:t>Staged enzyme model for assembly from scratch</a:t>
            </a:r>
          </a:p>
          <a:p>
            <a:pPr lvl="1"/>
            <a:r>
              <a:rPr lang="en-US" dirty="0" smtClean="0"/>
              <a:t>- Seems to be very powerful for this</a:t>
            </a:r>
            <a:endParaRPr lang="en-US" dirty="0"/>
          </a:p>
          <a:p>
            <a:pPr lvl="1">
              <a:buFont typeface="Arial" pitchFamily="34" charset="0"/>
              <a:buChar char="•"/>
            </a:pPr>
            <a:endParaRPr lang="en-US" dirty="0" smtClean="0"/>
          </a:p>
          <a:p>
            <a:pPr>
              <a:buFont typeface="Arial" pitchFamily="34" charset="0"/>
              <a:buChar char="•"/>
            </a:pPr>
            <a:r>
              <a:rPr lang="en-US" dirty="0"/>
              <a:t> </a:t>
            </a:r>
            <a:r>
              <a:rPr lang="en-US" dirty="0" smtClean="0"/>
              <a:t>Temperature changes to perform replication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019800"/>
            <a:ext cx="1905000" cy="457200"/>
          </a:xfrm>
        </p:spPr>
        <p:txBody>
          <a:bodyPr/>
          <a:lstStyle/>
          <a:p>
            <a:pPr>
              <a:defRPr/>
            </a:pPr>
            <a:fld id="{920A15DB-6053-4199-931E-CFB0FBC436A3}" type="slidenum">
              <a:rPr lang="en-US"/>
              <a:pPr>
                <a:defRPr/>
              </a:pPr>
              <a:t>109</a:t>
            </a:fld>
            <a:endParaRPr lang="en-US"/>
          </a:p>
        </p:txBody>
      </p:sp>
      <p:sp>
        <p:nvSpPr>
          <p:cNvPr id="2052" name="Text Box 63"/>
          <p:cNvSpPr txBox="1">
            <a:spLocks noChangeArrowheads="1"/>
          </p:cNvSpPr>
          <p:nvPr/>
        </p:nvSpPr>
        <p:spPr bwMode="auto">
          <a:xfrm>
            <a:off x="2892425" y="990600"/>
            <a:ext cx="2565400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400" b="0">
                <a:solidFill>
                  <a:schemeClr val="tx2"/>
                </a:solidFill>
              </a:rPr>
              <a:t>January 18, 2010</a:t>
            </a:r>
          </a:p>
        </p:txBody>
      </p:sp>
      <p:sp>
        <p:nvSpPr>
          <p:cNvPr id="2053" name="Rectangle 64"/>
          <p:cNvSpPr>
            <a:spLocks noChangeArrowheads="1"/>
          </p:cNvSpPr>
          <p:nvPr/>
        </p:nvSpPr>
        <p:spPr bwMode="auto">
          <a:xfrm>
            <a:off x="0" y="0"/>
            <a:ext cx="9144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3600" b="0" dirty="0">
                <a:solidFill>
                  <a:schemeClr val="tx2"/>
                </a:solidFill>
              </a:rPr>
              <a:t/>
            </a:r>
            <a:br>
              <a:rPr lang="en-US" sz="3600" b="0" dirty="0">
                <a:solidFill>
                  <a:schemeClr val="tx2"/>
                </a:solidFill>
              </a:rPr>
            </a:br>
            <a:r>
              <a:rPr lang="en-US" sz="3200" b="0" dirty="0" smtClean="0">
                <a:solidFill>
                  <a:schemeClr val="tx2"/>
                </a:solidFill>
              </a:rPr>
              <a:t>Thank you.  Questions?</a:t>
            </a:r>
            <a:endParaRPr lang="en-US" sz="3600" b="0" dirty="0">
              <a:solidFill>
                <a:schemeClr val="tx2"/>
              </a:solidFill>
            </a:endParaRPr>
          </a:p>
        </p:txBody>
      </p:sp>
      <p:sp>
        <p:nvSpPr>
          <p:cNvPr id="2054" name="TextBox 64"/>
          <p:cNvSpPr txBox="1">
            <a:spLocks noChangeArrowheads="1"/>
          </p:cNvSpPr>
          <p:nvPr/>
        </p:nvSpPr>
        <p:spPr bwMode="auto">
          <a:xfrm>
            <a:off x="381000" y="4648200"/>
            <a:ext cx="8229600" cy="1815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1400" dirty="0"/>
              <a:t>Zachary Abel	</a:t>
            </a:r>
            <a:r>
              <a:rPr lang="en-US" sz="1400" dirty="0" smtClean="0"/>
              <a:t>Harvard </a:t>
            </a:r>
            <a:r>
              <a:rPr lang="en-US" sz="1400" dirty="0"/>
              <a:t>University</a:t>
            </a:r>
          </a:p>
          <a:p>
            <a:r>
              <a:rPr lang="en-US" sz="1400" dirty="0"/>
              <a:t>Nadia </a:t>
            </a:r>
            <a:r>
              <a:rPr lang="en-US" sz="1400" dirty="0" err="1"/>
              <a:t>Benbernou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 err="1"/>
              <a:t>Mirela</a:t>
            </a:r>
            <a:r>
              <a:rPr lang="en-US" sz="1400" dirty="0"/>
              <a:t> Damian	</a:t>
            </a:r>
            <a:r>
              <a:rPr lang="en-US" sz="1400" dirty="0" smtClean="0"/>
              <a:t>Villanova </a:t>
            </a:r>
            <a:r>
              <a:rPr lang="en-US" sz="1400" dirty="0"/>
              <a:t>University</a:t>
            </a:r>
          </a:p>
          <a:p>
            <a:r>
              <a:rPr lang="en-US" sz="1400" dirty="0"/>
              <a:t>Erik D. </a:t>
            </a:r>
            <a:r>
              <a:rPr lang="en-US" sz="1400" dirty="0" err="1"/>
              <a:t>Demaine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/>
              <a:t>Martin </a:t>
            </a:r>
            <a:r>
              <a:rPr lang="en-US" sz="1400" dirty="0" err="1"/>
              <a:t>Demaine</a:t>
            </a:r>
            <a:r>
              <a:rPr lang="en-US" sz="1400" dirty="0"/>
              <a:t>	Massachusetts Institute of Technology</a:t>
            </a:r>
          </a:p>
          <a:p>
            <a:r>
              <a:rPr lang="en-US" sz="1400" dirty="0"/>
              <a:t>Robin Flatland	</a:t>
            </a:r>
            <a:r>
              <a:rPr lang="en-US" sz="1400" dirty="0" smtClean="0"/>
              <a:t>Siena </a:t>
            </a:r>
            <a:r>
              <a:rPr lang="en-US" sz="1400" dirty="0"/>
              <a:t>College</a:t>
            </a:r>
          </a:p>
          <a:p>
            <a:r>
              <a:rPr lang="en-US" sz="1400" dirty="0" err="1"/>
              <a:t>Skott</a:t>
            </a:r>
            <a:r>
              <a:rPr lang="en-US" sz="1400" dirty="0"/>
              <a:t> D. </a:t>
            </a:r>
            <a:r>
              <a:rPr lang="en-US" sz="1400" dirty="0" err="1"/>
              <a:t>Kominers</a:t>
            </a:r>
            <a:r>
              <a:rPr lang="en-US" sz="1400" dirty="0"/>
              <a:t>	Harvard University</a:t>
            </a:r>
          </a:p>
          <a:p>
            <a:r>
              <a:rPr lang="en-US" sz="1400" dirty="0">
                <a:solidFill>
                  <a:srgbClr val="FF0000"/>
                </a:solidFill>
              </a:rPr>
              <a:t>Robert </a:t>
            </a:r>
            <a:r>
              <a:rPr lang="en-US" sz="1400" dirty="0" err="1">
                <a:solidFill>
                  <a:srgbClr val="FF0000"/>
                </a:solidFill>
              </a:rPr>
              <a:t>Schweller</a:t>
            </a:r>
            <a:r>
              <a:rPr lang="en-US" sz="1400" dirty="0"/>
              <a:t>	University of Texas Pan American</a:t>
            </a:r>
          </a:p>
        </p:txBody>
      </p:sp>
      <p:grpSp>
        <p:nvGrpSpPr>
          <p:cNvPr id="2" name="Group 250"/>
          <p:cNvGrpSpPr/>
          <p:nvPr/>
        </p:nvGrpSpPr>
        <p:grpSpPr>
          <a:xfrm>
            <a:off x="1143000" y="2133600"/>
            <a:ext cx="6667500" cy="2501900"/>
            <a:chOff x="419100" y="1917700"/>
            <a:chExt cx="7321550" cy="2701926"/>
          </a:xfrm>
        </p:grpSpPr>
        <p:grpSp>
          <p:nvGrpSpPr>
            <p:cNvPr id="3" name="Group 139"/>
            <p:cNvGrpSpPr/>
            <p:nvPr/>
          </p:nvGrpSpPr>
          <p:grpSpPr>
            <a:xfrm>
              <a:off x="838200" y="2362200"/>
              <a:ext cx="2095500" cy="1689100"/>
              <a:chOff x="6172200" y="2362200"/>
              <a:chExt cx="2095500" cy="1689100"/>
            </a:xfrm>
          </p:grpSpPr>
          <p:sp>
            <p:nvSpPr>
              <p:cNvPr id="65" name="Rectangle 58"/>
              <p:cNvSpPr>
                <a:spLocks noChangeArrowheads="1"/>
              </p:cNvSpPr>
              <p:nvPr/>
            </p:nvSpPr>
            <p:spPr bwMode="auto">
              <a:xfrm>
                <a:off x="61722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7" name="Rectangle 58"/>
              <p:cNvSpPr>
                <a:spLocks noChangeArrowheads="1"/>
              </p:cNvSpPr>
              <p:nvPr/>
            </p:nvSpPr>
            <p:spPr bwMode="auto">
              <a:xfrm>
                <a:off x="61722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8" name="Rectangle 58"/>
              <p:cNvSpPr>
                <a:spLocks noChangeArrowheads="1"/>
              </p:cNvSpPr>
              <p:nvPr/>
            </p:nvSpPr>
            <p:spPr bwMode="auto">
              <a:xfrm>
                <a:off x="65913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69" name="Rectangle 58"/>
              <p:cNvSpPr>
                <a:spLocks noChangeArrowheads="1"/>
              </p:cNvSpPr>
              <p:nvPr/>
            </p:nvSpPr>
            <p:spPr bwMode="auto">
              <a:xfrm>
                <a:off x="65913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0" name="Rectangle 58"/>
              <p:cNvSpPr>
                <a:spLocks noChangeArrowheads="1"/>
              </p:cNvSpPr>
              <p:nvPr/>
            </p:nvSpPr>
            <p:spPr bwMode="auto">
              <a:xfrm>
                <a:off x="70104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1" name="Rectangle 58"/>
              <p:cNvSpPr>
                <a:spLocks noChangeArrowheads="1"/>
              </p:cNvSpPr>
              <p:nvPr/>
            </p:nvSpPr>
            <p:spPr bwMode="auto">
              <a:xfrm>
                <a:off x="70104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2" name="Rectangle 58"/>
              <p:cNvSpPr>
                <a:spLocks noChangeArrowheads="1"/>
              </p:cNvSpPr>
              <p:nvPr/>
            </p:nvSpPr>
            <p:spPr bwMode="auto">
              <a:xfrm>
                <a:off x="74295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3" name="Rectangle 58"/>
              <p:cNvSpPr>
                <a:spLocks noChangeArrowheads="1"/>
              </p:cNvSpPr>
              <p:nvPr/>
            </p:nvSpPr>
            <p:spPr bwMode="auto">
              <a:xfrm>
                <a:off x="74295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5" name="Rectangle 58"/>
              <p:cNvSpPr>
                <a:spLocks noChangeArrowheads="1"/>
              </p:cNvSpPr>
              <p:nvPr/>
            </p:nvSpPr>
            <p:spPr bwMode="auto">
              <a:xfrm>
                <a:off x="7848600" y="36258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6" name="Rectangle 58"/>
              <p:cNvSpPr>
                <a:spLocks noChangeArrowheads="1"/>
              </p:cNvSpPr>
              <p:nvPr/>
            </p:nvSpPr>
            <p:spPr bwMode="auto">
              <a:xfrm>
                <a:off x="7848600" y="32004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7" name="Rectangle 58"/>
              <p:cNvSpPr>
                <a:spLocks noChangeArrowheads="1"/>
              </p:cNvSpPr>
              <p:nvPr/>
            </p:nvSpPr>
            <p:spPr bwMode="auto">
              <a:xfrm>
                <a:off x="7429500" y="27876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8" name="Rectangle 58"/>
              <p:cNvSpPr>
                <a:spLocks noChangeArrowheads="1"/>
              </p:cNvSpPr>
              <p:nvPr/>
            </p:nvSpPr>
            <p:spPr bwMode="auto">
              <a:xfrm>
                <a:off x="7429500" y="23622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79" name="Rectangle 58"/>
              <p:cNvSpPr>
                <a:spLocks noChangeArrowheads="1"/>
              </p:cNvSpPr>
              <p:nvPr/>
            </p:nvSpPr>
            <p:spPr bwMode="auto">
              <a:xfrm>
                <a:off x="7848600" y="278765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80" name="Rectangle 58"/>
              <p:cNvSpPr>
                <a:spLocks noChangeArrowheads="1"/>
              </p:cNvSpPr>
              <p:nvPr/>
            </p:nvSpPr>
            <p:spPr bwMode="auto">
              <a:xfrm>
                <a:off x="7848600" y="2362200"/>
                <a:ext cx="419100" cy="42545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en-US" sz="1600"/>
              </a:p>
            </p:txBody>
          </p:sp>
        </p:grpSp>
        <p:sp>
          <p:nvSpPr>
            <p:cNvPr id="81" name="Rectangle 58"/>
            <p:cNvSpPr>
              <a:spLocks noChangeArrowheads="1"/>
            </p:cNvSpPr>
            <p:nvPr/>
          </p:nvSpPr>
          <p:spPr bwMode="auto">
            <a:xfrm>
              <a:off x="1676399" y="27559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82" name="Rectangle 59"/>
            <p:cNvSpPr>
              <a:spLocks noChangeArrowheads="1"/>
            </p:cNvSpPr>
            <p:nvPr/>
          </p:nvSpPr>
          <p:spPr bwMode="auto">
            <a:xfrm>
              <a:off x="2036762" y="2814638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Rectangle 60"/>
            <p:cNvSpPr>
              <a:spLocks noChangeArrowheads="1"/>
            </p:cNvSpPr>
            <p:nvPr/>
          </p:nvSpPr>
          <p:spPr bwMode="auto">
            <a:xfrm>
              <a:off x="1676399" y="2814638"/>
              <a:ext cx="55563" cy="307975"/>
            </a:xfrm>
            <a:prstGeom prst="rect">
              <a:avLst/>
            </a:prstGeom>
            <a:solidFill>
              <a:srgbClr val="0070C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Rectangle 61"/>
            <p:cNvSpPr>
              <a:spLocks noChangeArrowheads="1"/>
            </p:cNvSpPr>
            <p:nvPr/>
          </p:nvSpPr>
          <p:spPr bwMode="auto">
            <a:xfrm rot="16200000">
              <a:off x="1854199" y="2633663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Rectangle 62"/>
            <p:cNvSpPr>
              <a:spLocks noChangeArrowheads="1"/>
            </p:cNvSpPr>
            <p:nvPr/>
          </p:nvSpPr>
          <p:spPr bwMode="auto">
            <a:xfrm rot="16200000">
              <a:off x="1854199" y="3000375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Rectangle 58"/>
            <p:cNvSpPr>
              <a:spLocks noChangeArrowheads="1"/>
            </p:cNvSpPr>
            <p:nvPr/>
          </p:nvSpPr>
          <p:spPr bwMode="auto">
            <a:xfrm>
              <a:off x="1676399" y="23296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87" name="Rectangle 59"/>
            <p:cNvSpPr>
              <a:spLocks noChangeArrowheads="1"/>
            </p:cNvSpPr>
            <p:nvPr/>
          </p:nvSpPr>
          <p:spPr bwMode="auto">
            <a:xfrm>
              <a:off x="2036762" y="2388394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Rectangle 60"/>
            <p:cNvSpPr>
              <a:spLocks noChangeArrowheads="1"/>
            </p:cNvSpPr>
            <p:nvPr/>
          </p:nvSpPr>
          <p:spPr bwMode="auto">
            <a:xfrm>
              <a:off x="1676399" y="2388394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Rectangle 61"/>
            <p:cNvSpPr>
              <a:spLocks noChangeArrowheads="1"/>
            </p:cNvSpPr>
            <p:nvPr/>
          </p:nvSpPr>
          <p:spPr bwMode="auto">
            <a:xfrm rot="16200000">
              <a:off x="1854199" y="2207419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Rectangle 62"/>
            <p:cNvSpPr>
              <a:spLocks noChangeArrowheads="1"/>
            </p:cNvSpPr>
            <p:nvPr/>
          </p:nvSpPr>
          <p:spPr bwMode="auto">
            <a:xfrm rot="16200000">
              <a:off x="1854199" y="25741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Rectangle 58"/>
            <p:cNvSpPr>
              <a:spLocks noChangeArrowheads="1"/>
            </p:cNvSpPr>
            <p:nvPr/>
          </p:nvSpPr>
          <p:spPr bwMode="auto">
            <a:xfrm>
              <a:off x="1676399" y="19177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92" name="Rectangle 59"/>
            <p:cNvSpPr>
              <a:spLocks noChangeArrowheads="1"/>
            </p:cNvSpPr>
            <p:nvPr/>
          </p:nvSpPr>
          <p:spPr bwMode="auto">
            <a:xfrm>
              <a:off x="2036762" y="1976438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Rectangle 60"/>
            <p:cNvSpPr>
              <a:spLocks noChangeArrowheads="1"/>
            </p:cNvSpPr>
            <p:nvPr/>
          </p:nvSpPr>
          <p:spPr bwMode="auto">
            <a:xfrm>
              <a:off x="1676399" y="1976438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Rectangle 61"/>
            <p:cNvSpPr>
              <a:spLocks noChangeArrowheads="1"/>
            </p:cNvSpPr>
            <p:nvPr/>
          </p:nvSpPr>
          <p:spPr bwMode="auto">
            <a:xfrm rot="16200000">
              <a:off x="1854199" y="17954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Rectangle 62"/>
            <p:cNvSpPr>
              <a:spLocks noChangeArrowheads="1"/>
            </p:cNvSpPr>
            <p:nvPr/>
          </p:nvSpPr>
          <p:spPr bwMode="auto">
            <a:xfrm rot="16200000">
              <a:off x="1854199" y="2162175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Rectangle 58"/>
            <p:cNvSpPr>
              <a:spLocks noChangeArrowheads="1"/>
            </p:cNvSpPr>
            <p:nvPr/>
          </p:nvSpPr>
          <p:spPr bwMode="auto">
            <a:xfrm>
              <a:off x="2095500" y="19177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97" name="Rectangle 59"/>
            <p:cNvSpPr>
              <a:spLocks noChangeArrowheads="1"/>
            </p:cNvSpPr>
            <p:nvPr/>
          </p:nvSpPr>
          <p:spPr bwMode="auto">
            <a:xfrm>
              <a:off x="2455863" y="19764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Rectangle 60"/>
            <p:cNvSpPr>
              <a:spLocks noChangeArrowheads="1"/>
            </p:cNvSpPr>
            <p:nvPr/>
          </p:nvSpPr>
          <p:spPr bwMode="auto">
            <a:xfrm>
              <a:off x="2095500" y="1976438"/>
              <a:ext cx="55563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Rectangle 61"/>
            <p:cNvSpPr>
              <a:spLocks noChangeArrowheads="1"/>
            </p:cNvSpPr>
            <p:nvPr/>
          </p:nvSpPr>
          <p:spPr bwMode="auto">
            <a:xfrm rot="16200000">
              <a:off x="2273300" y="17954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Rectangle 62"/>
            <p:cNvSpPr>
              <a:spLocks noChangeArrowheads="1"/>
            </p:cNvSpPr>
            <p:nvPr/>
          </p:nvSpPr>
          <p:spPr bwMode="auto">
            <a:xfrm rot="16200000">
              <a:off x="2273300" y="2162175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Rectangle 58"/>
            <p:cNvSpPr>
              <a:spLocks noChangeArrowheads="1"/>
            </p:cNvSpPr>
            <p:nvPr/>
          </p:nvSpPr>
          <p:spPr bwMode="auto">
            <a:xfrm>
              <a:off x="2933700" y="35941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02" name="Rectangle 59"/>
            <p:cNvSpPr>
              <a:spLocks noChangeArrowheads="1"/>
            </p:cNvSpPr>
            <p:nvPr/>
          </p:nvSpPr>
          <p:spPr bwMode="auto">
            <a:xfrm>
              <a:off x="3294063" y="36528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Rectangle 60"/>
            <p:cNvSpPr>
              <a:spLocks noChangeArrowheads="1"/>
            </p:cNvSpPr>
            <p:nvPr/>
          </p:nvSpPr>
          <p:spPr bwMode="auto">
            <a:xfrm>
              <a:off x="2933700" y="3652838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Rectangle 61"/>
            <p:cNvSpPr>
              <a:spLocks noChangeArrowheads="1"/>
            </p:cNvSpPr>
            <p:nvPr/>
          </p:nvSpPr>
          <p:spPr bwMode="auto">
            <a:xfrm rot="16200000">
              <a:off x="3111500" y="34718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Rectangle 62"/>
            <p:cNvSpPr>
              <a:spLocks noChangeArrowheads="1"/>
            </p:cNvSpPr>
            <p:nvPr/>
          </p:nvSpPr>
          <p:spPr bwMode="auto">
            <a:xfrm rot="16200000">
              <a:off x="3111500" y="3838575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Rectangle 58"/>
            <p:cNvSpPr>
              <a:spLocks noChangeArrowheads="1"/>
            </p:cNvSpPr>
            <p:nvPr/>
          </p:nvSpPr>
          <p:spPr bwMode="auto">
            <a:xfrm>
              <a:off x="2933700" y="40060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07" name="Rectangle 59"/>
            <p:cNvSpPr>
              <a:spLocks noChangeArrowheads="1"/>
            </p:cNvSpPr>
            <p:nvPr/>
          </p:nvSpPr>
          <p:spPr bwMode="auto">
            <a:xfrm>
              <a:off x="3294063" y="4064794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Rectangle 60"/>
            <p:cNvSpPr>
              <a:spLocks noChangeArrowheads="1"/>
            </p:cNvSpPr>
            <p:nvPr/>
          </p:nvSpPr>
          <p:spPr bwMode="auto">
            <a:xfrm>
              <a:off x="2933700" y="4064794"/>
              <a:ext cx="55563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Rectangle 61"/>
            <p:cNvSpPr>
              <a:spLocks noChangeArrowheads="1"/>
            </p:cNvSpPr>
            <p:nvPr/>
          </p:nvSpPr>
          <p:spPr bwMode="auto">
            <a:xfrm rot="16200000">
              <a:off x="3111500" y="3883819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Rectangle 62"/>
            <p:cNvSpPr>
              <a:spLocks noChangeArrowheads="1"/>
            </p:cNvSpPr>
            <p:nvPr/>
          </p:nvSpPr>
          <p:spPr bwMode="auto">
            <a:xfrm rot="16200000">
              <a:off x="3111500" y="42505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Rectangle 58"/>
            <p:cNvSpPr>
              <a:spLocks noChangeArrowheads="1"/>
            </p:cNvSpPr>
            <p:nvPr/>
          </p:nvSpPr>
          <p:spPr bwMode="auto">
            <a:xfrm>
              <a:off x="2400300" y="41584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12" name="Rectangle 59"/>
            <p:cNvSpPr>
              <a:spLocks noChangeArrowheads="1"/>
            </p:cNvSpPr>
            <p:nvPr/>
          </p:nvSpPr>
          <p:spPr bwMode="auto">
            <a:xfrm>
              <a:off x="2760663" y="4217194"/>
              <a:ext cx="58738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Rectangle 60"/>
            <p:cNvSpPr>
              <a:spLocks noChangeArrowheads="1"/>
            </p:cNvSpPr>
            <p:nvPr/>
          </p:nvSpPr>
          <p:spPr bwMode="auto">
            <a:xfrm>
              <a:off x="2400300" y="4217194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Rectangle 61"/>
            <p:cNvSpPr>
              <a:spLocks noChangeArrowheads="1"/>
            </p:cNvSpPr>
            <p:nvPr/>
          </p:nvSpPr>
          <p:spPr bwMode="auto">
            <a:xfrm rot="16200000">
              <a:off x="2578100" y="4036219"/>
              <a:ext cx="58738" cy="304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Rectangle 62"/>
            <p:cNvSpPr>
              <a:spLocks noChangeArrowheads="1"/>
            </p:cNvSpPr>
            <p:nvPr/>
          </p:nvSpPr>
          <p:spPr bwMode="auto">
            <a:xfrm rot="16200000">
              <a:off x="2578100" y="4402931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Rectangle 10"/>
            <p:cNvSpPr>
              <a:spLocks noChangeArrowheads="1"/>
            </p:cNvSpPr>
            <p:nvPr/>
          </p:nvSpPr>
          <p:spPr bwMode="auto">
            <a:xfrm>
              <a:off x="419100" y="4051300"/>
              <a:ext cx="419100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42" name="Rectangle 11"/>
            <p:cNvSpPr>
              <a:spLocks noChangeArrowheads="1"/>
            </p:cNvSpPr>
            <p:nvPr/>
          </p:nvSpPr>
          <p:spPr bwMode="auto">
            <a:xfrm>
              <a:off x="782638" y="4110038"/>
              <a:ext cx="55563" cy="311150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Rectangle 12"/>
            <p:cNvSpPr>
              <a:spLocks noChangeArrowheads="1"/>
            </p:cNvSpPr>
            <p:nvPr/>
          </p:nvSpPr>
          <p:spPr bwMode="auto">
            <a:xfrm>
              <a:off x="419100" y="4110038"/>
              <a:ext cx="55563" cy="311150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Rectangle 13"/>
            <p:cNvSpPr>
              <a:spLocks noChangeArrowheads="1"/>
            </p:cNvSpPr>
            <p:nvPr/>
          </p:nvSpPr>
          <p:spPr bwMode="auto">
            <a:xfrm rot="16200000">
              <a:off x="598488" y="3927475"/>
              <a:ext cx="58738" cy="30797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Rectangle 14"/>
            <p:cNvSpPr>
              <a:spLocks noChangeArrowheads="1"/>
            </p:cNvSpPr>
            <p:nvPr/>
          </p:nvSpPr>
          <p:spPr bwMode="auto">
            <a:xfrm rot="16200000">
              <a:off x="598488" y="4297363"/>
              <a:ext cx="58738" cy="307975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Rectangle 45"/>
            <p:cNvSpPr>
              <a:spLocks noChangeArrowheads="1"/>
            </p:cNvSpPr>
            <p:nvPr/>
          </p:nvSpPr>
          <p:spPr bwMode="auto">
            <a:xfrm>
              <a:off x="419100" y="3625056"/>
              <a:ext cx="415925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47" name="Rectangle 46"/>
            <p:cNvSpPr>
              <a:spLocks noChangeArrowheads="1"/>
            </p:cNvSpPr>
            <p:nvPr/>
          </p:nvSpPr>
          <p:spPr bwMode="auto">
            <a:xfrm>
              <a:off x="779463" y="3683794"/>
              <a:ext cx="55563" cy="307975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Rectangle 47"/>
            <p:cNvSpPr>
              <a:spLocks noChangeArrowheads="1"/>
            </p:cNvSpPr>
            <p:nvPr/>
          </p:nvSpPr>
          <p:spPr bwMode="auto">
            <a:xfrm>
              <a:off x="419100" y="3683794"/>
              <a:ext cx="55563" cy="307975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Rectangle 48"/>
            <p:cNvSpPr>
              <a:spLocks noChangeArrowheads="1"/>
            </p:cNvSpPr>
            <p:nvPr/>
          </p:nvSpPr>
          <p:spPr bwMode="auto">
            <a:xfrm rot="16200000">
              <a:off x="596900" y="3502819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Rectangle 49"/>
            <p:cNvSpPr>
              <a:spLocks noChangeArrowheads="1"/>
            </p:cNvSpPr>
            <p:nvPr/>
          </p:nvSpPr>
          <p:spPr bwMode="auto">
            <a:xfrm rot="16200000">
              <a:off x="596900" y="3869531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Rectangle 20"/>
            <p:cNvSpPr>
              <a:spLocks noChangeArrowheads="1"/>
            </p:cNvSpPr>
            <p:nvPr/>
          </p:nvSpPr>
          <p:spPr bwMode="auto">
            <a:xfrm>
              <a:off x="3238500" y="29083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52" name="Rectangle 21"/>
            <p:cNvSpPr>
              <a:spLocks noChangeArrowheads="1"/>
            </p:cNvSpPr>
            <p:nvPr/>
          </p:nvSpPr>
          <p:spPr bwMode="auto">
            <a:xfrm>
              <a:off x="3602037" y="2967038"/>
              <a:ext cx="55563" cy="307975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Rectangle 22"/>
            <p:cNvSpPr>
              <a:spLocks noChangeArrowheads="1"/>
            </p:cNvSpPr>
            <p:nvPr/>
          </p:nvSpPr>
          <p:spPr bwMode="auto">
            <a:xfrm>
              <a:off x="3238500" y="2967038"/>
              <a:ext cx="57150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Rectangle 23"/>
            <p:cNvSpPr>
              <a:spLocks noChangeArrowheads="1"/>
            </p:cNvSpPr>
            <p:nvPr/>
          </p:nvSpPr>
          <p:spPr bwMode="auto">
            <a:xfrm rot="16200000">
              <a:off x="3419475" y="2784475"/>
              <a:ext cx="58738" cy="306388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Rectangle 24"/>
            <p:cNvSpPr>
              <a:spLocks noChangeArrowheads="1"/>
            </p:cNvSpPr>
            <p:nvPr/>
          </p:nvSpPr>
          <p:spPr bwMode="auto">
            <a:xfrm rot="16200000">
              <a:off x="3419475" y="3151188"/>
              <a:ext cx="58738" cy="306388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Rectangle 58"/>
            <p:cNvSpPr>
              <a:spLocks noChangeArrowheads="1"/>
            </p:cNvSpPr>
            <p:nvPr/>
          </p:nvSpPr>
          <p:spPr bwMode="auto">
            <a:xfrm>
              <a:off x="838199" y="40513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57" name="Rectangle 59"/>
            <p:cNvSpPr>
              <a:spLocks noChangeArrowheads="1"/>
            </p:cNvSpPr>
            <p:nvPr/>
          </p:nvSpPr>
          <p:spPr bwMode="auto">
            <a:xfrm>
              <a:off x="1198562" y="4110038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Rectangle 60"/>
            <p:cNvSpPr>
              <a:spLocks noChangeArrowheads="1"/>
            </p:cNvSpPr>
            <p:nvPr/>
          </p:nvSpPr>
          <p:spPr bwMode="auto">
            <a:xfrm>
              <a:off x="838199" y="4110038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Rectangle 61"/>
            <p:cNvSpPr>
              <a:spLocks noChangeArrowheads="1"/>
            </p:cNvSpPr>
            <p:nvPr/>
          </p:nvSpPr>
          <p:spPr bwMode="auto">
            <a:xfrm rot="16200000">
              <a:off x="1015999" y="3929063"/>
              <a:ext cx="58738" cy="304800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Rectangle 62"/>
            <p:cNvSpPr>
              <a:spLocks noChangeArrowheads="1"/>
            </p:cNvSpPr>
            <p:nvPr/>
          </p:nvSpPr>
          <p:spPr bwMode="auto">
            <a:xfrm rot="16200000">
              <a:off x="1015999" y="4295775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Rectangle 10"/>
            <p:cNvSpPr>
              <a:spLocks noChangeArrowheads="1"/>
            </p:cNvSpPr>
            <p:nvPr/>
          </p:nvSpPr>
          <p:spPr bwMode="auto">
            <a:xfrm>
              <a:off x="723900" y="2298700"/>
              <a:ext cx="419100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62" name="Rectangle 11"/>
            <p:cNvSpPr>
              <a:spLocks noChangeArrowheads="1"/>
            </p:cNvSpPr>
            <p:nvPr/>
          </p:nvSpPr>
          <p:spPr bwMode="auto">
            <a:xfrm>
              <a:off x="1087438" y="2357438"/>
              <a:ext cx="55563" cy="311150"/>
            </a:xfrm>
            <a:prstGeom prst="rect">
              <a:avLst/>
            </a:prstGeom>
            <a:solidFill>
              <a:srgbClr val="0070C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Rectangle 12"/>
            <p:cNvSpPr>
              <a:spLocks noChangeArrowheads="1"/>
            </p:cNvSpPr>
            <p:nvPr/>
          </p:nvSpPr>
          <p:spPr bwMode="auto">
            <a:xfrm>
              <a:off x="723900" y="2357438"/>
              <a:ext cx="55563" cy="311150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Rectangle 13"/>
            <p:cNvSpPr>
              <a:spLocks noChangeArrowheads="1"/>
            </p:cNvSpPr>
            <p:nvPr/>
          </p:nvSpPr>
          <p:spPr bwMode="auto">
            <a:xfrm rot="16200000">
              <a:off x="903288" y="2174875"/>
              <a:ext cx="58738" cy="30797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Rectangle 14"/>
            <p:cNvSpPr>
              <a:spLocks noChangeArrowheads="1"/>
            </p:cNvSpPr>
            <p:nvPr/>
          </p:nvSpPr>
          <p:spPr bwMode="auto">
            <a:xfrm rot="16200000">
              <a:off x="903288" y="2544763"/>
              <a:ext cx="58738" cy="3079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Line 50"/>
            <p:cNvSpPr>
              <a:spLocks noChangeShapeType="1"/>
            </p:cNvSpPr>
            <p:nvPr/>
          </p:nvSpPr>
          <p:spPr bwMode="auto">
            <a:xfrm>
              <a:off x="1235074" y="2755901"/>
              <a:ext cx="250825" cy="304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Line 50"/>
            <p:cNvSpPr>
              <a:spLocks noChangeShapeType="1"/>
            </p:cNvSpPr>
            <p:nvPr/>
          </p:nvSpPr>
          <p:spPr bwMode="auto">
            <a:xfrm flipH="1">
              <a:off x="3009901" y="3365500"/>
              <a:ext cx="228600" cy="15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Rectangle 15"/>
            <p:cNvSpPr>
              <a:spLocks noChangeArrowheads="1"/>
            </p:cNvSpPr>
            <p:nvPr/>
          </p:nvSpPr>
          <p:spPr bwMode="auto">
            <a:xfrm>
              <a:off x="7321550" y="197485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69" name="Rectangle 16"/>
            <p:cNvSpPr>
              <a:spLocks noChangeArrowheads="1"/>
            </p:cNvSpPr>
            <p:nvPr/>
          </p:nvSpPr>
          <p:spPr bwMode="auto">
            <a:xfrm>
              <a:off x="7681912" y="2032000"/>
              <a:ext cx="58738" cy="309563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Rectangle 17"/>
            <p:cNvSpPr>
              <a:spLocks noChangeArrowheads="1"/>
            </p:cNvSpPr>
            <p:nvPr/>
          </p:nvSpPr>
          <p:spPr bwMode="auto">
            <a:xfrm>
              <a:off x="7321550" y="203200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Rectangle 18"/>
            <p:cNvSpPr>
              <a:spLocks noChangeArrowheads="1"/>
            </p:cNvSpPr>
            <p:nvPr/>
          </p:nvSpPr>
          <p:spPr bwMode="auto">
            <a:xfrm rot="16200000">
              <a:off x="7500937" y="185102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Rectangle 19"/>
            <p:cNvSpPr>
              <a:spLocks noChangeArrowheads="1"/>
            </p:cNvSpPr>
            <p:nvPr/>
          </p:nvSpPr>
          <p:spPr bwMode="auto">
            <a:xfrm rot="16200000">
              <a:off x="7499350" y="221932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Rectangle 35"/>
            <p:cNvSpPr>
              <a:spLocks noChangeArrowheads="1"/>
            </p:cNvSpPr>
            <p:nvPr/>
          </p:nvSpPr>
          <p:spPr bwMode="auto">
            <a:xfrm>
              <a:off x="7315200" y="24384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79" name="Rectangle 36"/>
            <p:cNvSpPr>
              <a:spLocks noChangeArrowheads="1"/>
            </p:cNvSpPr>
            <p:nvPr/>
          </p:nvSpPr>
          <p:spPr bwMode="auto">
            <a:xfrm>
              <a:off x="7678737" y="2497138"/>
              <a:ext cx="55563" cy="307975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Rectangle 37"/>
            <p:cNvSpPr>
              <a:spLocks noChangeArrowheads="1"/>
            </p:cNvSpPr>
            <p:nvPr/>
          </p:nvSpPr>
          <p:spPr bwMode="auto">
            <a:xfrm>
              <a:off x="7315200" y="2497138"/>
              <a:ext cx="55563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Rectangle 38"/>
            <p:cNvSpPr>
              <a:spLocks noChangeArrowheads="1"/>
            </p:cNvSpPr>
            <p:nvPr/>
          </p:nvSpPr>
          <p:spPr bwMode="auto">
            <a:xfrm rot="16200000">
              <a:off x="7494587" y="2314575"/>
              <a:ext cx="58738" cy="307975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Rectangle 39"/>
            <p:cNvSpPr>
              <a:spLocks noChangeArrowheads="1"/>
            </p:cNvSpPr>
            <p:nvPr/>
          </p:nvSpPr>
          <p:spPr bwMode="auto">
            <a:xfrm rot="16200000">
              <a:off x="7494587" y="2681288"/>
              <a:ext cx="58738" cy="307975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Rectangle 45"/>
            <p:cNvSpPr>
              <a:spLocks noChangeArrowheads="1"/>
            </p:cNvSpPr>
            <p:nvPr/>
          </p:nvSpPr>
          <p:spPr bwMode="auto">
            <a:xfrm>
              <a:off x="6881812" y="1971675"/>
              <a:ext cx="415925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84" name="Rectangle 46"/>
            <p:cNvSpPr>
              <a:spLocks noChangeArrowheads="1"/>
            </p:cNvSpPr>
            <p:nvPr/>
          </p:nvSpPr>
          <p:spPr bwMode="auto">
            <a:xfrm>
              <a:off x="7242175" y="2030413"/>
              <a:ext cx="55563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Rectangle 47"/>
            <p:cNvSpPr>
              <a:spLocks noChangeArrowheads="1"/>
            </p:cNvSpPr>
            <p:nvPr/>
          </p:nvSpPr>
          <p:spPr bwMode="auto">
            <a:xfrm>
              <a:off x="6881812" y="2030413"/>
              <a:ext cx="55563" cy="307975"/>
            </a:xfrm>
            <a:prstGeom prst="rect">
              <a:avLst/>
            </a:prstGeom>
            <a:solidFill>
              <a:srgbClr val="A5002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Rectangle 48"/>
            <p:cNvSpPr>
              <a:spLocks noChangeArrowheads="1"/>
            </p:cNvSpPr>
            <p:nvPr/>
          </p:nvSpPr>
          <p:spPr bwMode="auto">
            <a:xfrm rot="16200000">
              <a:off x="7059612" y="1849438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Rectangle 49"/>
            <p:cNvSpPr>
              <a:spLocks noChangeArrowheads="1"/>
            </p:cNvSpPr>
            <p:nvPr/>
          </p:nvSpPr>
          <p:spPr bwMode="auto">
            <a:xfrm rot="16200000">
              <a:off x="7059612" y="2216150"/>
              <a:ext cx="58738" cy="3048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Rectangle 20"/>
            <p:cNvSpPr>
              <a:spLocks noChangeArrowheads="1"/>
            </p:cNvSpPr>
            <p:nvPr/>
          </p:nvSpPr>
          <p:spPr bwMode="auto">
            <a:xfrm>
              <a:off x="7315200" y="28956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89" name="Rectangle 21"/>
            <p:cNvSpPr>
              <a:spLocks noChangeArrowheads="1"/>
            </p:cNvSpPr>
            <p:nvPr/>
          </p:nvSpPr>
          <p:spPr bwMode="auto">
            <a:xfrm>
              <a:off x="7678737" y="2954338"/>
              <a:ext cx="55563" cy="307975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Rectangle 22"/>
            <p:cNvSpPr>
              <a:spLocks noChangeArrowheads="1"/>
            </p:cNvSpPr>
            <p:nvPr/>
          </p:nvSpPr>
          <p:spPr bwMode="auto">
            <a:xfrm>
              <a:off x="7315200" y="2954338"/>
              <a:ext cx="57150" cy="30797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Rectangle 23"/>
            <p:cNvSpPr>
              <a:spLocks noChangeArrowheads="1"/>
            </p:cNvSpPr>
            <p:nvPr/>
          </p:nvSpPr>
          <p:spPr bwMode="auto">
            <a:xfrm rot="16200000">
              <a:off x="7496175" y="2771775"/>
              <a:ext cx="58738" cy="306388"/>
            </a:xfrm>
            <a:prstGeom prst="rect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Rectangle 24"/>
            <p:cNvSpPr>
              <a:spLocks noChangeArrowheads="1"/>
            </p:cNvSpPr>
            <p:nvPr/>
          </p:nvSpPr>
          <p:spPr bwMode="auto">
            <a:xfrm rot="16200000">
              <a:off x="7496175" y="3138488"/>
              <a:ext cx="58738" cy="306388"/>
            </a:xfrm>
            <a:prstGeom prst="rect">
              <a:avLst/>
            </a:prstGeom>
            <a:solidFill>
              <a:srgbClr val="9900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Rectangle 53"/>
            <p:cNvSpPr>
              <a:spLocks noChangeArrowheads="1"/>
            </p:cNvSpPr>
            <p:nvPr/>
          </p:nvSpPr>
          <p:spPr bwMode="auto">
            <a:xfrm>
              <a:off x="6438900" y="19812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94" name="Rectangle 54"/>
            <p:cNvSpPr>
              <a:spLocks noChangeArrowheads="1"/>
            </p:cNvSpPr>
            <p:nvPr/>
          </p:nvSpPr>
          <p:spPr bwMode="auto">
            <a:xfrm>
              <a:off x="6799262" y="2039938"/>
              <a:ext cx="58738" cy="307975"/>
            </a:xfrm>
            <a:prstGeom prst="rect">
              <a:avLst/>
            </a:prstGeom>
            <a:solidFill>
              <a:srgbClr val="C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Rectangle 55"/>
            <p:cNvSpPr>
              <a:spLocks noChangeArrowheads="1"/>
            </p:cNvSpPr>
            <p:nvPr/>
          </p:nvSpPr>
          <p:spPr bwMode="auto">
            <a:xfrm>
              <a:off x="6438900" y="2039938"/>
              <a:ext cx="55563" cy="307975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Rectangle 56"/>
            <p:cNvSpPr>
              <a:spLocks noChangeArrowheads="1"/>
            </p:cNvSpPr>
            <p:nvPr/>
          </p:nvSpPr>
          <p:spPr bwMode="auto">
            <a:xfrm rot="16200000">
              <a:off x="6616700" y="1858963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Rectangle 57"/>
            <p:cNvSpPr>
              <a:spLocks noChangeArrowheads="1"/>
            </p:cNvSpPr>
            <p:nvPr/>
          </p:nvSpPr>
          <p:spPr bwMode="auto">
            <a:xfrm rot="16200000">
              <a:off x="6616700" y="2225675"/>
              <a:ext cx="58738" cy="30480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Rectangle 15"/>
            <p:cNvSpPr>
              <a:spLocks noChangeArrowheads="1"/>
            </p:cNvSpPr>
            <p:nvPr/>
          </p:nvSpPr>
          <p:spPr bwMode="auto">
            <a:xfrm>
              <a:off x="6019800" y="19812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199" name="Rectangle 16"/>
            <p:cNvSpPr>
              <a:spLocks noChangeArrowheads="1"/>
            </p:cNvSpPr>
            <p:nvPr/>
          </p:nvSpPr>
          <p:spPr bwMode="auto">
            <a:xfrm>
              <a:off x="6380162" y="2038350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Rectangle 17"/>
            <p:cNvSpPr>
              <a:spLocks noChangeArrowheads="1"/>
            </p:cNvSpPr>
            <p:nvPr/>
          </p:nvSpPr>
          <p:spPr bwMode="auto">
            <a:xfrm>
              <a:off x="6019800" y="203835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Rectangle 18"/>
            <p:cNvSpPr>
              <a:spLocks noChangeArrowheads="1"/>
            </p:cNvSpPr>
            <p:nvPr/>
          </p:nvSpPr>
          <p:spPr bwMode="auto">
            <a:xfrm rot="16200000">
              <a:off x="6199187" y="185737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Rectangle 19"/>
            <p:cNvSpPr>
              <a:spLocks noChangeArrowheads="1"/>
            </p:cNvSpPr>
            <p:nvPr/>
          </p:nvSpPr>
          <p:spPr bwMode="auto">
            <a:xfrm rot="16200000">
              <a:off x="6197600" y="222567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Rectangle 15"/>
            <p:cNvSpPr>
              <a:spLocks noChangeArrowheads="1"/>
            </p:cNvSpPr>
            <p:nvPr/>
          </p:nvSpPr>
          <p:spPr bwMode="auto">
            <a:xfrm>
              <a:off x="6019800" y="23931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04" name="Rectangle 16"/>
            <p:cNvSpPr>
              <a:spLocks noChangeArrowheads="1"/>
            </p:cNvSpPr>
            <p:nvPr/>
          </p:nvSpPr>
          <p:spPr bwMode="auto">
            <a:xfrm>
              <a:off x="6380162" y="2450306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Rectangle 17"/>
            <p:cNvSpPr>
              <a:spLocks noChangeArrowheads="1"/>
            </p:cNvSpPr>
            <p:nvPr/>
          </p:nvSpPr>
          <p:spPr bwMode="auto">
            <a:xfrm>
              <a:off x="6019800" y="2450306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Rectangle 18"/>
            <p:cNvSpPr>
              <a:spLocks noChangeArrowheads="1"/>
            </p:cNvSpPr>
            <p:nvPr/>
          </p:nvSpPr>
          <p:spPr bwMode="auto">
            <a:xfrm rot="16200000">
              <a:off x="6199187" y="2269331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Rectangle 19"/>
            <p:cNvSpPr>
              <a:spLocks noChangeArrowheads="1"/>
            </p:cNvSpPr>
            <p:nvPr/>
          </p:nvSpPr>
          <p:spPr bwMode="auto">
            <a:xfrm rot="16200000">
              <a:off x="6197600" y="2637631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Rectangle 15"/>
            <p:cNvSpPr>
              <a:spLocks noChangeArrowheads="1"/>
            </p:cNvSpPr>
            <p:nvPr/>
          </p:nvSpPr>
          <p:spPr bwMode="auto">
            <a:xfrm>
              <a:off x="6019800" y="28194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09" name="Rectangle 16"/>
            <p:cNvSpPr>
              <a:spLocks noChangeArrowheads="1"/>
            </p:cNvSpPr>
            <p:nvPr/>
          </p:nvSpPr>
          <p:spPr bwMode="auto">
            <a:xfrm>
              <a:off x="6380162" y="2876550"/>
              <a:ext cx="58738" cy="309563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Rectangle 17"/>
            <p:cNvSpPr>
              <a:spLocks noChangeArrowheads="1"/>
            </p:cNvSpPr>
            <p:nvPr/>
          </p:nvSpPr>
          <p:spPr bwMode="auto">
            <a:xfrm>
              <a:off x="6019800" y="2876550"/>
              <a:ext cx="55563" cy="309563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Rectangle 18"/>
            <p:cNvSpPr>
              <a:spLocks noChangeArrowheads="1"/>
            </p:cNvSpPr>
            <p:nvPr/>
          </p:nvSpPr>
          <p:spPr bwMode="auto">
            <a:xfrm rot="16200000">
              <a:off x="6199187" y="2695575"/>
              <a:ext cx="57150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Rectangle 19"/>
            <p:cNvSpPr>
              <a:spLocks noChangeArrowheads="1"/>
            </p:cNvSpPr>
            <p:nvPr/>
          </p:nvSpPr>
          <p:spPr bwMode="auto">
            <a:xfrm rot="16200000">
              <a:off x="6197600" y="3063875"/>
              <a:ext cx="58738" cy="3048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Rectangle 58"/>
            <p:cNvSpPr>
              <a:spLocks noChangeArrowheads="1"/>
            </p:cNvSpPr>
            <p:nvPr/>
          </p:nvSpPr>
          <p:spPr bwMode="auto">
            <a:xfrm>
              <a:off x="7315200" y="3307556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14" name="Rectangle 59"/>
            <p:cNvSpPr>
              <a:spLocks noChangeArrowheads="1"/>
            </p:cNvSpPr>
            <p:nvPr/>
          </p:nvSpPr>
          <p:spPr bwMode="auto">
            <a:xfrm>
              <a:off x="7675563" y="3366294"/>
              <a:ext cx="58738" cy="307975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Rectangle 60"/>
            <p:cNvSpPr>
              <a:spLocks noChangeArrowheads="1"/>
            </p:cNvSpPr>
            <p:nvPr/>
          </p:nvSpPr>
          <p:spPr bwMode="auto">
            <a:xfrm>
              <a:off x="7315200" y="3366294"/>
              <a:ext cx="55563" cy="307975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Rectangle 61"/>
            <p:cNvSpPr>
              <a:spLocks noChangeArrowheads="1"/>
            </p:cNvSpPr>
            <p:nvPr/>
          </p:nvSpPr>
          <p:spPr bwMode="auto">
            <a:xfrm rot="16200000">
              <a:off x="7493000" y="3185319"/>
              <a:ext cx="58738" cy="304800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Rectangle 62"/>
            <p:cNvSpPr>
              <a:spLocks noChangeArrowheads="1"/>
            </p:cNvSpPr>
            <p:nvPr/>
          </p:nvSpPr>
          <p:spPr bwMode="auto">
            <a:xfrm rot="16200000">
              <a:off x="7493000" y="3552031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Rectangle 58"/>
            <p:cNvSpPr>
              <a:spLocks noChangeArrowheads="1"/>
            </p:cNvSpPr>
            <p:nvPr/>
          </p:nvSpPr>
          <p:spPr bwMode="auto">
            <a:xfrm>
              <a:off x="7315200" y="3733800"/>
              <a:ext cx="419100" cy="425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19" name="Rectangle 59"/>
            <p:cNvSpPr>
              <a:spLocks noChangeArrowheads="1"/>
            </p:cNvSpPr>
            <p:nvPr/>
          </p:nvSpPr>
          <p:spPr bwMode="auto">
            <a:xfrm>
              <a:off x="7675563" y="3792538"/>
              <a:ext cx="58738" cy="307975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Rectangle 60"/>
            <p:cNvSpPr>
              <a:spLocks noChangeArrowheads="1"/>
            </p:cNvSpPr>
            <p:nvPr/>
          </p:nvSpPr>
          <p:spPr bwMode="auto">
            <a:xfrm>
              <a:off x="7315200" y="3792538"/>
              <a:ext cx="55563" cy="307975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Rectangle 61"/>
            <p:cNvSpPr>
              <a:spLocks noChangeArrowheads="1"/>
            </p:cNvSpPr>
            <p:nvPr/>
          </p:nvSpPr>
          <p:spPr bwMode="auto">
            <a:xfrm rot="16200000">
              <a:off x="7493000" y="3611563"/>
              <a:ext cx="58738" cy="3048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Rectangle 62"/>
            <p:cNvSpPr>
              <a:spLocks noChangeArrowheads="1"/>
            </p:cNvSpPr>
            <p:nvPr/>
          </p:nvSpPr>
          <p:spPr bwMode="auto">
            <a:xfrm rot="16200000">
              <a:off x="7493000" y="3978275"/>
              <a:ext cx="58738" cy="30480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Rectangle 5"/>
            <p:cNvSpPr>
              <a:spLocks noChangeArrowheads="1"/>
            </p:cNvSpPr>
            <p:nvPr/>
          </p:nvSpPr>
          <p:spPr bwMode="auto">
            <a:xfrm>
              <a:off x="7315200" y="4191000"/>
              <a:ext cx="417513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24" name="Rectangle 6"/>
            <p:cNvSpPr>
              <a:spLocks noChangeArrowheads="1"/>
            </p:cNvSpPr>
            <p:nvPr/>
          </p:nvSpPr>
          <p:spPr bwMode="auto">
            <a:xfrm>
              <a:off x="7675563" y="4249738"/>
              <a:ext cx="57150" cy="31115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Rectangle 7"/>
            <p:cNvSpPr>
              <a:spLocks noChangeArrowheads="1"/>
            </p:cNvSpPr>
            <p:nvPr/>
          </p:nvSpPr>
          <p:spPr bwMode="auto">
            <a:xfrm>
              <a:off x="7315200" y="4249738"/>
              <a:ext cx="57150" cy="31115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Rectangle 8"/>
            <p:cNvSpPr>
              <a:spLocks noChangeArrowheads="1"/>
            </p:cNvSpPr>
            <p:nvPr/>
          </p:nvSpPr>
          <p:spPr bwMode="auto">
            <a:xfrm rot="16200000">
              <a:off x="7494588" y="4068763"/>
              <a:ext cx="58738" cy="30321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Rectangle 9"/>
            <p:cNvSpPr>
              <a:spLocks noChangeArrowheads="1"/>
            </p:cNvSpPr>
            <p:nvPr/>
          </p:nvSpPr>
          <p:spPr bwMode="auto">
            <a:xfrm rot="16200000">
              <a:off x="7494588" y="4438650"/>
              <a:ext cx="58738" cy="303213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Rectangle 5"/>
            <p:cNvSpPr>
              <a:spLocks noChangeArrowheads="1"/>
            </p:cNvSpPr>
            <p:nvPr/>
          </p:nvSpPr>
          <p:spPr bwMode="auto">
            <a:xfrm>
              <a:off x="6897687" y="4191000"/>
              <a:ext cx="417513" cy="4286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29" name="Rectangle 6"/>
            <p:cNvSpPr>
              <a:spLocks noChangeArrowheads="1"/>
            </p:cNvSpPr>
            <p:nvPr/>
          </p:nvSpPr>
          <p:spPr bwMode="auto">
            <a:xfrm>
              <a:off x="7258050" y="4249738"/>
              <a:ext cx="57150" cy="31115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Rectangle 7"/>
            <p:cNvSpPr>
              <a:spLocks noChangeArrowheads="1"/>
            </p:cNvSpPr>
            <p:nvPr/>
          </p:nvSpPr>
          <p:spPr bwMode="auto">
            <a:xfrm>
              <a:off x="6897687" y="4249738"/>
              <a:ext cx="57150" cy="31115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Rectangle 8"/>
            <p:cNvSpPr>
              <a:spLocks noChangeArrowheads="1"/>
            </p:cNvSpPr>
            <p:nvPr/>
          </p:nvSpPr>
          <p:spPr bwMode="auto">
            <a:xfrm rot="16200000">
              <a:off x="7077075" y="4068763"/>
              <a:ext cx="58738" cy="30321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Rectangle 9"/>
            <p:cNvSpPr>
              <a:spLocks noChangeArrowheads="1"/>
            </p:cNvSpPr>
            <p:nvPr/>
          </p:nvSpPr>
          <p:spPr bwMode="auto">
            <a:xfrm rot="16200000">
              <a:off x="7077075" y="4438650"/>
              <a:ext cx="58738" cy="303213"/>
            </a:xfrm>
            <a:prstGeom prst="rect">
              <a:avLst/>
            </a:prstGeom>
            <a:solidFill>
              <a:srgbClr val="99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Rectangle 58"/>
            <p:cNvSpPr>
              <a:spLocks noChangeArrowheads="1"/>
            </p:cNvSpPr>
            <p:nvPr/>
          </p:nvSpPr>
          <p:spPr bwMode="auto">
            <a:xfrm>
              <a:off x="6019800" y="34290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1" name="Rectangle 58"/>
            <p:cNvSpPr>
              <a:spLocks noChangeArrowheads="1"/>
            </p:cNvSpPr>
            <p:nvPr/>
          </p:nvSpPr>
          <p:spPr bwMode="auto">
            <a:xfrm>
              <a:off x="6934200" y="37338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3" name="Rectangle 58"/>
            <p:cNvSpPr>
              <a:spLocks noChangeArrowheads="1"/>
            </p:cNvSpPr>
            <p:nvPr/>
          </p:nvSpPr>
          <p:spPr bwMode="auto">
            <a:xfrm>
              <a:off x="6934200" y="33528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4" name="Rectangle 58"/>
            <p:cNvSpPr>
              <a:spLocks noChangeArrowheads="1"/>
            </p:cNvSpPr>
            <p:nvPr/>
          </p:nvSpPr>
          <p:spPr bwMode="auto">
            <a:xfrm>
              <a:off x="6934200" y="28956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5" name="Rectangle 58"/>
            <p:cNvSpPr>
              <a:spLocks noChangeArrowheads="1"/>
            </p:cNvSpPr>
            <p:nvPr/>
          </p:nvSpPr>
          <p:spPr bwMode="auto">
            <a:xfrm>
              <a:off x="6477000" y="2438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6" name="Rectangle 58"/>
            <p:cNvSpPr>
              <a:spLocks noChangeArrowheads="1"/>
            </p:cNvSpPr>
            <p:nvPr/>
          </p:nvSpPr>
          <p:spPr bwMode="auto">
            <a:xfrm>
              <a:off x="6477000" y="28956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7" name="Rectangle 58"/>
            <p:cNvSpPr>
              <a:spLocks noChangeArrowheads="1"/>
            </p:cNvSpPr>
            <p:nvPr/>
          </p:nvSpPr>
          <p:spPr bwMode="auto">
            <a:xfrm>
              <a:off x="6934200" y="2438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48" name="Line 50"/>
            <p:cNvSpPr>
              <a:spLocks noChangeShapeType="1"/>
            </p:cNvSpPr>
            <p:nvPr/>
          </p:nvSpPr>
          <p:spPr bwMode="auto">
            <a:xfrm flipV="1">
              <a:off x="6477000" y="3429000"/>
              <a:ext cx="381000" cy="228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Rectangle 58"/>
            <p:cNvSpPr>
              <a:spLocks noChangeArrowheads="1"/>
            </p:cNvSpPr>
            <p:nvPr/>
          </p:nvSpPr>
          <p:spPr bwMode="auto">
            <a:xfrm>
              <a:off x="6172200" y="3962400"/>
              <a:ext cx="419100" cy="4254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600"/>
            </a:p>
          </p:txBody>
        </p:sp>
        <p:sp>
          <p:nvSpPr>
            <p:cNvPr id="250" name="Line 50"/>
            <p:cNvSpPr>
              <a:spLocks noChangeShapeType="1"/>
            </p:cNvSpPr>
            <p:nvPr/>
          </p:nvSpPr>
          <p:spPr bwMode="auto">
            <a:xfrm flipV="1">
              <a:off x="6629400" y="3962400"/>
              <a:ext cx="228600" cy="228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2" name="TextBox 251"/>
          <p:cNvSpPr txBox="1"/>
          <p:nvPr/>
        </p:nvSpPr>
        <p:spPr>
          <a:xfrm>
            <a:off x="990600" y="1657290"/>
            <a:ext cx="8980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Read:</a:t>
            </a:r>
            <a:endParaRPr lang="en-US" dirty="0"/>
          </a:p>
        </p:txBody>
      </p:sp>
      <p:sp>
        <p:nvSpPr>
          <p:cNvPr id="253" name="TextBox 252"/>
          <p:cNvSpPr txBox="1"/>
          <p:nvPr/>
        </p:nvSpPr>
        <p:spPr>
          <a:xfrm>
            <a:off x="5715000" y="1676400"/>
            <a:ext cx="14093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Replicate: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44175</TotalTime>
  <Words>5452</Words>
  <Application>Microsoft PowerPoint</Application>
  <PresentationFormat>On-screen Show (4:3)</PresentationFormat>
  <Paragraphs>4067</Paragraphs>
  <Slides>109</Slides>
  <Notes>102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109</vt:i4>
      </vt:variant>
    </vt:vector>
  </HeadingPairs>
  <TitlesOfParts>
    <vt:vector size="110" baseType="lpstr">
      <vt:lpstr>Default Design</vt:lpstr>
      <vt:lpstr>Slide 1</vt:lpstr>
      <vt:lpstr>Outline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Outline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Outline</vt:lpstr>
      <vt:lpstr>Slide 34</vt:lpstr>
      <vt:lpstr>Outline</vt:lpstr>
      <vt:lpstr>Slide 36</vt:lpstr>
      <vt:lpstr>Slide 37</vt:lpstr>
      <vt:lpstr>Slide 38</vt:lpstr>
      <vt:lpstr>Slide 39</vt:lpstr>
      <vt:lpstr>Slide 40</vt:lpstr>
      <vt:lpstr>Slide 41</vt:lpstr>
      <vt:lpstr>Slide 42</vt:lpstr>
      <vt:lpstr>Slide 43</vt:lpstr>
      <vt:lpstr>Slide 44</vt:lpstr>
      <vt:lpstr>Slide 45</vt:lpstr>
      <vt:lpstr>Slide 46</vt:lpstr>
      <vt:lpstr>Slide 47</vt:lpstr>
      <vt:lpstr>Slide 48</vt:lpstr>
      <vt:lpstr>Slide 49</vt:lpstr>
      <vt:lpstr>Slide 50</vt:lpstr>
      <vt:lpstr>Slide 51</vt:lpstr>
      <vt:lpstr>Slide 52</vt:lpstr>
      <vt:lpstr>Slide 53</vt:lpstr>
      <vt:lpstr>Slide 54</vt:lpstr>
      <vt:lpstr>Slide 55</vt:lpstr>
      <vt:lpstr>Slide 56</vt:lpstr>
      <vt:lpstr>Slide 57</vt:lpstr>
      <vt:lpstr>Slide 58</vt:lpstr>
      <vt:lpstr>Outline</vt:lpstr>
      <vt:lpstr>Slide 60</vt:lpstr>
      <vt:lpstr>Slide 61</vt:lpstr>
      <vt:lpstr>Slide 62</vt:lpstr>
      <vt:lpstr>Slide 63</vt:lpstr>
      <vt:lpstr>Slide 64</vt:lpstr>
      <vt:lpstr>Slide 65</vt:lpstr>
      <vt:lpstr>Slide 66</vt:lpstr>
      <vt:lpstr>Slide 67</vt:lpstr>
      <vt:lpstr>Slide 68</vt:lpstr>
      <vt:lpstr>Slide 69</vt:lpstr>
      <vt:lpstr>Slide 70</vt:lpstr>
      <vt:lpstr>Slide 71</vt:lpstr>
      <vt:lpstr>Slide 72</vt:lpstr>
      <vt:lpstr>Slide 73</vt:lpstr>
      <vt:lpstr>Slide 74</vt:lpstr>
      <vt:lpstr>Slide 75</vt:lpstr>
      <vt:lpstr>Slide 76</vt:lpstr>
      <vt:lpstr>Slide 77</vt:lpstr>
      <vt:lpstr>Slide 78</vt:lpstr>
      <vt:lpstr>Slide 79</vt:lpstr>
      <vt:lpstr>Slide 80</vt:lpstr>
      <vt:lpstr>Slide 81</vt:lpstr>
      <vt:lpstr>Slide 82</vt:lpstr>
      <vt:lpstr>Slide 83</vt:lpstr>
      <vt:lpstr>Slide 84</vt:lpstr>
      <vt:lpstr>Slide 85</vt:lpstr>
      <vt:lpstr>Slide 86</vt:lpstr>
      <vt:lpstr>Slide 87</vt:lpstr>
      <vt:lpstr>Slide 88</vt:lpstr>
      <vt:lpstr>Slide 89</vt:lpstr>
      <vt:lpstr>Slide 90</vt:lpstr>
      <vt:lpstr>Slide 91</vt:lpstr>
      <vt:lpstr>Slide 92</vt:lpstr>
      <vt:lpstr>Slide 93</vt:lpstr>
      <vt:lpstr>Slide 94</vt:lpstr>
      <vt:lpstr>Slide 95</vt:lpstr>
      <vt:lpstr>Slide 96</vt:lpstr>
      <vt:lpstr>Slide 97</vt:lpstr>
      <vt:lpstr>Slide 98</vt:lpstr>
      <vt:lpstr>Slide 99</vt:lpstr>
      <vt:lpstr>Slide 100</vt:lpstr>
      <vt:lpstr>Slide 101</vt:lpstr>
      <vt:lpstr>Slide 102</vt:lpstr>
      <vt:lpstr>Slide 103</vt:lpstr>
      <vt:lpstr>Slide 104</vt:lpstr>
      <vt:lpstr>Slide 105</vt:lpstr>
      <vt:lpstr>Slide 106</vt:lpstr>
      <vt:lpstr>Slide 107</vt:lpstr>
      <vt:lpstr>Slide 108</vt:lpstr>
      <vt:lpstr>Slide 109</vt:lpstr>
    </vt:vector>
  </TitlesOfParts>
  <Company>Northwestern University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schwellerr</dc:creator>
  <cp:lastModifiedBy>schwellerr</cp:lastModifiedBy>
  <cp:revision>435</cp:revision>
  <dcterms:created xsi:type="dcterms:W3CDTF">2003-12-01T17:28:30Z</dcterms:created>
  <dcterms:modified xsi:type="dcterms:W3CDTF">2010-01-19T00:44:57Z</dcterms:modified>
</cp:coreProperties>
</file>